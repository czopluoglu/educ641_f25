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jpg" ContentType="image/jpg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x="8648700" cy="6489700"/>
  <p:notesSz cx="8648700" cy="64897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9128" y="2011807"/>
            <a:ext cx="7356792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98257" y="3634232"/>
            <a:ext cx="6058535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32752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457350" y="1492631"/>
            <a:ext cx="37649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195421"/>
            <a:ext cx="7537450" cy="461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46484D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1650" y="1276349"/>
            <a:ext cx="7613650" cy="4034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942717" y="6035421"/>
            <a:ext cx="2769616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32752" y="6035421"/>
            <a:ext cx="1990661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113514" y="6228353"/>
            <a:ext cx="357971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#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lton.org/essays/1880-1889/galton-1888-co-relations-royal-soc/galton_corr.html?utm_source=chatgpt.com" TargetMode="Externa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guessthecorrelation.com/" TargetMode="External"/><Relationship Id="rId3" Type="http://schemas.openxmlformats.org/officeDocument/2006/relationships/image" Target="../media/image30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pastyle.apa.org/style-grammar-guidelines/tables-figures/sample-tables#correlation" TargetMode="External"/><Relationship Id="rId3" Type="http://schemas.openxmlformats.org/officeDocument/2006/relationships/image" Target="../media/image39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648700" cy="6486525"/>
          </a:xfrm>
          <a:custGeom>
            <a:avLst/>
            <a:gdLst/>
            <a:ahLst/>
            <a:cxnLst/>
            <a:rect l="l" t="t" r="r" b="b"/>
            <a:pathLst>
              <a:path w="8648700" h="6486525">
                <a:moveTo>
                  <a:pt x="8648699" y="6486524"/>
                </a:moveTo>
                <a:lnTo>
                  <a:pt x="0" y="64865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64865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0"/>
            <a:ext cx="8648700" cy="6486525"/>
            <a:chOff x="0" y="0"/>
            <a:chExt cx="8648700" cy="64865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7399" y="5610224"/>
              <a:ext cx="2381249" cy="4857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7624" y="47625"/>
              <a:ext cx="8553450" cy="6391275"/>
            </a:xfrm>
            <a:custGeom>
              <a:avLst/>
              <a:gdLst/>
              <a:ahLst/>
              <a:cxnLst/>
              <a:rect l="l" t="t" r="r" b="b"/>
              <a:pathLst>
                <a:path w="8553450" h="6391275">
                  <a:moveTo>
                    <a:pt x="0" y="0"/>
                  </a:moveTo>
                  <a:lnTo>
                    <a:pt x="8553449" y="0"/>
                  </a:lnTo>
                  <a:lnTo>
                    <a:pt x="8553449" y="6391274"/>
                  </a:lnTo>
                  <a:lnTo>
                    <a:pt x="0" y="6391274"/>
                  </a:lnTo>
                  <a:lnTo>
                    <a:pt x="0" y="0"/>
                  </a:lnTo>
                  <a:close/>
                </a:path>
              </a:pathLst>
            </a:custGeom>
            <a:ln w="95249">
              <a:solidFill>
                <a:srgbClr val="1546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654049" y="3235324"/>
            <a:ext cx="610870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500" spc="-150">
                <a:solidFill>
                  <a:srgbClr val="FFFFFF"/>
                </a:solidFill>
                <a:latin typeface="Trebuchet MS"/>
                <a:cs typeface="Trebuchet MS"/>
              </a:rPr>
              <a:t>Relationship</a:t>
            </a:r>
            <a:r>
              <a:rPr dirty="0" sz="45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254">
                <a:solidFill>
                  <a:srgbClr val="FFFFFF"/>
                </a:solidFill>
                <a:latin typeface="Trebuchet MS"/>
                <a:cs typeface="Trebuchet MS"/>
              </a:rPr>
              <a:t>between</a:t>
            </a:r>
            <a:r>
              <a:rPr dirty="0" sz="4500" spc="-229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295">
                <a:solidFill>
                  <a:srgbClr val="FFFFFF"/>
                </a:solidFill>
                <a:latin typeface="Trebuchet MS"/>
                <a:cs typeface="Trebuchet MS"/>
              </a:rPr>
              <a:t>two </a:t>
            </a:r>
            <a:r>
              <a:rPr dirty="0" sz="4500" spc="-135">
                <a:solidFill>
                  <a:srgbClr val="FFFFFF"/>
                </a:solidFill>
                <a:latin typeface="Trebuchet MS"/>
                <a:cs typeface="Trebuchet MS"/>
              </a:rPr>
              <a:t>continuous</a:t>
            </a:r>
            <a:r>
              <a:rPr dirty="0" sz="4500" spc="-2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500" spc="-40">
                <a:solidFill>
                  <a:srgbClr val="FFFFFF"/>
                </a:solidFill>
                <a:latin typeface="Trebuchet MS"/>
                <a:cs typeface="Trebuchet MS"/>
              </a:rPr>
              <a:t>variables</a:t>
            </a:r>
            <a:endParaRPr sz="450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4049" y="4959350"/>
            <a:ext cx="2718435" cy="1120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10">
                <a:solidFill>
                  <a:srgbClr val="FFFFFF"/>
                </a:solidFill>
                <a:latin typeface="Trebuchet MS"/>
                <a:cs typeface="Trebuchet MS"/>
              </a:rPr>
              <a:t>EDUC</a:t>
            </a:r>
            <a:r>
              <a:rPr dirty="0" sz="30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320">
                <a:solidFill>
                  <a:srgbClr val="FFFFFF"/>
                </a:solidFill>
                <a:latin typeface="Trebuchet MS"/>
                <a:cs typeface="Trebuchet MS"/>
              </a:rPr>
              <a:t>641:</a:t>
            </a:r>
            <a:r>
              <a:rPr dirty="0" sz="3000" spc="-1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204">
                <a:solidFill>
                  <a:srgbClr val="FFFFFF"/>
                </a:solidFill>
                <a:latin typeface="Trebuchet MS"/>
                <a:cs typeface="Trebuchet MS"/>
              </a:rPr>
              <a:t>Week</a:t>
            </a:r>
            <a:r>
              <a:rPr dirty="0" sz="3000" spc="-17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000" spc="-5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dirty="0" sz="2250" spc="-130">
                <a:solidFill>
                  <a:srgbClr val="252629"/>
                </a:solidFill>
                <a:latin typeface="Trebuchet MS"/>
                <a:cs typeface="Trebuchet MS"/>
              </a:rPr>
              <a:t>Cengiz </a:t>
            </a:r>
            <a:r>
              <a:rPr dirty="0" sz="2250" spc="-10">
                <a:solidFill>
                  <a:srgbClr val="252629"/>
                </a:solidFill>
                <a:latin typeface="Trebuchet MS"/>
                <a:cs typeface="Trebuchet MS"/>
              </a:rPr>
              <a:t>Zopluoglu</a:t>
            </a:r>
            <a:endParaRPr sz="2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06375"/>
            <a:ext cx="779780" cy="4254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Goals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9800" y="795019"/>
            <a:ext cx="7143115" cy="37693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848994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Visualize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&amp;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describe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relationships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10">
                <a:latin typeface="Trebuchet MS"/>
                <a:cs typeface="Trebuchet MS"/>
              </a:rPr>
              <a:t> quantitative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10">
                <a:latin typeface="Trebuchet MS"/>
                <a:cs typeface="Trebuchet MS"/>
              </a:rPr>
              <a:t> using </a:t>
            </a:r>
            <a:r>
              <a:rPr dirty="0" sz="1450">
                <a:latin typeface="Trebuchet MS"/>
                <a:cs typeface="Trebuchet MS"/>
              </a:rPr>
              <a:t>scatterplots</a:t>
            </a:r>
            <a:r>
              <a:rPr dirty="0" sz="1450" spc="-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(shape,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trend,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strength).</a:t>
            </a:r>
            <a:endParaRPr sz="1450">
              <a:latin typeface="Trebuchet MS"/>
              <a:cs typeface="Trebuchet MS"/>
            </a:endParaRPr>
          </a:p>
          <a:p>
            <a:pPr marL="12700" marR="78676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Define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covariance,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explain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properties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(symmetry,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relation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to </a:t>
            </a:r>
            <a:r>
              <a:rPr dirty="0" sz="1450" spc="-35">
                <a:latin typeface="Trebuchet MS"/>
                <a:cs typeface="Trebuchet MS"/>
              </a:rPr>
              <a:t>variance),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0">
                <a:latin typeface="Trebuchet MS"/>
                <a:cs typeface="Trebuchet MS"/>
              </a:rPr>
              <a:t> recognize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</a:t>
            </a:r>
            <a:r>
              <a:rPr dirty="0" sz="1450" spc="-10">
                <a:latin typeface="Trebuchet MS"/>
                <a:cs typeface="Trebuchet MS"/>
              </a:rPr>
              <a:t> dependence.</a:t>
            </a:r>
            <a:endParaRPr sz="1450">
              <a:latin typeface="Trebuchet MS"/>
              <a:cs typeface="Trebuchet MS"/>
            </a:endParaRPr>
          </a:p>
          <a:p>
            <a:pPr marL="12700" marR="454025">
              <a:lnSpc>
                <a:spcPts val="1730"/>
              </a:lnSpc>
              <a:spcBef>
                <a:spcPts val="1490"/>
              </a:spcBef>
            </a:pPr>
            <a:r>
              <a:rPr dirty="0" sz="1450" spc="-35">
                <a:latin typeface="Trebuchet MS"/>
                <a:cs typeface="Trebuchet MS"/>
              </a:rPr>
              <a:t>Define,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compute,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interpret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Pearson’s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standardized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covariance; </a:t>
            </a:r>
            <a:r>
              <a:rPr dirty="0" sz="1450">
                <a:latin typeface="Trebuchet MS"/>
                <a:cs typeface="Trebuchet MS"/>
              </a:rPr>
              <a:t>compare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magnitude,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direction,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bounds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(–1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+1).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15"/>
              </a:spcBef>
            </a:pPr>
            <a:r>
              <a:rPr dirty="0" sz="1450" spc="-45">
                <a:latin typeface="Trebuchet MS"/>
                <a:cs typeface="Trebuchet MS"/>
              </a:rPr>
              <a:t>Test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-60">
                <a:latin typeface="Trebuchet MS"/>
                <a:cs typeface="Trebuchet MS"/>
              </a:rPr>
              <a:t>test;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 spc="-25">
                <a:latin typeface="Trebuchet MS"/>
                <a:cs typeface="Trebuchet MS"/>
              </a:rPr>
              <a:t>statistic,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freedom,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interpret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</a:t>
            </a:r>
            <a:r>
              <a:rPr dirty="0" sz="1450" spc="-10">
                <a:latin typeface="Trebuchet MS"/>
                <a:cs typeface="Trebuchet MS"/>
              </a:rPr>
              <a:t>values.</a:t>
            </a:r>
            <a:endParaRPr sz="1450">
              <a:latin typeface="Trebuchet MS"/>
              <a:cs typeface="Trebuchet MS"/>
            </a:endParaRPr>
          </a:p>
          <a:p>
            <a:pPr marL="12700" marR="1280160">
              <a:lnSpc>
                <a:spcPts val="3229"/>
              </a:lnSpc>
              <a:spcBef>
                <a:spcPts val="290"/>
              </a:spcBef>
            </a:pP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analysis: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cor()</a:t>
            </a:r>
            <a:r>
              <a:rPr dirty="0" sz="1650" spc="-6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Hmisc</a:t>
            </a:r>
            <a:r>
              <a:rPr dirty="0" sz="1650" spc="-10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:rcorr()</a:t>
            </a:r>
            <a:r>
              <a:rPr dirty="0" sz="1650" spc="-6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functions </a:t>
            </a:r>
            <a:r>
              <a:rPr dirty="0" sz="1450">
                <a:latin typeface="Trebuchet MS"/>
                <a:cs typeface="Trebuchet MS"/>
              </a:rPr>
              <a:t>Report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matrix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APA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style</a:t>
            </a:r>
            <a:endParaRPr sz="1450">
              <a:latin typeface="Trebuchet MS"/>
              <a:cs typeface="Trebuchet MS"/>
            </a:endParaRPr>
          </a:p>
          <a:p>
            <a:pPr marL="12700" marR="836294">
              <a:lnSpc>
                <a:spcPts val="1730"/>
              </a:lnSpc>
              <a:spcBef>
                <a:spcPts val="1115"/>
              </a:spcBef>
            </a:pPr>
            <a:r>
              <a:rPr dirty="0" sz="1450">
                <a:latin typeface="Trebuchet MS"/>
                <a:cs typeface="Trebuchet MS"/>
              </a:rPr>
              <a:t>Handle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 in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correlations via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listwise </a:t>
            </a:r>
            <a:r>
              <a:rPr dirty="0" sz="1450" spc="-45">
                <a:latin typeface="Trebuchet MS"/>
                <a:cs typeface="Trebuchet MS"/>
              </a:rPr>
              <a:t>vs.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pairwise </a:t>
            </a:r>
            <a:r>
              <a:rPr dirty="0" sz="1450" spc="-20">
                <a:latin typeface="Trebuchet MS"/>
                <a:cs typeface="Trebuchet MS"/>
              </a:rPr>
              <a:t>deletion,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noting </a:t>
            </a:r>
            <a:r>
              <a:rPr dirty="0" sz="1450">
                <a:latin typeface="Trebuchet MS"/>
                <a:cs typeface="Trebuchet MS"/>
              </a:rPr>
              <a:t>pros/cons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implications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size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comparability.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152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34004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1524" y="3809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71524" y="4210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2978149"/>
            <a:ext cx="5806440" cy="6540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100" spc="-195">
                <a:solidFill>
                  <a:srgbClr val="FFFFFF"/>
                </a:solidFill>
              </a:rPr>
              <a:t>Covariance</a:t>
            </a:r>
            <a:r>
              <a:rPr dirty="0" sz="4100" spc="-254">
                <a:solidFill>
                  <a:srgbClr val="FFFFFF"/>
                </a:solidFill>
              </a:rPr>
              <a:t> </a:t>
            </a:r>
            <a:r>
              <a:rPr dirty="0" sz="4100" spc="-105">
                <a:solidFill>
                  <a:srgbClr val="FFFFFF"/>
                </a:solidFill>
              </a:rPr>
              <a:t>and</a:t>
            </a:r>
            <a:r>
              <a:rPr dirty="0" sz="4100" spc="-250">
                <a:solidFill>
                  <a:srgbClr val="FFFFFF"/>
                </a:solidFill>
              </a:rPr>
              <a:t> </a:t>
            </a:r>
            <a:r>
              <a:rPr dirty="0" sz="4100" spc="-160">
                <a:solidFill>
                  <a:srgbClr val="FFFFFF"/>
                </a:solidFill>
              </a:rPr>
              <a:t>Correlation</a:t>
            </a:r>
            <a:endParaRPr sz="4100"/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0"/>
              <a:t>Historical</a:t>
            </a:r>
            <a:r>
              <a:rPr dirty="0" spc="-120"/>
              <a:t> </a:t>
            </a:r>
            <a:r>
              <a:rPr dirty="0" spc="-65"/>
              <a:t>Origin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371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990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4190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5029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3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58800" y="795019"/>
            <a:ext cx="7481570" cy="45980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393065" marR="144780">
              <a:lnSpc>
                <a:spcPts val="1730"/>
              </a:lnSpc>
              <a:spcBef>
                <a:spcPts val="155"/>
              </a:spcBef>
            </a:pPr>
            <a:r>
              <a:rPr dirty="0" sz="1450" spc="-65" b="1">
                <a:latin typeface="Trebuchet MS"/>
                <a:cs typeface="Trebuchet MS"/>
              </a:rPr>
              <a:t>Francis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Galton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(1822–1911)</a:t>
            </a:r>
            <a:r>
              <a:rPr dirty="0" sz="1450" spc="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widely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credited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introducing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concept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65" i="1">
                <a:latin typeface="Lucida Sans"/>
                <a:cs typeface="Lucida Sans"/>
              </a:rPr>
              <a:t>correlation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late</a:t>
            </a:r>
            <a:r>
              <a:rPr dirty="0" sz="1450" spc="-45">
                <a:latin typeface="Trebuchet MS"/>
                <a:cs typeface="Trebuchet MS"/>
              </a:rPr>
              <a:t> 19th </a:t>
            </a:r>
            <a:r>
              <a:rPr dirty="0" sz="1450" spc="-10">
                <a:latin typeface="Trebuchet MS"/>
                <a:cs typeface="Trebuchet MS"/>
              </a:rPr>
              <a:t>century.</a:t>
            </a:r>
            <a:endParaRPr sz="1450">
              <a:latin typeface="Trebuchet MS"/>
              <a:cs typeface="Trebuchet MS"/>
            </a:endParaRPr>
          </a:p>
          <a:p>
            <a:pPr algn="just" marL="393065" marR="15049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1888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paper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 spc="-2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“Co-</a:t>
            </a:r>
            <a:r>
              <a:rPr dirty="0" sz="1450" spc="-6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relations</a:t>
            </a:r>
            <a:r>
              <a:rPr dirty="0" sz="1450" spc="-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dirty="0" sz="1450" spc="-9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and</a:t>
            </a:r>
            <a:r>
              <a:rPr dirty="0" sz="145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dirty="0" sz="1450" spc="-7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their</a:t>
            </a:r>
            <a:r>
              <a:rPr dirty="0" sz="1450" spc="-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dirty="0" sz="1450" spc="-9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Measurement,</a:t>
            </a:r>
            <a:r>
              <a:rPr dirty="0" sz="145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dirty="0" sz="1450" spc="-7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chiefly</a:t>
            </a:r>
            <a:r>
              <a:rPr dirty="0" sz="1450" spc="-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dirty="0" sz="1450" spc="-13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from</a:t>
            </a:r>
            <a:r>
              <a:rPr dirty="0" sz="1450" spc="2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 </a:t>
            </a:r>
            <a:r>
              <a:rPr dirty="0" sz="1450" spc="-35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Anthropometric</a:t>
            </a:r>
            <a:r>
              <a:rPr dirty="0" sz="1450" spc="-35" i="1">
                <a:solidFill>
                  <a:srgbClr val="3F97B4"/>
                </a:solidFill>
                <a:latin typeface="Lucida Sans"/>
                <a:cs typeface="Lucida Sans"/>
              </a:rPr>
              <a:t> </a:t>
            </a:r>
            <a:r>
              <a:rPr dirty="0" sz="1450" spc="-100" i="1">
                <a:solidFill>
                  <a:srgbClr val="3F97B4"/>
                </a:solidFill>
                <a:latin typeface="Lucida Sans"/>
                <a:cs typeface="Lucida Sans"/>
                <a:hlinkClick r:id="rId2"/>
              </a:rPr>
              <a:t>Data”</a:t>
            </a:r>
            <a:r>
              <a:rPr dirty="0" sz="1450" spc="-100">
                <a:latin typeface="Trebuchet MS"/>
                <a:cs typeface="Trebuchet MS"/>
              </a:rPr>
              <a:t>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Galton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term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“co-</a:t>
            </a:r>
            <a:r>
              <a:rPr dirty="0" sz="1450" spc="-35" b="1">
                <a:latin typeface="Trebuchet MS"/>
                <a:cs typeface="Trebuchet MS"/>
              </a:rPr>
              <a:t>relation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or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correlation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structure”</a:t>
            </a:r>
            <a:r>
              <a:rPr dirty="0" sz="1450" spc="-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attempted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formally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define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which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vary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together.</a:t>
            </a:r>
            <a:endParaRPr sz="1450">
              <a:latin typeface="Trebuchet MS"/>
              <a:cs typeface="Trebuchet MS"/>
            </a:endParaRPr>
          </a:p>
          <a:p>
            <a:pPr algn="just" marL="393065" marR="46355">
              <a:lnSpc>
                <a:spcPts val="1730"/>
              </a:lnSpc>
              <a:spcBef>
                <a:spcPts val="1485"/>
              </a:spcBef>
            </a:pPr>
            <a:r>
              <a:rPr dirty="0" sz="1450">
                <a:latin typeface="Trebuchet MS"/>
                <a:cs typeface="Trebuchet MS"/>
              </a:rPr>
              <a:t>Galton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phrase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co-</a:t>
            </a:r>
            <a:r>
              <a:rPr dirty="0" sz="1450" spc="-30" b="1">
                <a:latin typeface="Trebuchet MS"/>
                <a:cs typeface="Trebuchet MS"/>
              </a:rPr>
              <a:t>relation</a:t>
            </a:r>
            <a:r>
              <a:rPr dirty="0" sz="1450" spc="-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already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biology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had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yet </a:t>
            </a:r>
            <a:r>
              <a:rPr dirty="0" sz="1450">
                <a:latin typeface="Trebuchet MS"/>
                <a:cs typeface="Trebuchet MS"/>
              </a:rPr>
              <a:t>been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formally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defined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quantified.</a:t>
            </a:r>
            <a:endParaRPr sz="1450">
              <a:latin typeface="Trebuchet MS"/>
              <a:cs typeface="Trebuchet MS"/>
            </a:endParaRPr>
          </a:p>
          <a:p>
            <a:pPr algn="just" marL="393065" marR="107314">
              <a:lnSpc>
                <a:spcPts val="1720"/>
              </a:lnSpc>
              <a:spcBef>
                <a:spcPts val="142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hyphenated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co-</a:t>
            </a:r>
            <a:r>
              <a:rPr dirty="0" sz="1450" spc="-30" b="1">
                <a:latin typeface="Trebuchet MS"/>
                <a:cs typeface="Trebuchet MS"/>
              </a:rPr>
              <a:t>relation</a:t>
            </a:r>
            <a:r>
              <a:rPr dirty="0" sz="1450" spc="-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appears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1888</a:t>
            </a:r>
            <a:r>
              <a:rPr dirty="0" sz="1450" spc="-20">
                <a:latin typeface="Trebuchet MS"/>
                <a:cs typeface="Trebuchet MS"/>
              </a:rPr>
              <a:t> paper; </a:t>
            </a:r>
            <a:r>
              <a:rPr dirty="0" sz="1450">
                <a:latin typeface="Trebuchet MS"/>
                <a:cs typeface="Trebuchet MS"/>
              </a:rPr>
              <a:t>over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60">
                <a:latin typeface="Trebuchet MS"/>
                <a:cs typeface="Trebuchet MS"/>
              </a:rPr>
              <a:t>time,</a:t>
            </a:r>
            <a:r>
              <a:rPr dirty="0" sz="1450" spc="-20">
                <a:latin typeface="Trebuchet MS"/>
                <a:cs typeface="Trebuchet MS"/>
              </a:rPr>
              <a:t> it </a:t>
            </a:r>
            <a:r>
              <a:rPr dirty="0" sz="1450">
                <a:latin typeface="Trebuchet MS"/>
                <a:cs typeface="Trebuchet MS"/>
              </a:rPr>
              <a:t>evolved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modern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spelling</a:t>
            </a:r>
            <a:r>
              <a:rPr dirty="0" sz="1450" spc="105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correlation.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dirty="0" sz="2600" spc="-80">
                <a:solidFill>
                  <a:srgbClr val="46484D"/>
                </a:solidFill>
                <a:latin typeface="Trebuchet MS"/>
                <a:cs typeface="Trebuchet MS"/>
              </a:rPr>
              <a:t>Pearson</a:t>
            </a:r>
            <a:r>
              <a:rPr dirty="0" sz="2600" spc="-160">
                <a:solidFill>
                  <a:srgbClr val="46484D"/>
                </a:solidFill>
                <a:latin typeface="Trebuchet MS"/>
                <a:cs typeface="Trebuchet MS"/>
              </a:rPr>
              <a:t> </a:t>
            </a:r>
            <a:r>
              <a:rPr dirty="0" sz="2600" spc="-20">
                <a:solidFill>
                  <a:srgbClr val="46484D"/>
                </a:solidFill>
                <a:latin typeface="Trebuchet MS"/>
                <a:cs typeface="Trebuchet MS"/>
              </a:rPr>
              <a:t>Correlation</a:t>
            </a:r>
            <a:endParaRPr sz="2600">
              <a:latin typeface="Trebuchet MS"/>
              <a:cs typeface="Trebuchet MS"/>
            </a:endParaRPr>
          </a:p>
          <a:p>
            <a:pPr marL="393065" marR="94615">
              <a:lnSpc>
                <a:spcPts val="1730"/>
              </a:lnSpc>
              <a:spcBef>
                <a:spcPts val="1545"/>
              </a:spcBef>
            </a:pPr>
            <a:r>
              <a:rPr dirty="0" sz="1450">
                <a:latin typeface="Trebuchet MS"/>
                <a:cs typeface="Trebuchet MS"/>
              </a:rPr>
              <a:t>While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Galton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introduced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named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idea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co-</a:t>
            </a:r>
            <a:r>
              <a:rPr dirty="0" sz="1450" spc="-25">
                <a:latin typeface="Trebuchet MS"/>
                <a:cs typeface="Trebuchet MS"/>
              </a:rPr>
              <a:t>relation,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Karl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Pearson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formalized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product-</a:t>
            </a:r>
            <a:r>
              <a:rPr dirty="0" sz="1450" spc="-35" b="1">
                <a:latin typeface="Trebuchet MS"/>
                <a:cs typeface="Trebuchet MS"/>
              </a:rPr>
              <a:t>moment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correlation</a:t>
            </a:r>
            <a:r>
              <a:rPr dirty="0" sz="1450" spc="-45" b="1">
                <a:latin typeface="Trebuchet MS"/>
                <a:cs typeface="Trebuchet MS"/>
              </a:rPr>
              <a:t> coefficient</a:t>
            </a:r>
            <a:r>
              <a:rPr dirty="0" sz="1450" spc="-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 </a:t>
            </a:r>
            <a:r>
              <a:rPr dirty="0" sz="1450" spc="-75">
                <a:latin typeface="Trebuchet MS"/>
                <a:cs typeface="Trebuchet MS"/>
              </a:rPr>
              <a:t>1896,</a:t>
            </a:r>
            <a:r>
              <a:rPr dirty="0" sz="1450">
                <a:latin typeface="Trebuchet MS"/>
                <a:cs typeface="Trebuchet MS"/>
              </a:rPr>
              <a:t> building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Galton’s</a:t>
            </a:r>
            <a:r>
              <a:rPr dirty="0" sz="1450">
                <a:latin typeface="Trebuchet MS"/>
                <a:cs typeface="Trebuchet MS"/>
              </a:rPr>
              <a:t> ideas </a:t>
            </a:r>
            <a:r>
              <a:rPr dirty="0" sz="1450" spc="-25">
                <a:latin typeface="Trebuchet MS"/>
                <a:cs typeface="Trebuchet MS"/>
              </a:rPr>
              <a:t>and </a:t>
            </a:r>
            <a:r>
              <a:rPr dirty="0" sz="1450" spc="-10">
                <a:latin typeface="Trebuchet MS"/>
                <a:cs typeface="Trebuchet MS"/>
              </a:rPr>
              <a:t>earlier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mathematical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work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French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physicist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Auguste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Bravais.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ct val="102200"/>
              </a:lnSpc>
              <a:spcBef>
                <a:spcPts val="1205"/>
              </a:spcBef>
            </a:pP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Pearson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correlation</a:t>
            </a:r>
            <a:r>
              <a:rPr dirty="0" sz="1450" spc="-6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coefficient</a:t>
            </a:r>
            <a:r>
              <a:rPr dirty="0" sz="1450" spc="-10" b="1">
                <a:latin typeface="Trebuchet MS"/>
                <a:cs typeface="Trebuchet MS"/>
              </a:rPr>
              <a:t> </a:t>
            </a:r>
            <a:r>
              <a:rPr dirty="0" sz="1450" spc="-130">
                <a:latin typeface="Trebuchet MS"/>
                <a:cs typeface="Trebuchet MS"/>
              </a:rPr>
              <a:t>(</a:t>
            </a:r>
            <a:r>
              <a:rPr dirty="0" sz="1550" spc="-130" i="1">
                <a:latin typeface="Verdana"/>
                <a:cs typeface="Verdana"/>
              </a:rPr>
              <a:t>ρ</a:t>
            </a:r>
            <a:r>
              <a:rPr dirty="0" sz="1450" spc="-130">
                <a:latin typeface="Trebuchet MS"/>
                <a:cs typeface="Trebuchet MS"/>
              </a:rPr>
              <a:t>)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now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most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widely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linear </a:t>
            </a:r>
            <a:r>
              <a:rPr dirty="0" sz="1450">
                <a:latin typeface="Trebuchet MS"/>
                <a:cs typeface="Trebuchet MS"/>
              </a:rPr>
              <a:t>association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continuous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variables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Scatterplot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5239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1526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7717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167062"/>
            <a:ext cx="66675" cy="66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386137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605212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762" y="3824287"/>
            <a:ext cx="66675" cy="666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762" y="4043362"/>
            <a:ext cx="66675" cy="66674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771524" y="44481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762" y="4843462"/>
            <a:ext cx="66675" cy="666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7762" y="5062537"/>
            <a:ext cx="66675" cy="6667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939800" y="795019"/>
            <a:ext cx="7104380" cy="44075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6515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scatterplot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graphical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tool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visualize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relationship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25">
                <a:latin typeface="Trebuchet MS"/>
                <a:cs typeface="Trebuchet MS"/>
              </a:rPr>
              <a:t> two </a:t>
            </a:r>
            <a:r>
              <a:rPr dirty="0" sz="1450" spc="-10">
                <a:latin typeface="Trebuchet MS"/>
                <a:cs typeface="Trebuchet MS"/>
              </a:rPr>
              <a:t>quantitative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Each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point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represents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single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observation,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located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according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two </a:t>
            </a:r>
            <a:r>
              <a:rPr dirty="0" sz="1450" spc="-10">
                <a:latin typeface="Trebuchet MS"/>
                <a:cs typeface="Trebuchet MS"/>
              </a:rPr>
              <a:t>variables,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forming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5">
                <a:latin typeface="Trebuchet MS"/>
                <a:cs typeface="Trebuchet MS"/>
              </a:rPr>
              <a:t>(x,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y)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coordinates.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  <a:spcBef>
                <a:spcPts val="1425"/>
              </a:spcBef>
            </a:pP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convention,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35" b="1">
                <a:latin typeface="Trebuchet MS"/>
                <a:cs typeface="Trebuchet MS"/>
              </a:rPr>
              <a:t>predictor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(independent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variable)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placed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x-</a:t>
            </a:r>
            <a:r>
              <a:rPr dirty="0" sz="1450" spc="-50" b="1">
                <a:latin typeface="Trebuchet MS"/>
                <a:cs typeface="Trebuchet MS"/>
              </a:rPr>
              <a:t>axis</a:t>
            </a:r>
            <a:r>
              <a:rPr dirty="0" sz="1450" spc="-50">
                <a:latin typeface="Trebuchet MS"/>
                <a:cs typeface="Trebuchet MS"/>
              </a:rPr>
              <a:t>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450" spc="-35" b="1">
                <a:latin typeface="Trebuchet MS"/>
                <a:cs typeface="Trebuchet MS"/>
              </a:rPr>
              <a:t>outcome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(dependent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criterion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variable)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y-</a:t>
            </a:r>
            <a:r>
              <a:rPr dirty="0" sz="1450" spc="-10" b="1">
                <a:latin typeface="Trebuchet MS"/>
                <a:cs typeface="Trebuchet MS"/>
              </a:rPr>
              <a:t>axis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Scatterplots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help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60">
                <a:latin typeface="Trebuchet MS"/>
                <a:cs typeface="Trebuchet MS"/>
              </a:rPr>
              <a:t>us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visually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assess:</a:t>
            </a:r>
            <a:endParaRPr sz="1450">
              <a:latin typeface="Trebuchet MS"/>
              <a:cs typeface="Trebuchet MS"/>
            </a:endParaRPr>
          </a:p>
          <a:p>
            <a:pPr marL="393065" marR="4184650">
              <a:lnSpc>
                <a:spcPts val="1730"/>
              </a:lnSpc>
              <a:spcBef>
                <a:spcPts val="1475"/>
              </a:spcBef>
            </a:pPr>
            <a:r>
              <a:rPr dirty="0" sz="1450" spc="-10">
                <a:latin typeface="Trebuchet MS"/>
                <a:cs typeface="Trebuchet MS"/>
              </a:rPr>
              <a:t>Trend/Direction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pattern Linearity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vs.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50">
                <a:latin typeface="Trebuchet MS"/>
                <a:cs typeface="Trebuchet MS"/>
              </a:rPr>
              <a:t>non-</a:t>
            </a:r>
            <a:r>
              <a:rPr dirty="0" sz="1450" spc="-10">
                <a:latin typeface="Trebuchet MS"/>
                <a:cs typeface="Trebuchet MS"/>
              </a:rPr>
              <a:t>linearity </a:t>
            </a:r>
            <a:r>
              <a:rPr dirty="0" sz="1450">
                <a:latin typeface="Trebuchet MS"/>
                <a:cs typeface="Trebuchet MS"/>
              </a:rPr>
              <a:t>Strength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association </a:t>
            </a:r>
            <a:r>
              <a:rPr dirty="0" sz="1450">
                <a:latin typeface="Trebuchet MS"/>
                <a:cs typeface="Trebuchet MS"/>
              </a:rPr>
              <a:t>Outliers</a:t>
            </a:r>
            <a:r>
              <a:rPr dirty="0" sz="1450" spc="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unusual</a:t>
            </a:r>
            <a:r>
              <a:rPr dirty="0" sz="1450" spc="7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patterns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655"/>
              </a:lnSpc>
            </a:pPr>
            <a:r>
              <a:rPr dirty="0" sz="1450">
                <a:latin typeface="Trebuchet MS"/>
                <a:cs typeface="Trebuchet MS"/>
              </a:rPr>
              <a:t>Possible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clusters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heteroscedasticity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Example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(2019):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5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Physicians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1,000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inhabitants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5"/>
              </a:lnSpc>
            </a:pPr>
            <a:r>
              <a:rPr dirty="0" sz="1450">
                <a:latin typeface="Trebuchet MS"/>
                <a:cs typeface="Trebuchet MS"/>
              </a:rPr>
              <a:t>Under-</a:t>
            </a:r>
            <a:r>
              <a:rPr dirty="0" sz="1450" spc="-40">
                <a:latin typeface="Trebuchet MS"/>
                <a:cs typeface="Trebuchet MS"/>
              </a:rPr>
              <a:t>five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mortality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rate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1,000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births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352549" y="419100"/>
          <a:ext cx="2038350" cy="4354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225"/>
                <a:gridCol w="457200"/>
                <a:gridCol w="457200"/>
              </a:tblGrid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country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doctor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infmor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Australia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Belgium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Canada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Czech</a:t>
                      </a:r>
                      <a:r>
                        <a:rPr dirty="0" sz="10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Estonia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France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Germany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Hungary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Iceland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Ireland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Israel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Italy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Korea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Latvia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Lithuania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Mexico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14.2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Zealand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Norway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Slovak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Slovenia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Spain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Switzerland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Turkey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Kingdom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States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6.5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4594376" y="459540"/>
            <a:ext cx="3442970" cy="3448685"/>
            <a:chOff x="4594376" y="459540"/>
            <a:chExt cx="3442970" cy="3448685"/>
          </a:xfrm>
        </p:grpSpPr>
        <p:sp>
          <p:nvSpPr>
            <p:cNvPr id="5" name="object 5" descr=""/>
            <p:cNvSpPr/>
            <p:nvPr/>
          </p:nvSpPr>
          <p:spPr>
            <a:xfrm>
              <a:off x="4820442" y="3479614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20442" y="3332502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20442" y="3185389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820442" y="3038276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20442" y="2596970"/>
              <a:ext cx="3206115" cy="294640"/>
            </a:xfrm>
            <a:custGeom>
              <a:avLst/>
              <a:gdLst/>
              <a:ahLst/>
              <a:cxnLst/>
              <a:rect l="l" t="t" r="r" b="b"/>
              <a:pathLst>
                <a:path w="3206115" h="294639">
                  <a:moveTo>
                    <a:pt x="0" y="294193"/>
                  </a:moveTo>
                  <a:lnTo>
                    <a:pt x="3206088" y="294193"/>
                  </a:lnTo>
                </a:path>
                <a:path w="3206115" h="294639">
                  <a:moveTo>
                    <a:pt x="0" y="147112"/>
                  </a:moveTo>
                  <a:lnTo>
                    <a:pt x="3206088" y="147112"/>
                  </a:lnTo>
                </a:path>
                <a:path w="3206115" h="29463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20442" y="2155631"/>
              <a:ext cx="3206115" cy="294640"/>
            </a:xfrm>
            <a:custGeom>
              <a:avLst/>
              <a:gdLst/>
              <a:ahLst/>
              <a:cxnLst/>
              <a:rect l="l" t="t" r="r" b="b"/>
              <a:pathLst>
                <a:path w="3206115" h="294639">
                  <a:moveTo>
                    <a:pt x="0" y="294225"/>
                  </a:moveTo>
                  <a:lnTo>
                    <a:pt x="3206088" y="294225"/>
                  </a:lnTo>
                </a:path>
                <a:path w="3206115" h="294639">
                  <a:moveTo>
                    <a:pt x="0" y="147112"/>
                  </a:moveTo>
                  <a:lnTo>
                    <a:pt x="3206088" y="147112"/>
                  </a:lnTo>
                </a:path>
                <a:path w="3206115" h="29463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20442" y="1861438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20442" y="1567212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20442" y="1420099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20442" y="1125906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20442" y="978793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20442" y="684567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20979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696469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8314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69819" y="485498"/>
              <a:ext cx="973455" cy="3215005"/>
            </a:xfrm>
            <a:custGeom>
              <a:avLst/>
              <a:gdLst/>
              <a:ahLst/>
              <a:cxnLst/>
              <a:rect l="l" t="t" r="r" b="b"/>
              <a:pathLst>
                <a:path w="973454" h="3215004">
                  <a:moveTo>
                    <a:pt x="0" y="0"/>
                  </a:moveTo>
                  <a:lnTo>
                    <a:pt x="0" y="3214753"/>
                  </a:lnTo>
                </a:path>
                <a:path w="973454" h="3215004">
                  <a:moveTo>
                    <a:pt x="486674" y="0"/>
                  </a:moveTo>
                  <a:lnTo>
                    <a:pt x="486674" y="3214753"/>
                  </a:lnTo>
                </a:path>
                <a:path w="973454" h="3215004">
                  <a:moveTo>
                    <a:pt x="973349" y="0"/>
                  </a:moveTo>
                  <a:lnTo>
                    <a:pt x="973349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20442" y="3553139"/>
              <a:ext cx="3168650" cy="0"/>
            </a:xfrm>
            <a:custGeom>
              <a:avLst/>
              <a:gdLst/>
              <a:ahLst/>
              <a:cxnLst/>
              <a:rect l="l" t="t" r="r" b="b"/>
              <a:pathLst>
                <a:path w="3168650" h="0">
                  <a:moveTo>
                    <a:pt x="0" y="0"/>
                  </a:moveTo>
                  <a:lnTo>
                    <a:pt x="3168398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20437" y="340169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091"/>
                  </a:moveTo>
                  <a:lnTo>
                    <a:pt x="3203219" y="147091"/>
                  </a:lnTo>
                  <a:lnTo>
                    <a:pt x="3203219" y="155816"/>
                  </a:lnTo>
                  <a:lnTo>
                    <a:pt x="3212046" y="155816"/>
                  </a:lnTo>
                  <a:lnTo>
                    <a:pt x="3212046" y="14709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90077" y="3406058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20437" y="325459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90077" y="325894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820437" y="3107473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90077" y="3111832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820437" y="2960356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890077" y="2964720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820437" y="2813252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890077" y="2817607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820437" y="266617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078"/>
                  </a:moveTo>
                  <a:lnTo>
                    <a:pt x="3203219" y="147078"/>
                  </a:lnTo>
                  <a:lnTo>
                    <a:pt x="3203219" y="155803"/>
                  </a:lnTo>
                  <a:lnTo>
                    <a:pt x="3212046" y="155803"/>
                  </a:lnTo>
                  <a:lnTo>
                    <a:pt x="3212046" y="14707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890077" y="2670526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820437" y="2519057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890077" y="252341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820437" y="237194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0077" y="2376300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8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820437" y="2224836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29"/>
                  </a:lnTo>
                  <a:lnTo>
                    <a:pt x="3212046" y="155829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890077" y="2229188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820437" y="2077745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091"/>
                  </a:moveTo>
                  <a:lnTo>
                    <a:pt x="3203219" y="147091"/>
                  </a:lnTo>
                  <a:lnTo>
                    <a:pt x="3203219" y="155816"/>
                  </a:lnTo>
                  <a:lnTo>
                    <a:pt x="3212046" y="155816"/>
                  </a:lnTo>
                  <a:lnTo>
                    <a:pt x="3212046" y="14709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890077" y="2082107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820437" y="193064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890077" y="1934994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8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820437" y="178352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890077" y="1787881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820437" y="1636407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890077" y="1640768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820437" y="1489303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890077" y="1493656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820437" y="1342211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091"/>
                  </a:moveTo>
                  <a:lnTo>
                    <a:pt x="3203219" y="147091"/>
                  </a:lnTo>
                  <a:lnTo>
                    <a:pt x="3203219" y="155816"/>
                  </a:lnTo>
                  <a:lnTo>
                    <a:pt x="3212046" y="155816"/>
                  </a:lnTo>
                  <a:lnTo>
                    <a:pt x="3212046" y="14709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890077" y="134657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820437" y="1195107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890077" y="1199462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820437" y="104799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890077" y="1052349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820437" y="90087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890077" y="905236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820437" y="75377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890077" y="758124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820437" y="606691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078"/>
                  </a:moveTo>
                  <a:lnTo>
                    <a:pt x="3203219" y="147078"/>
                  </a:lnTo>
                  <a:lnTo>
                    <a:pt x="3203219" y="155803"/>
                  </a:lnTo>
                  <a:lnTo>
                    <a:pt x="3212046" y="155803"/>
                  </a:lnTo>
                  <a:lnTo>
                    <a:pt x="3212046" y="14707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890077" y="61104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962093" y="606691"/>
              <a:ext cx="3070860" cy="3093720"/>
            </a:xfrm>
            <a:custGeom>
              <a:avLst/>
              <a:gdLst/>
              <a:ahLst/>
              <a:cxnLst/>
              <a:rect l="l" t="t" r="r" b="b"/>
              <a:pathLst>
                <a:path w="3070859" h="3093720">
                  <a:moveTo>
                    <a:pt x="8712" y="3058655"/>
                  </a:moveTo>
                  <a:lnTo>
                    <a:pt x="0" y="3058655"/>
                  </a:lnTo>
                  <a:lnTo>
                    <a:pt x="0" y="3093567"/>
                  </a:lnTo>
                  <a:lnTo>
                    <a:pt x="8712" y="3093567"/>
                  </a:lnTo>
                  <a:lnTo>
                    <a:pt x="8712" y="3058655"/>
                  </a:lnTo>
                  <a:close/>
                </a:path>
                <a:path w="3070859" h="3093720">
                  <a:moveTo>
                    <a:pt x="3070390" y="0"/>
                  </a:moveTo>
                  <a:lnTo>
                    <a:pt x="3061563" y="0"/>
                  </a:lnTo>
                  <a:lnTo>
                    <a:pt x="3061563" y="8724"/>
                  </a:lnTo>
                  <a:lnTo>
                    <a:pt x="3070390" y="8724"/>
                  </a:lnTo>
                  <a:lnTo>
                    <a:pt x="30703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966457" y="463930"/>
              <a:ext cx="0" cy="3166745"/>
            </a:xfrm>
            <a:custGeom>
              <a:avLst/>
              <a:gdLst/>
              <a:ahLst/>
              <a:cxnLst/>
              <a:rect l="l" t="t" r="r" b="b"/>
              <a:pathLst>
                <a:path w="0" h="3166745">
                  <a:moveTo>
                    <a:pt x="0" y="0"/>
                  </a:moveTo>
                  <a:lnTo>
                    <a:pt x="0" y="3166498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453132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939807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426481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913156" y="463930"/>
              <a:ext cx="973455" cy="3236595"/>
            </a:xfrm>
            <a:custGeom>
              <a:avLst/>
              <a:gdLst/>
              <a:ahLst/>
              <a:cxnLst/>
              <a:rect l="l" t="t" r="r" b="b"/>
              <a:pathLst>
                <a:path w="973454" h="3236595">
                  <a:moveTo>
                    <a:pt x="0" y="0"/>
                  </a:moveTo>
                  <a:lnTo>
                    <a:pt x="0" y="3236321"/>
                  </a:lnTo>
                </a:path>
                <a:path w="973454" h="3236595">
                  <a:moveTo>
                    <a:pt x="486674" y="0"/>
                  </a:moveTo>
                  <a:lnTo>
                    <a:pt x="486674" y="3236321"/>
                  </a:lnTo>
                </a:path>
                <a:path w="973454" h="3236595">
                  <a:moveTo>
                    <a:pt x="973349" y="0"/>
                  </a:moveTo>
                  <a:lnTo>
                    <a:pt x="973349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799869" y="300759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799869" y="300759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529881" y="302229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529881" y="302229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5875180" y="20660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5875180" y="20660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215840" y="258098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215840" y="258098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118518" y="144825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118518" y="144825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722782" y="2850391"/>
              <a:ext cx="409575" cy="121285"/>
            </a:xfrm>
            <a:custGeom>
              <a:avLst/>
              <a:gdLst/>
              <a:ahLst/>
              <a:cxnLst/>
              <a:rect l="l" t="t" r="r" b="b"/>
              <a:pathLst>
                <a:path w="409575" h="121285">
                  <a:moveTo>
                    <a:pt x="391519" y="121038"/>
                  </a:moveTo>
                  <a:lnTo>
                    <a:pt x="17622" y="121038"/>
                  </a:lnTo>
                  <a:lnTo>
                    <a:pt x="14117" y="120687"/>
                  </a:lnTo>
                  <a:lnTo>
                    <a:pt x="63" y="104774"/>
                  </a:lnTo>
                  <a:lnTo>
                    <a:pt x="63" y="101930"/>
                  </a:lnTo>
                  <a:lnTo>
                    <a:pt x="0" y="103368"/>
                  </a:lnTo>
                  <a:lnTo>
                    <a:pt x="63" y="16264"/>
                  </a:lnTo>
                  <a:lnTo>
                    <a:pt x="16921" y="31"/>
                  </a:lnTo>
                  <a:lnTo>
                    <a:pt x="19757" y="127"/>
                  </a:lnTo>
                  <a:lnTo>
                    <a:pt x="17622" y="0"/>
                  </a:lnTo>
                  <a:lnTo>
                    <a:pt x="391519" y="0"/>
                  </a:lnTo>
                  <a:lnTo>
                    <a:pt x="393654" y="127"/>
                  </a:lnTo>
                  <a:lnTo>
                    <a:pt x="409142" y="17670"/>
                  </a:lnTo>
                  <a:lnTo>
                    <a:pt x="409142" y="103368"/>
                  </a:lnTo>
                  <a:lnTo>
                    <a:pt x="390818" y="121006"/>
                  </a:lnTo>
                  <a:lnTo>
                    <a:pt x="391519" y="121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722782" y="2850391"/>
              <a:ext cx="409575" cy="121285"/>
            </a:xfrm>
            <a:custGeom>
              <a:avLst/>
              <a:gdLst/>
              <a:ahLst/>
              <a:cxnLst/>
              <a:rect l="l" t="t" r="r" b="b"/>
              <a:pathLst>
                <a:path w="409575" h="121285">
                  <a:moveTo>
                    <a:pt x="17622" y="121038"/>
                  </a:moveTo>
                  <a:lnTo>
                    <a:pt x="391519" y="121038"/>
                  </a:lnTo>
                  <a:lnTo>
                    <a:pt x="390818" y="121006"/>
                  </a:lnTo>
                  <a:lnTo>
                    <a:pt x="393654" y="120911"/>
                  </a:lnTo>
                  <a:lnTo>
                    <a:pt x="409142" y="103368"/>
                  </a:lnTo>
                  <a:lnTo>
                    <a:pt x="409142" y="17670"/>
                  </a:lnTo>
                  <a:lnTo>
                    <a:pt x="391519" y="0"/>
                  </a:lnTo>
                  <a:lnTo>
                    <a:pt x="17622" y="0"/>
                  </a:lnTo>
                  <a:lnTo>
                    <a:pt x="19757" y="127"/>
                  </a:lnTo>
                  <a:lnTo>
                    <a:pt x="16921" y="31"/>
                  </a:lnTo>
                  <a:lnTo>
                    <a:pt x="0" y="17670"/>
                  </a:lnTo>
                  <a:lnTo>
                    <a:pt x="0" y="103368"/>
                  </a:lnTo>
                  <a:lnTo>
                    <a:pt x="63" y="101930"/>
                  </a:lnTo>
                  <a:lnTo>
                    <a:pt x="63" y="104774"/>
                  </a:lnTo>
                  <a:lnTo>
                    <a:pt x="16921" y="121006"/>
                  </a:lnTo>
                  <a:lnTo>
                    <a:pt x="17622" y="121038"/>
                  </a:lnTo>
                  <a:close/>
                </a:path>
              </a:pathLst>
            </a:custGeom>
            <a:ln w="43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52323" y="2876529"/>
              <a:ext cx="373544" cy="66334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7265161" y="3089944"/>
              <a:ext cx="339090" cy="121285"/>
            </a:xfrm>
            <a:custGeom>
              <a:avLst/>
              <a:gdLst/>
              <a:ahLst/>
              <a:cxnLst/>
              <a:rect l="l" t="t" r="r" b="b"/>
              <a:pathLst>
                <a:path w="339090" h="121285">
                  <a:moveTo>
                    <a:pt x="321411" y="121038"/>
                  </a:moveTo>
                  <a:lnTo>
                    <a:pt x="17622" y="121038"/>
                  </a:lnTo>
                  <a:lnTo>
                    <a:pt x="14085" y="120687"/>
                  </a:lnTo>
                  <a:lnTo>
                    <a:pt x="63" y="104774"/>
                  </a:lnTo>
                  <a:lnTo>
                    <a:pt x="63" y="101930"/>
                  </a:lnTo>
                  <a:lnTo>
                    <a:pt x="0" y="103368"/>
                  </a:lnTo>
                  <a:lnTo>
                    <a:pt x="63" y="16264"/>
                  </a:lnTo>
                  <a:lnTo>
                    <a:pt x="16921" y="31"/>
                  </a:lnTo>
                  <a:lnTo>
                    <a:pt x="19757" y="127"/>
                  </a:lnTo>
                  <a:lnTo>
                    <a:pt x="17622" y="0"/>
                  </a:lnTo>
                  <a:lnTo>
                    <a:pt x="321411" y="0"/>
                  </a:lnTo>
                  <a:lnTo>
                    <a:pt x="323546" y="127"/>
                  </a:lnTo>
                  <a:lnTo>
                    <a:pt x="339034" y="17670"/>
                  </a:lnTo>
                  <a:lnTo>
                    <a:pt x="339034" y="103368"/>
                  </a:lnTo>
                  <a:lnTo>
                    <a:pt x="320710" y="121006"/>
                  </a:lnTo>
                  <a:lnTo>
                    <a:pt x="321411" y="121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265161" y="3089944"/>
              <a:ext cx="339090" cy="121285"/>
            </a:xfrm>
            <a:custGeom>
              <a:avLst/>
              <a:gdLst/>
              <a:ahLst/>
              <a:cxnLst/>
              <a:rect l="l" t="t" r="r" b="b"/>
              <a:pathLst>
                <a:path w="339090" h="121285">
                  <a:moveTo>
                    <a:pt x="17622" y="121038"/>
                  </a:moveTo>
                  <a:lnTo>
                    <a:pt x="321411" y="121038"/>
                  </a:lnTo>
                  <a:lnTo>
                    <a:pt x="320710" y="121006"/>
                  </a:lnTo>
                  <a:lnTo>
                    <a:pt x="323546" y="120911"/>
                  </a:lnTo>
                  <a:lnTo>
                    <a:pt x="339034" y="103368"/>
                  </a:lnTo>
                  <a:lnTo>
                    <a:pt x="339034" y="17670"/>
                  </a:lnTo>
                  <a:lnTo>
                    <a:pt x="321411" y="0"/>
                  </a:lnTo>
                  <a:lnTo>
                    <a:pt x="17622" y="0"/>
                  </a:lnTo>
                  <a:lnTo>
                    <a:pt x="19757" y="127"/>
                  </a:lnTo>
                  <a:lnTo>
                    <a:pt x="16921" y="31"/>
                  </a:lnTo>
                  <a:lnTo>
                    <a:pt x="0" y="17670"/>
                  </a:lnTo>
                  <a:lnTo>
                    <a:pt x="0" y="103368"/>
                  </a:lnTo>
                  <a:lnTo>
                    <a:pt x="63" y="101930"/>
                  </a:lnTo>
                  <a:lnTo>
                    <a:pt x="63" y="104774"/>
                  </a:lnTo>
                  <a:lnTo>
                    <a:pt x="16921" y="121006"/>
                  </a:lnTo>
                  <a:lnTo>
                    <a:pt x="17622" y="121038"/>
                  </a:lnTo>
                  <a:close/>
                </a:path>
              </a:pathLst>
            </a:custGeom>
            <a:ln w="4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4702" y="3116082"/>
              <a:ext cx="289518" cy="66334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5835633" y="1909048"/>
              <a:ext cx="334010" cy="121285"/>
            </a:xfrm>
            <a:custGeom>
              <a:avLst/>
              <a:gdLst/>
              <a:ahLst/>
              <a:cxnLst/>
              <a:rect l="l" t="t" r="r" b="b"/>
              <a:pathLst>
                <a:path w="334010" h="121285">
                  <a:moveTo>
                    <a:pt x="315612" y="121038"/>
                  </a:moveTo>
                  <a:lnTo>
                    <a:pt x="16857" y="121038"/>
                  </a:lnTo>
                  <a:lnTo>
                    <a:pt x="14053" y="120687"/>
                  </a:lnTo>
                  <a:lnTo>
                    <a:pt x="0" y="104806"/>
                  </a:lnTo>
                  <a:lnTo>
                    <a:pt x="0" y="16264"/>
                  </a:lnTo>
                  <a:lnTo>
                    <a:pt x="17112" y="0"/>
                  </a:lnTo>
                  <a:lnTo>
                    <a:pt x="317831" y="0"/>
                  </a:lnTo>
                  <a:lnTo>
                    <a:pt x="333712" y="14858"/>
                  </a:lnTo>
                  <a:lnTo>
                    <a:pt x="333712" y="106212"/>
                  </a:lnTo>
                  <a:lnTo>
                    <a:pt x="315612" y="121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5835569" y="1909048"/>
              <a:ext cx="334010" cy="121285"/>
            </a:xfrm>
            <a:custGeom>
              <a:avLst/>
              <a:gdLst/>
              <a:ahLst/>
              <a:cxnLst/>
              <a:rect l="l" t="t" r="r" b="b"/>
              <a:pathLst>
                <a:path w="334010" h="121285">
                  <a:moveTo>
                    <a:pt x="17622" y="121038"/>
                  </a:moveTo>
                  <a:lnTo>
                    <a:pt x="316376" y="121038"/>
                  </a:lnTo>
                  <a:lnTo>
                    <a:pt x="315675" y="121038"/>
                  </a:lnTo>
                  <a:lnTo>
                    <a:pt x="318512" y="120911"/>
                  </a:lnTo>
                  <a:lnTo>
                    <a:pt x="333999" y="103368"/>
                  </a:lnTo>
                  <a:lnTo>
                    <a:pt x="333999" y="17670"/>
                  </a:lnTo>
                  <a:lnTo>
                    <a:pt x="316376" y="0"/>
                  </a:lnTo>
                  <a:lnTo>
                    <a:pt x="17622" y="0"/>
                  </a:lnTo>
                  <a:lnTo>
                    <a:pt x="19757" y="127"/>
                  </a:lnTo>
                  <a:lnTo>
                    <a:pt x="16921" y="31"/>
                  </a:lnTo>
                  <a:lnTo>
                    <a:pt x="0" y="17670"/>
                  </a:lnTo>
                  <a:lnTo>
                    <a:pt x="0" y="103368"/>
                  </a:lnTo>
                  <a:lnTo>
                    <a:pt x="63" y="101962"/>
                  </a:lnTo>
                  <a:lnTo>
                    <a:pt x="63" y="104806"/>
                  </a:lnTo>
                  <a:lnTo>
                    <a:pt x="16921" y="121038"/>
                  </a:lnTo>
                  <a:lnTo>
                    <a:pt x="17622" y="121038"/>
                  </a:lnTo>
                  <a:close/>
                </a:path>
              </a:pathLst>
            </a:custGeom>
            <a:ln w="4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6990" y="1935218"/>
              <a:ext cx="273037" cy="84100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5820464" y="2648926"/>
              <a:ext cx="599440" cy="121285"/>
            </a:xfrm>
            <a:custGeom>
              <a:avLst/>
              <a:gdLst/>
              <a:ahLst/>
              <a:cxnLst/>
              <a:rect l="l" t="t" r="r" b="b"/>
              <a:pathLst>
                <a:path w="599439" h="121285">
                  <a:moveTo>
                    <a:pt x="581798" y="121038"/>
                  </a:moveTo>
                  <a:lnTo>
                    <a:pt x="17622" y="121038"/>
                  </a:lnTo>
                  <a:lnTo>
                    <a:pt x="14085" y="120687"/>
                  </a:lnTo>
                  <a:lnTo>
                    <a:pt x="31" y="104774"/>
                  </a:lnTo>
                  <a:lnTo>
                    <a:pt x="31" y="101930"/>
                  </a:lnTo>
                  <a:lnTo>
                    <a:pt x="0" y="103368"/>
                  </a:lnTo>
                  <a:lnTo>
                    <a:pt x="31" y="16264"/>
                  </a:lnTo>
                  <a:lnTo>
                    <a:pt x="16889" y="31"/>
                  </a:lnTo>
                  <a:lnTo>
                    <a:pt x="19725" y="127"/>
                  </a:lnTo>
                  <a:lnTo>
                    <a:pt x="17622" y="0"/>
                  </a:lnTo>
                  <a:lnTo>
                    <a:pt x="581798" y="0"/>
                  </a:lnTo>
                  <a:lnTo>
                    <a:pt x="583901" y="127"/>
                  </a:lnTo>
                  <a:lnTo>
                    <a:pt x="599388" y="17670"/>
                  </a:lnTo>
                  <a:lnTo>
                    <a:pt x="599388" y="103368"/>
                  </a:lnTo>
                  <a:lnTo>
                    <a:pt x="581065" y="121006"/>
                  </a:lnTo>
                  <a:lnTo>
                    <a:pt x="581798" y="121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5820464" y="2648926"/>
              <a:ext cx="599440" cy="121285"/>
            </a:xfrm>
            <a:custGeom>
              <a:avLst/>
              <a:gdLst/>
              <a:ahLst/>
              <a:cxnLst/>
              <a:rect l="l" t="t" r="r" b="b"/>
              <a:pathLst>
                <a:path w="599439" h="121285">
                  <a:moveTo>
                    <a:pt x="17622" y="121038"/>
                  </a:moveTo>
                  <a:lnTo>
                    <a:pt x="581798" y="121038"/>
                  </a:lnTo>
                  <a:lnTo>
                    <a:pt x="581065" y="121006"/>
                  </a:lnTo>
                  <a:lnTo>
                    <a:pt x="583901" y="120911"/>
                  </a:lnTo>
                  <a:lnTo>
                    <a:pt x="599388" y="103368"/>
                  </a:lnTo>
                  <a:lnTo>
                    <a:pt x="599388" y="17670"/>
                  </a:lnTo>
                  <a:lnTo>
                    <a:pt x="581798" y="0"/>
                  </a:lnTo>
                  <a:lnTo>
                    <a:pt x="17622" y="0"/>
                  </a:lnTo>
                  <a:lnTo>
                    <a:pt x="19725" y="127"/>
                  </a:lnTo>
                  <a:lnTo>
                    <a:pt x="16889" y="31"/>
                  </a:lnTo>
                  <a:lnTo>
                    <a:pt x="0" y="17670"/>
                  </a:lnTo>
                  <a:lnTo>
                    <a:pt x="0" y="103368"/>
                  </a:lnTo>
                  <a:lnTo>
                    <a:pt x="31" y="101930"/>
                  </a:lnTo>
                  <a:lnTo>
                    <a:pt x="31" y="104774"/>
                  </a:lnTo>
                  <a:lnTo>
                    <a:pt x="16889" y="121006"/>
                  </a:lnTo>
                  <a:lnTo>
                    <a:pt x="17622" y="121038"/>
                  </a:lnTo>
                  <a:close/>
                </a:path>
              </a:pathLst>
            </a:custGeom>
            <a:ln w="436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6761" y="2675063"/>
              <a:ext cx="247569" cy="66335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39263" y="2677460"/>
              <a:ext cx="247990" cy="63938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6073649" y="1291583"/>
              <a:ext cx="344170" cy="121285"/>
            </a:xfrm>
            <a:custGeom>
              <a:avLst/>
              <a:gdLst/>
              <a:ahLst/>
              <a:cxnLst/>
              <a:rect l="l" t="t" r="r" b="b"/>
              <a:pathLst>
                <a:path w="344170" h="121284">
                  <a:moveTo>
                    <a:pt x="325618" y="121006"/>
                  </a:moveTo>
                  <a:lnTo>
                    <a:pt x="16825" y="121006"/>
                  </a:lnTo>
                  <a:lnTo>
                    <a:pt x="14021" y="120655"/>
                  </a:lnTo>
                  <a:lnTo>
                    <a:pt x="0" y="104774"/>
                  </a:lnTo>
                  <a:lnTo>
                    <a:pt x="0" y="16232"/>
                  </a:lnTo>
                  <a:lnTo>
                    <a:pt x="16825" y="0"/>
                  </a:lnTo>
                  <a:lnTo>
                    <a:pt x="19662" y="127"/>
                  </a:lnTo>
                  <a:lnTo>
                    <a:pt x="328422" y="127"/>
                  </a:lnTo>
                  <a:lnTo>
                    <a:pt x="343718" y="14826"/>
                  </a:lnTo>
                  <a:lnTo>
                    <a:pt x="343718" y="106180"/>
                  </a:lnTo>
                  <a:lnTo>
                    <a:pt x="328422" y="120879"/>
                  </a:lnTo>
                  <a:lnTo>
                    <a:pt x="325618" y="121006"/>
                  </a:lnTo>
                  <a:close/>
                </a:path>
                <a:path w="344170" h="121284">
                  <a:moveTo>
                    <a:pt x="328422" y="127"/>
                  </a:moveTo>
                  <a:lnTo>
                    <a:pt x="19662" y="127"/>
                  </a:lnTo>
                  <a:lnTo>
                    <a:pt x="16825" y="0"/>
                  </a:lnTo>
                  <a:lnTo>
                    <a:pt x="326319" y="0"/>
                  </a:lnTo>
                  <a:lnTo>
                    <a:pt x="328422" y="1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073585" y="1291583"/>
              <a:ext cx="344170" cy="121285"/>
            </a:xfrm>
            <a:custGeom>
              <a:avLst/>
              <a:gdLst/>
              <a:ahLst/>
              <a:cxnLst/>
              <a:rect l="l" t="t" r="r" b="b"/>
              <a:pathLst>
                <a:path w="344170" h="121284">
                  <a:moveTo>
                    <a:pt x="17622" y="121006"/>
                  </a:moveTo>
                  <a:lnTo>
                    <a:pt x="326383" y="121006"/>
                  </a:lnTo>
                  <a:lnTo>
                    <a:pt x="325682" y="121006"/>
                  </a:lnTo>
                  <a:lnTo>
                    <a:pt x="328486" y="120879"/>
                  </a:lnTo>
                  <a:lnTo>
                    <a:pt x="344005" y="103336"/>
                  </a:lnTo>
                  <a:lnTo>
                    <a:pt x="344005" y="17638"/>
                  </a:lnTo>
                  <a:lnTo>
                    <a:pt x="326383" y="0"/>
                  </a:lnTo>
                  <a:lnTo>
                    <a:pt x="17622" y="0"/>
                  </a:lnTo>
                  <a:lnTo>
                    <a:pt x="19725" y="127"/>
                  </a:lnTo>
                  <a:lnTo>
                    <a:pt x="16889" y="0"/>
                  </a:lnTo>
                  <a:lnTo>
                    <a:pt x="0" y="17638"/>
                  </a:lnTo>
                  <a:lnTo>
                    <a:pt x="0" y="103336"/>
                  </a:lnTo>
                  <a:lnTo>
                    <a:pt x="63" y="101930"/>
                  </a:lnTo>
                  <a:lnTo>
                    <a:pt x="63" y="104774"/>
                  </a:lnTo>
                  <a:lnTo>
                    <a:pt x="16889" y="121006"/>
                  </a:lnTo>
                  <a:lnTo>
                    <a:pt x="17622" y="121006"/>
                  </a:lnTo>
                  <a:close/>
                </a:path>
              </a:pathLst>
            </a:custGeom>
            <a:ln w="4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10328" y="1317721"/>
              <a:ext cx="273748" cy="66271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4820442" y="463898"/>
              <a:ext cx="3212465" cy="3236595"/>
            </a:xfrm>
            <a:custGeom>
              <a:avLst/>
              <a:gdLst/>
              <a:ahLst/>
              <a:cxnLst/>
              <a:rect l="l" t="t" r="r" b="b"/>
              <a:pathLst>
                <a:path w="3212465" h="3236595">
                  <a:moveTo>
                    <a:pt x="0" y="3236353"/>
                  </a:moveTo>
                  <a:lnTo>
                    <a:pt x="3212047" y="3236353"/>
                  </a:lnTo>
                  <a:lnTo>
                    <a:pt x="3212047" y="0"/>
                  </a:lnTo>
                  <a:lnTo>
                    <a:pt x="0" y="0"/>
                  </a:lnTo>
                  <a:lnTo>
                    <a:pt x="0" y="3236353"/>
                  </a:lnTo>
                  <a:close/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741913" y="2792882"/>
              <a:ext cx="36830" cy="786130"/>
            </a:xfrm>
            <a:custGeom>
              <a:avLst/>
              <a:gdLst/>
              <a:ahLst/>
              <a:cxnLst/>
              <a:rect l="l" t="t" r="r" b="b"/>
              <a:pathLst>
                <a:path w="36829" h="786129">
                  <a:moveTo>
                    <a:pt x="34671" y="485470"/>
                  </a:moveTo>
                  <a:lnTo>
                    <a:pt x="8928" y="485470"/>
                  </a:lnTo>
                  <a:lnTo>
                    <a:pt x="9080" y="485051"/>
                  </a:lnTo>
                  <a:lnTo>
                    <a:pt x="10426" y="482714"/>
                  </a:lnTo>
                  <a:lnTo>
                    <a:pt x="14655" y="477951"/>
                  </a:lnTo>
                  <a:lnTo>
                    <a:pt x="19215" y="474052"/>
                  </a:lnTo>
                  <a:lnTo>
                    <a:pt x="28333" y="465937"/>
                  </a:lnTo>
                  <a:lnTo>
                    <a:pt x="33909" y="453478"/>
                  </a:lnTo>
                  <a:lnTo>
                    <a:pt x="33743" y="451624"/>
                  </a:lnTo>
                  <a:lnTo>
                    <a:pt x="17691" y="440575"/>
                  </a:lnTo>
                  <a:lnTo>
                    <a:pt x="15557" y="440728"/>
                  </a:lnTo>
                  <a:lnTo>
                    <a:pt x="2260" y="453542"/>
                  </a:lnTo>
                  <a:lnTo>
                    <a:pt x="8699" y="454113"/>
                  </a:lnTo>
                  <a:lnTo>
                    <a:pt x="8991" y="452551"/>
                  </a:lnTo>
                  <a:lnTo>
                    <a:pt x="10109" y="449897"/>
                  </a:lnTo>
                  <a:lnTo>
                    <a:pt x="11633" y="448081"/>
                  </a:lnTo>
                  <a:lnTo>
                    <a:pt x="14211" y="446519"/>
                  </a:lnTo>
                  <a:lnTo>
                    <a:pt x="16929" y="445846"/>
                  </a:lnTo>
                  <a:lnTo>
                    <a:pt x="19215" y="445782"/>
                  </a:lnTo>
                  <a:lnTo>
                    <a:pt x="21069" y="446036"/>
                  </a:lnTo>
                  <a:lnTo>
                    <a:pt x="27444" y="454342"/>
                  </a:lnTo>
                  <a:lnTo>
                    <a:pt x="27089" y="457212"/>
                  </a:lnTo>
                  <a:lnTo>
                    <a:pt x="26517" y="458787"/>
                  </a:lnTo>
                  <a:lnTo>
                    <a:pt x="25107" y="461175"/>
                  </a:lnTo>
                  <a:lnTo>
                    <a:pt x="22847" y="463892"/>
                  </a:lnTo>
                  <a:lnTo>
                    <a:pt x="11188" y="473925"/>
                  </a:lnTo>
                  <a:lnTo>
                    <a:pt x="8991" y="476097"/>
                  </a:lnTo>
                  <a:lnTo>
                    <a:pt x="6311" y="479132"/>
                  </a:lnTo>
                  <a:lnTo>
                    <a:pt x="3949" y="482498"/>
                  </a:lnTo>
                  <a:lnTo>
                    <a:pt x="2705" y="484759"/>
                  </a:lnTo>
                  <a:lnTo>
                    <a:pt x="1981" y="486359"/>
                  </a:lnTo>
                  <a:lnTo>
                    <a:pt x="1981" y="490829"/>
                  </a:lnTo>
                  <a:lnTo>
                    <a:pt x="34671" y="490829"/>
                  </a:lnTo>
                  <a:lnTo>
                    <a:pt x="34671" y="485470"/>
                  </a:lnTo>
                  <a:close/>
                </a:path>
                <a:path w="36829" h="786129">
                  <a:moveTo>
                    <a:pt x="34798" y="632548"/>
                  </a:moveTo>
                  <a:lnTo>
                    <a:pt x="22758" y="632548"/>
                  </a:lnTo>
                  <a:lnTo>
                    <a:pt x="22758" y="588416"/>
                  </a:lnTo>
                  <a:lnTo>
                    <a:pt x="16954" y="588416"/>
                  </a:lnTo>
                  <a:lnTo>
                    <a:pt x="5257" y="596468"/>
                  </a:lnTo>
                  <a:lnTo>
                    <a:pt x="5257" y="602449"/>
                  </a:lnTo>
                  <a:lnTo>
                    <a:pt x="16408" y="594461"/>
                  </a:lnTo>
                  <a:lnTo>
                    <a:pt x="16408" y="632548"/>
                  </a:lnTo>
                  <a:lnTo>
                    <a:pt x="3822" y="632548"/>
                  </a:lnTo>
                  <a:lnTo>
                    <a:pt x="3822" y="637946"/>
                  </a:lnTo>
                  <a:lnTo>
                    <a:pt x="34798" y="637946"/>
                  </a:lnTo>
                  <a:lnTo>
                    <a:pt x="34798" y="632548"/>
                  </a:lnTo>
                  <a:close/>
                </a:path>
                <a:path w="36829" h="786129">
                  <a:moveTo>
                    <a:pt x="35001" y="752081"/>
                  </a:moveTo>
                  <a:lnTo>
                    <a:pt x="28740" y="738187"/>
                  </a:lnTo>
                  <a:lnTo>
                    <a:pt x="28740" y="752983"/>
                  </a:lnTo>
                  <a:lnTo>
                    <a:pt x="28714" y="767359"/>
                  </a:lnTo>
                  <a:lnTo>
                    <a:pt x="28613" y="768032"/>
                  </a:lnTo>
                  <a:lnTo>
                    <a:pt x="28587" y="768223"/>
                  </a:lnTo>
                  <a:lnTo>
                    <a:pt x="28460" y="769048"/>
                  </a:lnTo>
                  <a:lnTo>
                    <a:pt x="20688" y="780326"/>
                  </a:lnTo>
                  <a:lnTo>
                    <a:pt x="15900" y="780326"/>
                  </a:lnTo>
                  <a:lnTo>
                    <a:pt x="8001" y="768223"/>
                  </a:lnTo>
                  <a:lnTo>
                    <a:pt x="8001" y="752081"/>
                  </a:lnTo>
                  <a:lnTo>
                    <a:pt x="8267" y="750455"/>
                  </a:lnTo>
                  <a:lnTo>
                    <a:pt x="8369" y="749947"/>
                  </a:lnTo>
                  <a:lnTo>
                    <a:pt x="8432" y="749681"/>
                  </a:lnTo>
                  <a:lnTo>
                    <a:pt x="8737" y="748284"/>
                  </a:lnTo>
                  <a:lnTo>
                    <a:pt x="8851" y="747903"/>
                  </a:lnTo>
                  <a:lnTo>
                    <a:pt x="9144" y="746912"/>
                  </a:lnTo>
                  <a:lnTo>
                    <a:pt x="9563" y="745756"/>
                  </a:lnTo>
                  <a:lnTo>
                    <a:pt x="15494" y="740257"/>
                  </a:lnTo>
                  <a:lnTo>
                    <a:pt x="21285" y="740257"/>
                  </a:lnTo>
                  <a:lnTo>
                    <a:pt x="28359" y="750455"/>
                  </a:lnTo>
                  <a:lnTo>
                    <a:pt x="28524" y="751255"/>
                  </a:lnTo>
                  <a:lnTo>
                    <a:pt x="28613" y="752081"/>
                  </a:lnTo>
                  <a:lnTo>
                    <a:pt x="28740" y="752983"/>
                  </a:lnTo>
                  <a:lnTo>
                    <a:pt x="28740" y="738187"/>
                  </a:lnTo>
                  <a:lnTo>
                    <a:pt x="21221" y="734961"/>
                  </a:lnTo>
                  <a:lnTo>
                    <a:pt x="15582" y="734961"/>
                  </a:lnTo>
                  <a:lnTo>
                    <a:pt x="2374" y="748284"/>
                  </a:lnTo>
                  <a:lnTo>
                    <a:pt x="2006" y="749947"/>
                  </a:lnTo>
                  <a:lnTo>
                    <a:pt x="1917" y="750455"/>
                  </a:lnTo>
                  <a:lnTo>
                    <a:pt x="1651" y="752081"/>
                  </a:lnTo>
                  <a:lnTo>
                    <a:pt x="1663" y="768223"/>
                  </a:lnTo>
                  <a:lnTo>
                    <a:pt x="15430" y="785533"/>
                  </a:lnTo>
                  <a:lnTo>
                    <a:pt x="21031" y="785533"/>
                  </a:lnTo>
                  <a:lnTo>
                    <a:pt x="31026" y="779335"/>
                  </a:lnTo>
                  <a:lnTo>
                    <a:pt x="31775" y="778192"/>
                  </a:lnTo>
                  <a:lnTo>
                    <a:pt x="34963" y="768223"/>
                  </a:lnTo>
                  <a:lnTo>
                    <a:pt x="35001" y="752081"/>
                  </a:lnTo>
                  <a:close/>
                </a:path>
                <a:path w="36829" h="786129">
                  <a:moveTo>
                    <a:pt x="35153" y="330047"/>
                  </a:moveTo>
                  <a:lnTo>
                    <a:pt x="23418" y="318439"/>
                  </a:lnTo>
                  <a:lnTo>
                    <a:pt x="23418" y="318312"/>
                  </a:lnTo>
                  <a:lnTo>
                    <a:pt x="33782" y="307009"/>
                  </a:lnTo>
                  <a:lnTo>
                    <a:pt x="33743" y="305498"/>
                  </a:lnTo>
                  <a:lnTo>
                    <a:pt x="17500" y="293458"/>
                  </a:lnTo>
                  <a:lnTo>
                    <a:pt x="15074" y="293649"/>
                  </a:lnTo>
                  <a:lnTo>
                    <a:pt x="1943" y="306362"/>
                  </a:lnTo>
                  <a:lnTo>
                    <a:pt x="8293" y="306844"/>
                  </a:lnTo>
                  <a:lnTo>
                    <a:pt x="8382" y="306082"/>
                  </a:lnTo>
                  <a:lnTo>
                    <a:pt x="8953" y="303999"/>
                  </a:lnTo>
                  <a:lnTo>
                    <a:pt x="18935" y="298704"/>
                  </a:lnTo>
                  <a:lnTo>
                    <a:pt x="21348" y="299021"/>
                  </a:lnTo>
                  <a:lnTo>
                    <a:pt x="27279" y="306463"/>
                  </a:lnTo>
                  <a:lnTo>
                    <a:pt x="27279" y="307746"/>
                  </a:lnTo>
                  <a:lnTo>
                    <a:pt x="12941" y="315798"/>
                  </a:lnTo>
                  <a:lnTo>
                    <a:pt x="12941" y="321259"/>
                  </a:lnTo>
                  <a:lnTo>
                    <a:pt x="16891" y="321259"/>
                  </a:lnTo>
                  <a:lnTo>
                    <a:pt x="19596" y="321449"/>
                  </a:lnTo>
                  <a:lnTo>
                    <a:pt x="28587" y="329311"/>
                  </a:lnTo>
                  <a:lnTo>
                    <a:pt x="28486" y="331609"/>
                  </a:lnTo>
                  <a:lnTo>
                    <a:pt x="18389" y="339178"/>
                  </a:lnTo>
                  <a:lnTo>
                    <a:pt x="16408" y="339090"/>
                  </a:lnTo>
                  <a:lnTo>
                    <a:pt x="7620" y="330390"/>
                  </a:lnTo>
                  <a:lnTo>
                    <a:pt x="1117" y="331000"/>
                  </a:lnTo>
                  <a:lnTo>
                    <a:pt x="19189" y="344424"/>
                  </a:lnTo>
                  <a:lnTo>
                    <a:pt x="22186" y="344195"/>
                  </a:lnTo>
                  <a:lnTo>
                    <a:pt x="34861" y="333273"/>
                  </a:lnTo>
                  <a:lnTo>
                    <a:pt x="35153" y="330047"/>
                  </a:lnTo>
                  <a:close/>
                </a:path>
                <a:path w="36829" h="786129">
                  <a:moveTo>
                    <a:pt x="35280" y="33388"/>
                  </a:moveTo>
                  <a:lnTo>
                    <a:pt x="20777" y="17957"/>
                  </a:lnTo>
                  <a:lnTo>
                    <a:pt x="17335" y="17983"/>
                  </a:lnTo>
                  <a:lnTo>
                    <a:pt x="14947" y="18376"/>
                  </a:lnTo>
                  <a:lnTo>
                    <a:pt x="11887" y="19431"/>
                  </a:lnTo>
                  <a:lnTo>
                    <a:pt x="10617" y="20104"/>
                  </a:lnTo>
                  <a:lnTo>
                    <a:pt x="9118" y="21094"/>
                  </a:lnTo>
                  <a:lnTo>
                    <a:pt x="10071" y="5372"/>
                  </a:lnTo>
                  <a:lnTo>
                    <a:pt x="32410" y="5372"/>
                  </a:lnTo>
                  <a:lnTo>
                    <a:pt x="32410" y="0"/>
                  </a:lnTo>
                  <a:lnTo>
                    <a:pt x="4330" y="0"/>
                  </a:lnTo>
                  <a:lnTo>
                    <a:pt x="2679" y="26619"/>
                  </a:lnTo>
                  <a:lnTo>
                    <a:pt x="8864" y="26619"/>
                  </a:lnTo>
                  <a:lnTo>
                    <a:pt x="12395" y="24218"/>
                  </a:lnTo>
                  <a:lnTo>
                    <a:pt x="14846" y="23418"/>
                  </a:lnTo>
                  <a:lnTo>
                    <a:pt x="18554" y="23075"/>
                  </a:lnTo>
                  <a:lnTo>
                    <a:pt x="20434" y="23266"/>
                  </a:lnTo>
                  <a:lnTo>
                    <a:pt x="22529" y="23837"/>
                  </a:lnTo>
                  <a:lnTo>
                    <a:pt x="28714" y="34061"/>
                  </a:lnTo>
                  <a:lnTo>
                    <a:pt x="28359" y="37096"/>
                  </a:lnTo>
                  <a:lnTo>
                    <a:pt x="19316" y="44996"/>
                  </a:lnTo>
                  <a:lnTo>
                    <a:pt x="16446" y="44996"/>
                  </a:lnTo>
                  <a:lnTo>
                    <a:pt x="7620" y="37706"/>
                  </a:lnTo>
                  <a:lnTo>
                    <a:pt x="1244" y="38442"/>
                  </a:lnTo>
                  <a:lnTo>
                    <a:pt x="19443" y="50165"/>
                  </a:lnTo>
                  <a:lnTo>
                    <a:pt x="22567" y="49784"/>
                  </a:lnTo>
                  <a:lnTo>
                    <a:pt x="34988" y="36931"/>
                  </a:lnTo>
                  <a:lnTo>
                    <a:pt x="35280" y="33388"/>
                  </a:lnTo>
                  <a:close/>
                </a:path>
                <a:path w="36829" h="786129">
                  <a:moveTo>
                    <a:pt x="36207" y="180403"/>
                  </a:moveTo>
                  <a:lnTo>
                    <a:pt x="29260" y="180403"/>
                  </a:lnTo>
                  <a:lnTo>
                    <a:pt x="29260" y="154241"/>
                  </a:lnTo>
                  <a:lnTo>
                    <a:pt x="29260" y="147078"/>
                  </a:lnTo>
                  <a:lnTo>
                    <a:pt x="23291" y="147078"/>
                  </a:lnTo>
                  <a:lnTo>
                    <a:pt x="23291" y="154241"/>
                  </a:lnTo>
                  <a:lnTo>
                    <a:pt x="23291" y="180403"/>
                  </a:lnTo>
                  <a:lnTo>
                    <a:pt x="5829" y="180403"/>
                  </a:lnTo>
                  <a:lnTo>
                    <a:pt x="6184" y="179959"/>
                  </a:lnTo>
                  <a:lnTo>
                    <a:pt x="6350" y="179806"/>
                  </a:lnTo>
                  <a:lnTo>
                    <a:pt x="6604" y="179451"/>
                  </a:lnTo>
                  <a:lnTo>
                    <a:pt x="7112" y="178816"/>
                  </a:lnTo>
                  <a:lnTo>
                    <a:pt x="7175" y="178676"/>
                  </a:lnTo>
                  <a:lnTo>
                    <a:pt x="7581" y="178142"/>
                  </a:lnTo>
                  <a:lnTo>
                    <a:pt x="8001" y="177495"/>
                  </a:lnTo>
                  <a:lnTo>
                    <a:pt x="8166" y="177304"/>
                  </a:lnTo>
                  <a:lnTo>
                    <a:pt x="21259" y="157949"/>
                  </a:lnTo>
                  <a:lnTo>
                    <a:pt x="21577" y="157365"/>
                  </a:lnTo>
                  <a:lnTo>
                    <a:pt x="21640" y="157213"/>
                  </a:lnTo>
                  <a:lnTo>
                    <a:pt x="21729" y="157086"/>
                  </a:lnTo>
                  <a:lnTo>
                    <a:pt x="21869" y="156832"/>
                  </a:lnTo>
                  <a:lnTo>
                    <a:pt x="21958" y="156692"/>
                  </a:lnTo>
                  <a:lnTo>
                    <a:pt x="22085" y="156438"/>
                  </a:lnTo>
                  <a:lnTo>
                    <a:pt x="22186" y="156311"/>
                  </a:lnTo>
                  <a:lnTo>
                    <a:pt x="22593" y="155575"/>
                  </a:lnTo>
                  <a:lnTo>
                    <a:pt x="22694" y="155359"/>
                  </a:lnTo>
                  <a:lnTo>
                    <a:pt x="22758" y="155232"/>
                  </a:lnTo>
                  <a:lnTo>
                    <a:pt x="22948" y="154940"/>
                  </a:lnTo>
                  <a:lnTo>
                    <a:pt x="23037" y="154711"/>
                  </a:lnTo>
                  <a:lnTo>
                    <a:pt x="23139" y="154559"/>
                  </a:lnTo>
                  <a:lnTo>
                    <a:pt x="23291" y="154241"/>
                  </a:lnTo>
                  <a:lnTo>
                    <a:pt x="23291" y="147078"/>
                  </a:lnTo>
                  <a:lnTo>
                    <a:pt x="22631" y="147078"/>
                  </a:lnTo>
                  <a:lnTo>
                    <a:pt x="50" y="180403"/>
                  </a:lnTo>
                  <a:lnTo>
                    <a:pt x="0" y="185394"/>
                  </a:lnTo>
                  <a:lnTo>
                    <a:pt x="23291" y="185394"/>
                  </a:lnTo>
                  <a:lnTo>
                    <a:pt x="23291" y="196608"/>
                  </a:lnTo>
                  <a:lnTo>
                    <a:pt x="29260" y="196608"/>
                  </a:lnTo>
                  <a:lnTo>
                    <a:pt x="29260" y="185394"/>
                  </a:lnTo>
                  <a:lnTo>
                    <a:pt x="36207" y="185394"/>
                  </a:lnTo>
                  <a:lnTo>
                    <a:pt x="36207" y="18040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44502" y="2645091"/>
              <a:ext cx="31860" cy="50741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4743961" y="2498649"/>
              <a:ext cx="33020" cy="49530"/>
            </a:xfrm>
            <a:custGeom>
              <a:avLst/>
              <a:gdLst/>
              <a:ahLst/>
              <a:cxnLst/>
              <a:rect l="l" t="t" r="r" b="b"/>
              <a:pathLst>
                <a:path w="33020" h="49530">
                  <a:moveTo>
                    <a:pt x="15710" y="49527"/>
                  </a:moveTo>
                  <a:lnTo>
                    <a:pt x="9113" y="49527"/>
                  </a:lnTo>
                  <a:lnTo>
                    <a:pt x="9337" y="44798"/>
                  </a:lnTo>
                  <a:lnTo>
                    <a:pt x="26545" y="5368"/>
                  </a:lnTo>
                  <a:lnTo>
                    <a:pt x="0" y="5368"/>
                  </a:lnTo>
                  <a:lnTo>
                    <a:pt x="0" y="0"/>
                  </a:lnTo>
                  <a:lnTo>
                    <a:pt x="32631" y="0"/>
                  </a:lnTo>
                  <a:lnTo>
                    <a:pt x="32631" y="5144"/>
                  </a:lnTo>
                  <a:lnTo>
                    <a:pt x="24601" y="18181"/>
                  </a:lnTo>
                  <a:lnTo>
                    <a:pt x="21860" y="23485"/>
                  </a:lnTo>
                  <a:lnTo>
                    <a:pt x="15710" y="48249"/>
                  </a:lnTo>
                  <a:lnTo>
                    <a:pt x="15710" y="4952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43833" y="2350961"/>
              <a:ext cx="32886" cy="50545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44544" y="2203753"/>
              <a:ext cx="32226" cy="50645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4705807" y="1027594"/>
              <a:ext cx="71120" cy="49530"/>
            </a:xfrm>
            <a:custGeom>
              <a:avLst/>
              <a:gdLst/>
              <a:ahLst/>
              <a:cxnLst/>
              <a:rect l="l" t="t" r="r" b="b"/>
              <a:pathLst>
                <a:path w="71120" h="49530">
                  <a:moveTo>
                    <a:pt x="30975" y="44157"/>
                  </a:moveTo>
                  <a:lnTo>
                    <a:pt x="18935" y="44157"/>
                  </a:lnTo>
                  <a:lnTo>
                    <a:pt x="18935" y="0"/>
                  </a:lnTo>
                  <a:lnTo>
                    <a:pt x="13131" y="0"/>
                  </a:lnTo>
                  <a:lnTo>
                    <a:pt x="1473" y="8051"/>
                  </a:lnTo>
                  <a:lnTo>
                    <a:pt x="1473" y="14020"/>
                  </a:lnTo>
                  <a:lnTo>
                    <a:pt x="12585" y="6032"/>
                  </a:lnTo>
                  <a:lnTo>
                    <a:pt x="12585" y="44157"/>
                  </a:lnTo>
                  <a:lnTo>
                    <a:pt x="0" y="44157"/>
                  </a:lnTo>
                  <a:lnTo>
                    <a:pt x="0" y="49530"/>
                  </a:lnTo>
                  <a:lnTo>
                    <a:pt x="30975" y="49530"/>
                  </a:lnTo>
                  <a:lnTo>
                    <a:pt x="30975" y="44157"/>
                  </a:lnTo>
                  <a:close/>
                </a:path>
                <a:path w="71120" h="49530">
                  <a:moveTo>
                    <a:pt x="70777" y="0"/>
                  </a:moveTo>
                  <a:lnTo>
                    <a:pt x="38150" y="0"/>
                  </a:lnTo>
                  <a:lnTo>
                    <a:pt x="38150" y="5359"/>
                  </a:lnTo>
                  <a:lnTo>
                    <a:pt x="64693" y="5359"/>
                  </a:lnTo>
                  <a:lnTo>
                    <a:pt x="57365" y="16903"/>
                  </a:lnTo>
                  <a:lnTo>
                    <a:pt x="47256" y="49530"/>
                  </a:lnTo>
                  <a:lnTo>
                    <a:pt x="53860" y="49530"/>
                  </a:lnTo>
                  <a:lnTo>
                    <a:pt x="53987" y="45783"/>
                  </a:lnTo>
                  <a:lnTo>
                    <a:pt x="54305" y="42202"/>
                  </a:lnTo>
                  <a:lnTo>
                    <a:pt x="70777" y="5143"/>
                  </a:lnTo>
                  <a:lnTo>
                    <a:pt x="70777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05816" y="879897"/>
              <a:ext cx="70788" cy="50545"/>
            </a:xfrm>
            <a:prstGeom prst="rect">
              <a:avLst/>
            </a:prstGeom>
          </p:spPr>
        </p:pic>
        <p:pic>
          <p:nvPicPr>
            <p:cNvPr id="102" name="object 10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05816" y="732689"/>
              <a:ext cx="70954" cy="50645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4703965" y="585545"/>
              <a:ext cx="73025" cy="50800"/>
            </a:xfrm>
            <a:custGeom>
              <a:avLst/>
              <a:gdLst/>
              <a:ahLst/>
              <a:cxnLst/>
              <a:rect l="l" t="t" r="r" b="b"/>
              <a:pathLst>
                <a:path w="73025" h="50800">
                  <a:moveTo>
                    <a:pt x="32689" y="44869"/>
                  </a:moveTo>
                  <a:lnTo>
                    <a:pt x="6946" y="44869"/>
                  </a:lnTo>
                  <a:lnTo>
                    <a:pt x="8445" y="42151"/>
                  </a:lnTo>
                  <a:lnTo>
                    <a:pt x="11950" y="38087"/>
                  </a:lnTo>
                  <a:lnTo>
                    <a:pt x="17233" y="33489"/>
                  </a:lnTo>
                  <a:lnTo>
                    <a:pt x="26352" y="25374"/>
                  </a:lnTo>
                  <a:lnTo>
                    <a:pt x="31927" y="12915"/>
                  </a:lnTo>
                  <a:lnTo>
                    <a:pt x="31762" y="11023"/>
                  </a:lnTo>
                  <a:lnTo>
                    <a:pt x="17170" y="0"/>
                  </a:lnTo>
                  <a:lnTo>
                    <a:pt x="14274" y="63"/>
                  </a:lnTo>
                  <a:lnTo>
                    <a:pt x="279" y="12941"/>
                  </a:lnTo>
                  <a:lnTo>
                    <a:pt x="6718" y="13550"/>
                  </a:lnTo>
                  <a:lnTo>
                    <a:pt x="7010" y="11988"/>
                  </a:lnTo>
                  <a:lnTo>
                    <a:pt x="7607" y="10261"/>
                  </a:lnTo>
                  <a:lnTo>
                    <a:pt x="17995" y="5283"/>
                  </a:lnTo>
                  <a:lnTo>
                    <a:pt x="19088" y="5473"/>
                  </a:lnTo>
                  <a:lnTo>
                    <a:pt x="25463" y="13360"/>
                  </a:lnTo>
                  <a:lnTo>
                    <a:pt x="25234" y="16078"/>
                  </a:lnTo>
                  <a:lnTo>
                    <a:pt x="24561" y="18186"/>
                  </a:lnTo>
                  <a:lnTo>
                    <a:pt x="22809" y="21056"/>
                  </a:lnTo>
                  <a:lnTo>
                    <a:pt x="19977" y="24193"/>
                  </a:lnTo>
                  <a:lnTo>
                    <a:pt x="9207" y="33362"/>
                  </a:lnTo>
                  <a:lnTo>
                    <a:pt x="5384" y="37299"/>
                  </a:lnTo>
                  <a:lnTo>
                    <a:pt x="2413" y="41198"/>
                  </a:lnTo>
                  <a:lnTo>
                    <a:pt x="1143" y="43395"/>
                  </a:lnTo>
                  <a:lnTo>
                    <a:pt x="0" y="45796"/>
                  </a:lnTo>
                  <a:lnTo>
                    <a:pt x="0" y="50241"/>
                  </a:lnTo>
                  <a:lnTo>
                    <a:pt x="32689" y="50241"/>
                  </a:lnTo>
                  <a:lnTo>
                    <a:pt x="32689" y="44869"/>
                  </a:lnTo>
                  <a:close/>
                </a:path>
                <a:path w="73025" h="50800">
                  <a:moveTo>
                    <a:pt x="72948" y="17297"/>
                  </a:moveTo>
                  <a:lnTo>
                    <a:pt x="66687" y="3403"/>
                  </a:lnTo>
                  <a:lnTo>
                    <a:pt x="66687" y="18186"/>
                  </a:lnTo>
                  <a:lnTo>
                    <a:pt x="66662" y="32562"/>
                  </a:lnTo>
                  <a:lnTo>
                    <a:pt x="66560" y="33274"/>
                  </a:lnTo>
                  <a:lnTo>
                    <a:pt x="66535" y="33426"/>
                  </a:lnTo>
                  <a:lnTo>
                    <a:pt x="66408" y="34264"/>
                  </a:lnTo>
                  <a:lnTo>
                    <a:pt x="58635" y="45542"/>
                  </a:lnTo>
                  <a:lnTo>
                    <a:pt x="58902" y="45542"/>
                  </a:lnTo>
                  <a:lnTo>
                    <a:pt x="57226" y="45758"/>
                  </a:lnTo>
                  <a:lnTo>
                    <a:pt x="55257" y="45758"/>
                  </a:lnTo>
                  <a:lnTo>
                    <a:pt x="53581" y="45542"/>
                  </a:lnTo>
                  <a:lnTo>
                    <a:pt x="53848" y="45542"/>
                  </a:lnTo>
                  <a:lnTo>
                    <a:pt x="52959" y="45288"/>
                  </a:lnTo>
                  <a:lnTo>
                    <a:pt x="45948" y="33426"/>
                  </a:lnTo>
                  <a:lnTo>
                    <a:pt x="45948" y="17297"/>
                  </a:lnTo>
                  <a:lnTo>
                    <a:pt x="46215" y="15659"/>
                  </a:lnTo>
                  <a:lnTo>
                    <a:pt x="46316" y="15151"/>
                  </a:lnTo>
                  <a:lnTo>
                    <a:pt x="46380" y="14897"/>
                  </a:lnTo>
                  <a:lnTo>
                    <a:pt x="46685" y="13487"/>
                  </a:lnTo>
                  <a:lnTo>
                    <a:pt x="46799" y="13106"/>
                  </a:lnTo>
                  <a:lnTo>
                    <a:pt x="47078" y="12141"/>
                  </a:lnTo>
                  <a:lnTo>
                    <a:pt x="47536" y="10934"/>
                  </a:lnTo>
                  <a:lnTo>
                    <a:pt x="53441" y="5473"/>
                  </a:lnTo>
                  <a:lnTo>
                    <a:pt x="59232" y="5473"/>
                  </a:lnTo>
                  <a:lnTo>
                    <a:pt x="66306" y="15659"/>
                  </a:lnTo>
                  <a:lnTo>
                    <a:pt x="66471" y="16459"/>
                  </a:lnTo>
                  <a:lnTo>
                    <a:pt x="66560" y="17297"/>
                  </a:lnTo>
                  <a:lnTo>
                    <a:pt x="66687" y="18186"/>
                  </a:lnTo>
                  <a:lnTo>
                    <a:pt x="66687" y="3403"/>
                  </a:lnTo>
                  <a:lnTo>
                    <a:pt x="59169" y="165"/>
                  </a:lnTo>
                  <a:lnTo>
                    <a:pt x="53530" y="165"/>
                  </a:lnTo>
                  <a:lnTo>
                    <a:pt x="40322" y="13487"/>
                  </a:lnTo>
                  <a:lnTo>
                    <a:pt x="39954" y="15151"/>
                  </a:lnTo>
                  <a:lnTo>
                    <a:pt x="39865" y="15659"/>
                  </a:lnTo>
                  <a:lnTo>
                    <a:pt x="39598" y="17297"/>
                  </a:lnTo>
                  <a:lnTo>
                    <a:pt x="39598" y="33426"/>
                  </a:lnTo>
                  <a:lnTo>
                    <a:pt x="50723" y="50101"/>
                  </a:lnTo>
                  <a:lnTo>
                    <a:pt x="51371" y="50330"/>
                  </a:lnTo>
                  <a:lnTo>
                    <a:pt x="52031" y="50495"/>
                  </a:lnTo>
                  <a:lnTo>
                    <a:pt x="53378" y="50749"/>
                  </a:lnTo>
                  <a:lnTo>
                    <a:pt x="58978" y="50749"/>
                  </a:lnTo>
                  <a:lnTo>
                    <a:pt x="68973" y="44551"/>
                  </a:lnTo>
                  <a:lnTo>
                    <a:pt x="69723" y="43395"/>
                  </a:lnTo>
                  <a:lnTo>
                    <a:pt x="72910" y="33426"/>
                  </a:lnTo>
                  <a:lnTo>
                    <a:pt x="72948" y="172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4798103" y="611043"/>
              <a:ext cx="3088640" cy="3112135"/>
            </a:xfrm>
            <a:custGeom>
              <a:avLst/>
              <a:gdLst/>
              <a:ahLst/>
              <a:cxnLst/>
              <a:rect l="l" t="t" r="r" b="b"/>
              <a:pathLst>
                <a:path w="3088640" h="3112135">
                  <a:moveTo>
                    <a:pt x="0" y="2942096"/>
                  </a:moveTo>
                  <a:lnTo>
                    <a:pt x="22338" y="2942096"/>
                  </a:lnTo>
                </a:path>
                <a:path w="3088640" h="3112135">
                  <a:moveTo>
                    <a:pt x="0" y="2795015"/>
                  </a:moveTo>
                  <a:lnTo>
                    <a:pt x="22338" y="2795015"/>
                  </a:lnTo>
                </a:path>
                <a:path w="3088640" h="3112135">
                  <a:moveTo>
                    <a:pt x="0" y="2647902"/>
                  </a:moveTo>
                  <a:lnTo>
                    <a:pt x="22338" y="2647902"/>
                  </a:lnTo>
                </a:path>
                <a:path w="3088640" h="3112135">
                  <a:moveTo>
                    <a:pt x="0" y="2500789"/>
                  </a:moveTo>
                  <a:lnTo>
                    <a:pt x="22338" y="2500789"/>
                  </a:lnTo>
                </a:path>
                <a:path w="3088640" h="3112135">
                  <a:moveTo>
                    <a:pt x="0" y="2353676"/>
                  </a:moveTo>
                  <a:lnTo>
                    <a:pt x="22338" y="2353676"/>
                  </a:lnTo>
                </a:path>
                <a:path w="3088640" h="3112135">
                  <a:moveTo>
                    <a:pt x="0" y="2206564"/>
                  </a:moveTo>
                  <a:lnTo>
                    <a:pt x="22338" y="2206564"/>
                  </a:lnTo>
                </a:path>
                <a:path w="3088640" h="3112135">
                  <a:moveTo>
                    <a:pt x="0" y="2059483"/>
                  </a:moveTo>
                  <a:lnTo>
                    <a:pt x="22338" y="2059483"/>
                  </a:lnTo>
                </a:path>
                <a:path w="3088640" h="3112135">
                  <a:moveTo>
                    <a:pt x="0" y="1912370"/>
                  </a:moveTo>
                  <a:lnTo>
                    <a:pt x="22338" y="1912370"/>
                  </a:lnTo>
                </a:path>
                <a:path w="3088640" h="3112135">
                  <a:moveTo>
                    <a:pt x="0" y="1765257"/>
                  </a:moveTo>
                  <a:lnTo>
                    <a:pt x="22338" y="1765257"/>
                  </a:lnTo>
                </a:path>
                <a:path w="3088640" h="3112135">
                  <a:moveTo>
                    <a:pt x="0" y="1618144"/>
                  </a:moveTo>
                  <a:lnTo>
                    <a:pt x="22338" y="1618144"/>
                  </a:lnTo>
                </a:path>
                <a:path w="3088640" h="3112135">
                  <a:moveTo>
                    <a:pt x="0" y="1471064"/>
                  </a:moveTo>
                  <a:lnTo>
                    <a:pt x="22338" y="1471064"/>
                  </a:lnTo>
                </a:path>
                <a:path w="3088640" h="3112135">
                  <a:moveTo>
                    <a:pt x="0" y="1323951"/>
                  </a:moveTo>
                  <a:lnTo>
                    <a:pt x="22338" y="1323951"/>
                  </a:lnTo>
                </a:path>
                <a:path w="3088640" h="3112135">
                  <a:moveTo>
                    <a:pt x="0" y="1176838"/>
                  </a:moveTo>
                  <a:lnTo>
                    <a:pt x="22338" y="1176838"/>
                  </a:lnTo>
                </a:path>
                <a:path w="3088640" h="3112135">
                  <a:moveTo>
                    <a:pt x="0" y="1029725"/>
                  </a:moveTo>
                  <a:lnTo>
                    <a:pt x="22338" y="1029725"/>
                  </a:lnTo>
                </a:path>
                <a:path w="3088640" h="3112135">
                  <a:moveTo>
                    <a:pt x="0" y="882612"/>
                  </a:moveTo>
                  <a:lnTo>
                    <a:pt x="22338" y="882612"/>
                  </a:lnTo>
                </a:path>
                <a:path w="3088640" h="3112135">
                  <a:moveTo>
                    <a:pt x="0" y="735532"/>
                  </a:moveTo>
                  <a:lnTo>
                    <a:pt x="22338" y="735532"/>
                  </a:lnTo>
                </a:path>
                <a:path w="3088640" h="3112135">
                  <a:moveTo>
                    <a:pt x="0" y="588419"/>
                  </a:moveTo>
                  <a:lnTo>
                    <a:pt x="22338" y="588419"/>
                  </a:lnTo>
                </a:path>
                <a:path w="3088640" h="3112135">
                  <a:moveTo>
                    <a:pt x="0" y="441306"/>
                  </a:moveTo>
                  <a:lnTo>
                    <a:pt x="22338" y="441306"/>
                  </a:lnTo>
                </a:path>
                <a:path w="3088640" h="3112135">
                  <a:moveTo>
                    <a:pt x="0" y="294193"/>
                  </a:moveTo>
                  <a:lnTo>
                    <a:pt x="22338" y="294193"/>
                  </a:lnTo>
                </a:path>
                <a:path w="3088640" h="3112135">
                  <a:moveTo>
                    <a:pt x="0" y="147080"/>
                  </a:moveTo>
                  <a:lnTo>
                    <a:pt x="22338" y="147080"/>
                  </a:lnTo>
                </a:path>
                <a:path w="3088640" h="3112135">
                  <a:moveTo>
                    <a:pt x="0" y="0"/>
                  </a:moveTo>
                  <a:lnTo>
                    <a:pt x="22338" y="0"/>
                  </a:lnTo>
                </a:path>
                <a:path w="3088640" h="3112135">
                  <a:moveTo>
                    <a:pt x="168354" y="3111640"/>
                  </a:moveTo>
                  <a:lnTo>
                    <a:pt x="168354" y="3089208"/>
                  </a:lnTo>
                </a:path>
                <a:path w="3088640" h="3112135">
                  <a:moveTo>
                    <a:pt x="3088402" y="3111640"/>
                  </a:moveTo>
                  <a:lnTo>
                    <a:pt x="3088402" y="3089208"/>
                  </a:lnTo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4950104" y="3739971"/>
              <a:ext cx="2953385" cy="50800"/>
            </a:xfrm>
            <a:custGeom>
              <a:avLst/>
              <a:gdLst/>
              <a:ahLst/>
              <a:cxnLst/>
              <a:rect l="l" t="t" r="r" b="b"/>
              <a:pathLst>
                <a:path w="2953384" h="50800">
                  <a:moveTo>
                    <a:pt x="32981" y="33337"/>
                  </a:moveTo>
                  <a:lnTo>
                    <a:pt x="32854" y="16167"/>
                  </a:lnTo>
                  <a:lnTo>
                    <a:pt x="32727" y="15570"/>
                  </a:lnTo>
                  <a:lnTo>
                    <a:pt x="32626" y="15049"/>
                  </a:lnTo>
                  <a:lnTo>
                    <a:pt x="26644" y="3200"/>
                  </a:lnTo>
                  <a:lnTo>
                    <a:pt x="26644" y="17221"/>
                  </a:lnTo>
                  <a:lnTo>
                    <a:pt x="26568" y="33337"/>
                  </a:lnTo>
                  <a:lnTo>
                    <a:pt x="26327" y="34963"/>
                  </a:lnTo>
                  <a:lnTo>
                    <a:pt x="26238" y="35344"/>
                  </a:lnTo>
                  <a:lnTo>
                    <a:pt x="26162" y="35725"/>
                  </a:lnTo>
                  <a:lnTo>
                    <a:pt x="18669" y="45440"/>
                  </a:lnTo>
                  <a:lnTo>
                    <a:pt x="13893" y="45440"/>
                  </a:lnTo>
                  <a:lnTo>
                    <a:pt x="7620" y="39687"/>
                  </a:lnTo>
                  <a:lnTo>
                    <a:pt x="7366" y="39116"/>
                  </a:lnTo>
                  <a:lnTo>
                    <a:pt x="6946" y="37871"/>
                  </a:lnTo>
                  <a:lnTo>
                    <a:pt x="6819" y="37426"/>
                  </a:lnTo>
                  <a:lnTo>
                    <a:pt x="6756" y="37160"/>
                  </a:lnTo>
                  <a:lnTo>
                    <a:pt x="6400" y="35725"/>
                  </a:lnTo>
                  <a:lnTo>
                    <a:pt x="14439" y="5181"/>
                  </a:lnTo>
                  <a:lnTo>
                    <a:pt x="18389" y="5181"/>
                  </a:lnTo>
                  <a:lnTo>
                    <a:pt x="25171" y="11125"/>
                  </a:lnTo>
                  <a:lnTo>
                    <a:pt x="25527" y="12052"/>
                  </a:lnTo>
                  <a:lnTo>
                    <a:pt x="25908" y="13360"/>
                  </a:lnTo>
                  <a:lnTo>
                    <a:pt x="26390" y="15570"/>
                  </a:lnTo>
                  <a:lnTo>
                    <a:pt x="26479" y="16167"/>
                  </a:lnTo>
                  <a:lnTo>
                    <a:pt x="26517" y="16395"/>
                  </a:lnTo>
                  <a:lnTo>
                    <a:pt x="18542" y="0"/>
                  </a:lnTo>
                  <a:lnTo>
                    <a:pt x="14274" y="0"/>
                  </a:lnTo>
                  <a:lnTo>
                    <a:pt x="0" y="15049"/>
                  </a:lnTo>
                  <a:lnTo>
                    <a:pt x="76" y="35725"/>
                  </a:lnTo>
                  <a:lnTo>
                    <a:pt x="13449" y="50647"/>
                  </a:lnTo>
                  <a:lnTo>
                    <a:pt x="19050" y="50647"/>
                  </a:lnTo>
                  <a:lnTo>
                    <a:pt x="28321" y="45440"/>
                  </a:lnTo>
                  <a:lnTo>
                    <a:pt x="28460" y="45288"/>
                  </a:lnTo>
                  <a:lnTo>
                    <a:pt x="32169" y="37160"/>
                  </a:lnTo>
                  <a:lnTo>
                    <a:pt x="32626" y="35344"/>
                  </a:lnTo>
                  <a:lnTo>
                    <a:pt x="32702" y="34963"/>
                  </a:lnTo>
                  <a:lnTo>
                    <a:pt x="32816" y="34290"/>
                  </a:lnTo>
                  <a:lnTo>
                    <a:pt x="32842" y="34163"/>
                  </a:lnTo>
                  <a:lnTo>
                    <a:pt x="32981" y="33337"/>
                  </a:lnTo>
                  <a:close/>
                </a:path>
                <a:path w="2953384" h="50800">
                  <a:moveTo>
                    <a:pt x="2952864" y="37871"/>
                  </a:moveTo>
                  <a:lnTo>
                    <a:pt x="2947416" y="20904"/>
                  </a:lnTo>
                  <a:lnTo>
                    <a:pt x="2946971" y="20548"/>
                  </a:lnTo>
                  <a:lnTo>
                    <a:pt x="2946425" y="20231"/>
                  </a:lnTo>
                  <a:lnTo>
                    <a:pt x="2946425" y="37871"/>
                  </a:lnTo>
                  <a:lnTo>
                    <a:pt x="2946006" y="39408"/>
                  </a:lnTo>
                  <a:lnTo>
                    <a:pt x="2940380" y="45288"/>
                  </a:lnTo>
                  <a:lnTo>
                    <a:pt x="2934004" y="45288"/>
                  </a:lnTo>
                  <a:lnTo>
                    <a:pt x="2928023" y="38887"/>
                  </a:lnTo>
                  <a:lnTo>
                    <a:pt x="2927921" y="38608"/>
                  </a:lnTo>
                  <a:lnTo>
                    <a:pt x="2927032" y="34353"/>
                  </a:lnTo>
                  <a:lnTo>
                    <a:pt x="2927032" y="33972"/>
                  </a:lnTo>
                  <a:lnTo>
                    <a:pt x="2927947" y="28028"/>
                  </a:lnTo>
                  <a:lnTo>
                    <a:pt x="2928429" y="27127"/>
                  </a:lnTo>
                  <a:lnTo>
                    <a:pt x="2931020" y="24574"/>
                  </a:lnTo>
                  <a:lnTo>
                    <a:pt x="2931426" y="24358"/>
                  </a:lnTo>
                  <a:lnTo>
                    <a:pt x="2932315" y="23901"/>
                  </a:lnTo>
                  <a:lnTo>
                    <a:pt x="2933014" y="23647"/>
                  </a:lnTo>
                  <a:lnTo>
                    <a:pt x="2934487" y="23228"/>
                  </a:lnTo>
                  <a:lnTo>
                    <a:pt x="2939364" y="23228"/>
                  </a:lnTo>
                  <a:lnTo>
                    <a:pt x="2946425" y="37871"/>
                  </a:lnTo>
                  <a:lnTo>
                    <a:pt x="2946425" y="20231"/>
                  </a:lnTo>
                  <a:lnTo>
                    <a:pt x="2942386" y="18567"/>
                  </a:lnTo>
                  <a:lnTo>
                    <a:pt x="2942539" y="18567"/>
                  </a:lnTo>
                  <a:lnTo>
                    <a:pt x="2939504" y="18084"/>
                  </a:lnTo>
                  <a:lnTo>
                    <a:pt x="2937078" y="18084"/>
                  </a:lnTo>
                  <a:lnTo>
                    <a:pt x="2934335" y="18567"/>
                  </a:lnTo>
                  <a:lnTo>
                    <a:pt x="2934512" y="18567"/>
                  </a:lnTo>
                  <a:lnTo>
                    <a:pt x="2933141" y="18948"/>
                  </a:lnTo>
                  <a:lnTo>
                    <a:pt x="2928289" y="21983"/>
                  </a:lnTo>
                  <a:lnTo>
                    <a:pt x="2927502" y="22885"/>
                  </a:lnTo>
                  <a:lnTo>
                    <a:pt x="2926956" y="23647"/>
                  </a:lnTo>
                  <a:lnTo>
                    <a:pt x="2926410" y="24574"/>
                  </a:lnTo>
                  <a:lnTo>
                    <a:pt x="2933509" y="5943"/>
                  </a:lnTo>
                  <a:lnTo>
                    <a:pt x="2933306" y="5943"/>
                  </a:lnTo>
                  <a:lnTo>
                    <a:pt x="2935503" y="5207"/>
                  </a:lnTo>
                  <a:lnTo>
                    <a:pt x="2940024" y="5207"/>
                  </a:lnTo>
                  <a:lnTo>
                    <a:pt x="2945790" y="11061"/>
                  </a:lnTo>
                  <a:lnTo>
                    <a:pt x="2952356" y="9880"/>
                  </a:lnTo>
                  <a:lnTo>
                    <a:pt x="2951797" y="9880"/>
                  </a:lnTo>
                  <a:lnTo>
                    <a:pt x="2951696" y="9563"/>
                  </a:lnTo>
                  <a:lnTo>
                    <a:pt x="2951607" y="9309"/>
                  </a:lnTo>
                  <a:lnTo>
                    <a:pt x="2951505" y="9017"/>
                  </a:lnTo>
                  <a:lnTo>
                    <a:pt x="2951403" y="8763"/>
                  </a:lnTo>
                  <a:lnTo>
                    <a:pt x="2950845" y="7289"/>
                  </a:lnTo>
                  <a:lnTo>
                    <a:pt x="2950756" y="7099"/>
                  </a:lnTo>
                  <a:lnTo>
                    <a:pt x="2950667" y="6934"/>
                  </a:lnTo>
                  <a:lnTo>
                    <a:pt x="2950095" y="5943"/>
                  </a:lnTo>
                  <a:lnTo>
                    <a:pt x="2949638" y="5207"/>
                  </a:lnTo>
                  <a:lnTo>
                    <a:pt x="2948787" y="4152"/>
                  </a:lnTo>
                  <a:lnTo>
                    <a:pt x="2942488" y="419"/>
                  </a:lnTo>
                  <a:lnTo>
                    <a:pt x="2933395" y="419"/>
                  </a:lnTo>
                  <a:lnTo>
                    <a:pt x="2920428" y="33007"/>
                  </a:lnTo>
                  <a:lnTo>
                    <a:pt x="2920885" y="35788"/>
                  </a:lnTo>
                  <a:lnTo>
                    <a:pt x="2933090" y="50431"/>
                  </a:lnTo>
                  <a:lnTo>
                    <a:pt x="2941586" y="50431"/>
                  </a:lnTo>
                  <a:lnTo>
                    <a:pt x="2949867" y="45288"/>
                  </a:lnTo>
                  <a:lnTo>
                    <a:pt x="2949930" y="45123"/>
                  </a:lnTo>
                  <a:lnTo>
                    <a:pt x="2952737" y="38608"/>
                  </a:lnTo>
                  <a:lnTo>
                    <a:pt x="2952864" y="3787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438632" y="3700252"/>
              <a:ext cx="1978152" cy="207791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94376" y="1174027"/>
              <a:ext cx="183745" cy="1803761"/>
            </a:xfrm>
            <a:prstGeom prst="rect">
              <a:avLst/>
            </a:prstGeom>
          </p:spPr>
        </p:pic>
      </p:grpSp>
      <p:sp>
        <p:nvSpPr>
          <p:cNvPr id="108" name="object 108" descr=""/>
          <p:cNvSpPr txBox="1"/>
          <p:nvPr/>
        </p:nvSpPr>
        <p:spPr>
          <a:xfrm>
            <a:off x="4536826" y="4109719"/>
            <a:ext cx="3525520" cy="68326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latin typeface="Trebuchet MS"/>
                <a:cs typeface="Trebuchet MS"/>
              </a:rPr>
              <a:t>Imagine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represent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each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country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in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two-</a:t>
            </a:r>
            <a:r>
              <a:rPr dirty="0" sz="1450">
                <a:latin typeface="Trebuchet MS"/>
                <a:cs typeface="Trebuchet MS"/>
              </a:rPr>
              <a:t>dimensional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space</a:t>
            </a:r>
            <a:r>
              <a:rPr dirty="0" sz="1450" spc="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pairs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X-</a:t>
            </a:r>
            <a:r>
              <a:rPr dirty="0" sz="1450">
                <a:latin typeface="Trebuchet MS"/>
                <a:cs typeface="Trebuchet MS"/>
              </a:rPr>
              <a:t>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coordinates.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9" name="object 10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352549" y="419100"/>
          <a:ext cx="2038350" cy="4354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225"/>
                <a:gridCol w="457200"/>
                <a:gridCol w="457200"/>
              </a:tblGrid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country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doctor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infmor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Australia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Belgium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Canada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Czech</a:t>
                      </a:r>
                      <a:r>
                        <a:rPr dirty="0" sz="10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Estonia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France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Germany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Hungary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Iceland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Ireland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Israel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Italy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Korea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Latvia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Lithuania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Mexico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14.2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Zealand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Norway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Slovak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Slovenia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Spain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Switzerland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Turkey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Kingdom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States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6.5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 descr=""/>
          <p:cNvGrpSpPr/>
          <p:nvPr/>
        </p:nvGrpSpPr>
        <p:grpSpPr>
          <a:xfrm>
            <a:off x="4594376" y="459540"/>
            <a:ext cx="3442970" cy="3448685"/>
            <a:chOff x="4594376" y="459540"/>
            <a:chExt cx="3442970" cy="3448685"/>
          </a:xfrm>
        </p:grpSpPr>
        <p:sp>
          <p:nvSpPr>
            <p:cNvPr id="5" name="object 5" descr=""/>
            <p:cNvSpPr/>
            <p:nvPr/>
          </p:nvSpPr>
          <p:spPr>
            <a:xfrm>
              <a:off x="4820442" y="3479614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20442" y="3332502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20442" y="3185389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820442" y="3038276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820442" y="2596970"/>
              <a:ext cx="3206115" cy="294640"/>
            </a:xfrm>
            <a:custGeom>
              <a:avLst/>
              <a:gdLst/>
              <a:ahLst/>
              <a:cxnLst/>
              <a:rect l="l" t="t" r="r" b="b"/>
              <a:pathLst>
                <a:path w="3206115" h="294639">
                  <a:moveTo>
                    <a:pt x="0" y="294193"/>
                  </a:moveTo>
                  <a:lnTo>
                    <a:pt x="3206088" y="294193"/>
                  </a:lnTo>
                </a:path>
                <a:path w="3206115" h="294639">
                  <a:moveTo>
                    <a:pt x="0" y="147112"/>
                  </a:moveTo>
                  <a:lnTo>
                    <a:pt x="3206088" y="147112"/>
                  </a:lnTo>
                </a:path>
                <a:path w="3206115" h="29463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20442" y="2155631"/>
              <a:ext cx="3206115" cy="294640"/>
            </a:xfrm>
            <a:custGeom>
              <a:avLst/>
              <a:gdLst/>
              <a:ahLst/>
              <a:cxnLst/>
              <a:rect l="l" t="t" r="r" b="b"/>
              <a:pathLst>
                <a:path w="3206115" h="294639">
                  <a:moveTo>
                    <a:pt x="0" y="294225"/>
                  </a:moveTo>
                  <a:lnTo>
                    <a:pt x="3206088" y="294225"/>
                  </a:lnTo>
                </a:path>
                <a:path w="3206115" h="294639">
                  <a:moveTo>
                    <a:pt x="0" y="147112"/>
                  </a:moveTo>
                  <a:lnTo>
                    <a:pt x="3206088" y="147112"/>
                  </a:lnTo>
                </a:path>
                <a:path w="3206115" h="29463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20442" y="1861438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20442" y="1567212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20442" y="1420099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20442" y="1125906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20442" y="978793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20442" y="684567"/>
              <a:ext cx="3206115" cy="147320"/>
            </a:xfrm>
            <a:custGeom>
              <a:avLst/>
              <a:gdLst/>
              <a:ahLst/>
              <a:cxnLst/>
              <a:rect l="l" t="t" r="r" b="b"/>
              <a:pathLst>
                <a:path w="3206115" h="147319">
                  <a:moveTo>
                    <a:pt x="0" y="147112"/>
                  </a:moveTo>
                  <a:lnTo>
                    <a:pt x="3206088" y="147112"/>
                  </a:lnTo>
                </a:path>
                <a:path w="3206115" h="147319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20979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696469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8314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69819" y="485498"/>
              <a:ext cx="973455" cy="3215005"/>
            </a:xfrm>
            <a:custGeom>
              <a:avLst/>
              <a:gdLst/>
              <a:ahLst/>
              <a:cxnLst/>
              <a:rect l="l" t="t" r="r" b="b"/>
              <a:pathLst>
                <a:path w="973454" h="3215004">
                  <a:moveTo>
                    <a:pt x="0" y="0"/>
                  </a:moveTo>
                  <a:lnTo>
                    <a:pt x="0" y="3214753"/>
                  </a:lnTo>
                </a:path>
                <a:path w="973454" h="3215004">
                  <a:moveTo>
                    <a:pt x="486674" y="0"/>
                  </a:moveTo>
                  <a:lnTo>
                    <a:pt x="486674" y="3214753"/>
                  </a:lnTo>
                </a:path>
                <a:path w="973454" h="3215004">
                  <a:moveTo>
                    <a:pt x="973349" y="0"/>
                  </a:moveTo>
                  <a:lnTo>
                    <a:pt x="973349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820442" y="3553139"/>
              <a:ext cx="3168650" cy="0"/>
            </a:xfrm>
            <a:custGeom>
              <a:avLst/>
              <a:gdLst/>
              <a:ahLst/>
              <a:cxnLst/>
              <a:rect l="l" t="t" r="r" b="b"/>
              <a:pathLst>
                <a:path w="3168650" h="0">
                  <a:moveTo>
                    <a:pt x="0" y="0"/>
                  </a:moveTo>
                  <a:lnTo>
                    <a:pt x="3168398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820437" y="340169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091"/>
                  </a:moveTo>
                  <a:lnTo>
                    <a:pt x="3203219" y="147091"/>
                  </a:lnTo>
                  <a:lnTo>
                    <a:pt x="3203219" y="155816"/>
                  </a:lnTo>
                  <a:lnTo>
                    <a:pt x="3212046" y="155816"/>
                  </a:lnTo>
                  <a:lnTo>
                    <a:pt x="3212046" y="14709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890077" y="3406058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820437" y="325459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890077" y="325894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820437" y="3107473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890077" y="3111832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820437" y="2960356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890077" y="2964720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820437" y="2813252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890077" y="2817607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820437" y="266617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078"/>
                  </a:moveTo>
                  <a:lnTo>
                    <a:pt x="3203219" y="147078"/>
                  </a:lnTo>
                  <a:lnTo>
                    <a:pt x="3203219" y="155803"/>
                  </a:lnTo>
                  <a:lnTo>
                    <a:pt x="3212046" y="155803"/>
                  </a:lnTo>
                  <a:lnTo>
                    <a:pt x="3212046" y="14707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890077" y="2670526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820437" y="2519057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4890077" y="252341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4820437" y="237194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4890077" y="2376300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8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820437" y="2224836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29"/>
                  </a:lnTo>
                  <a:lnTo>
                    <a:pt x="3212046" y="155829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4890077" y="2229188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4820437" y="2077745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091"/>
                  </a:moveTo>
                  <a:lnTo>
                    <a:pt x="3203219" y="147091"/>
                  </a:lnTo>
                  <a:lnTo>
                    <a:pt x="3203219" y="155816"/>
                  </a:lnTo>
                  <a:lnTo>
                    <a:pt x="3212046" y="155816"/>
                  </a:lnTo>
                  <a:lnTo>
                    <a:pt x="3212046" y="14709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4890077" y="2082107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820437" y="193064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890077" y="1934994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8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4820437" y="178352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4890077" y="1787881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820437" y="1636407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4890077" y="1640768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820437" y="1489303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10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10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890077" y="1493656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820437" y="1342211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091"/>
                  </a:moveTo>
                  <a:lnTo>
                    <a:pt x="3203219" y="147091"/>
                  </a:lnTo>
                  <a:lnTo>
                    <a:pt x="3203219" y="155816"/>
                  </a:lnTo>
                  <a:lnTo>
                    <a:pt x="3212046" y="155816"/>
                  </a:lnTo>
                  <a:lnTo>
                    <a:pt x="3212046" y="147091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890077" y="134657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820437" y="1195107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890077" y="1199462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4820437" y="104799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890077" y="1052349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820437" y="900874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16"/>
                  </a:moveTo>
                  <a:lnTo>
                    <a:pt x="3203219" y="147116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1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4890077" y="905236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4820437" y="753770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104"/>
                  </a:moveTo>
                  <a:lnTo>
                    <a:pt x="3203219" y="147104"/>
                  </a:lnTo>
                  <a:lnTo>
                    <a:pt x="3203219" y="155841"/>
                  </a:lnTo>
                  <a:lnTo>
                    <a:pt x="3212046" y="155841"/>
                  </a:lnTo>
                  <a:lnTo>
                    <a:pt x="3212046" y="147104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4890077" y="758124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820437" y="606691"/>
              <a:ext cx="3212465" cy="156210"/>
            </a:xfrm>
            <a:custGeom>
              <a:avLst/>
              <a:gdLst/>
              <a:ahLst/>
              <a:cxnLst/>
              <a:rect l="l" t="t" r="r" b="b"/>
              <a:pathLst>
                <a:path w="3212465" h="156209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156209">
                  <a:moveTo>
                    <a:pt x="3212046" y="147078"/>
                  </a:moveTo>
                  <a:lnTo>
                    <a:pt x="3203219" y="147078"/>
                  </a:lnTo>
                  <a:lnTo>
                    <a:pt x="3203219" y="155803"/>
                  </a:lnTo>
                  <a:lnTo>
                    <a:pt x="3212046" y="155803"/>
                  </a:lnTo>
                  <a:lnTo>
                    <a:pt x="3212046" y="14707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890077" y="61104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962093" y="606691"/>
              <a:ext cx="3070860" cy="3093720"/>
            </a:xfrm>
            <a:custGeom>
              <a:avLst/>
              <a:gdLst/>
              <a:ahLst/>
              <a:cxnLst/>
              <a:rect l="l" t="t" r="r" b="b"/>
              <a:pathLst>
                <a:path w="3070859" h="3093720">
                  <a:moveTo>
                    <a:pt x="8712" y="3058655"/>
                  </a:moveTo>
                  <a:lnTo>
                    <a:pt x="0" y="3058655"/>
                  </a:lnTo>
                  <a:lnTo>
                    <a:pt x="0" y="3093567"/>
                  </a:lnTo>
                  <a:lnTo>
                    <a:pt x="8712" y="3093567"/>
                  </a:lnTo>
                  <a:lnTo>
                    <a:pt x="8712" y="3058655"/>
                  </a:lnTo>
                  <a:close/>
                </a:path>
                <a:path w="3070859" h="3093720">
                  <a:moveTo>
                    <a:pt x="3070390" y="0"/>
                  </a:moveTo>
                  <a:lnTo>
                    <a:pt x="3061563" y="0"/>
                  </a:lnTo>
                  <a:lnTo>
                    <a:pt x="3061563" y="8724"/>
                  </a:lnTo>
                  <a:lnTo>
                    <a:pt x="3070390" y="8724"/>
                  </a:lnTo>
                  <a:lnTo>
                    <a:pt x="30703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966457" y="463930"/>
              <a:ext cx="0" cy="3166745"/>
            </a:xfrm>
            <a:custGeom>
              <a:avLst/>
              <a:gdLst/>
              <a:ahLst/>
              <a:cxnLst/>
              <a:rect l="l" t="t" r="r" b="b"/>
              <a:pathLst>
                <a:path w="0" h="3166745">
                  <a:moveTo>
                    <a:pt x="0" y="0"/>
                  </a:moveTo>
                  <a:lnTo>
                    <a:pt x="0" y="3166498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453132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939807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426481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6913156" y="463930"/>
              <a:ext cx="973455" cy="3236595"/>
            </a:xfrm>
            <a:custGeom>
              <a:avLst/>
              <a:gdLst/>
              <a:ahLst/>
              <a:cxnLst/>
              <a:rect l="l" t="t" r="r" b="b"/>
              <a:pathLst>
                <a:path w="973454" h="3236595">
                  <a:moveTo>
                    <a:pt x="0" y="0"/>
                  </a:moveTo>
                  <a:lnTo>
                    <a:pt x="0" y="3236321"/>
                  </a:lnTo>
                </a:path>
                <a:path w="973454" h="3236595">
                  <a:moveTo>
                    <a:pt x="486674" y="0"/>
                  </a:moveTo>
                  <a:lnTo>
                    <a:pt x="486674" y="3236321"/>
                  </a:lnTo>
                </a:path>
                <a:path w="973454" h="3236595">
                  <a:moveTo>
                    <a:pt x="973349" y="0"/>
                  </a:moveTo>
                  <a:lnTo>
                    <a:pt x="973349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6799869" y="300759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6799869" y="300759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7529881" y="302229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529881" y="302229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6507870" y="30369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6507870" y="30369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6313194" y="281635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6313194" y="281635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6945852" y="306641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6945852" y="306641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6653853" y="318410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6653853" y="318410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6605192" y="287517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6605192" y="287517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091867" y="297816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091867" y="297816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6653853" y="299286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6653853" y="299286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6848530" y="324296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6848530" y="324296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6556531" y="305172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6556531" y="305172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6556531" y="299286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556531" y="299286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897191" y="308112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6897191" y="308112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6167179" y="306641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6167179" y="306641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6556531" y="300759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556531" y="300759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7189189" y="299286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7189189" y="299286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6118518" y="144825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6118518" y="144825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6605192" y="284575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6605192" y="284575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7383866" y="318410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7383866" y="318410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6702515" y="268393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6702515" y="268393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6556531" y="322823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6556531" y="322823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7091867" y="308112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7091867" y="308112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7043206" y="294873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7043206" y="294873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875180" y="20660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5875180" y="20660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6410516" y="290460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6410516" y="290460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6215840" y="258098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6215840" y="258098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4820442" y="463898"/>
              <a:ext cx="3212465" cy="3236595"/>
            </a:xfrm>
            <a:custGeom>
              <a:avLst/>
              <a:gdLst/>
              <a:ahLst/>
              <a:cxnLst/>
              <a:rect l="l" t="t" r="r" b="b"/>
              <a:pathLst>
                <a:path w="3212465" h="3236595">
                  <a:moveTo>
                    <a:pt x="0" y="3236353"/>
                  </a:moveTo>
                  <a:lnTo>
                    <a:pt x="3212047" y="3236353"/>
                  </a:lnTo>
                  <a:lnTo>
                    <a:pt x="3212047" y="0"/>
                  </a:lnTo>
                  <a:lnTo>
                    <a:pt x="0" y="0"/>
                  </a:lnTo>
                  <a:lnTo>
                    <a:pt x="0" y="3236353"/>
                  </a:lnTo>
                  <a:close/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741913" y="2792882"/>
              <a:ext cx="36830" cy="786130"/>
            </a:xfrm>
            <a:custGeom>
              <a:avLst/>
              <a:gdLst/>
              <a:ahLst/>
              <a:cxnLst/>
              <a:rect l="l" t="t" r="r" b="b"/>
              <a:pathLst>
                <a:path w="36829" h="786129">
                  <a:moveTo>
                    <a:pt x="34671" y="485470"/>
                  </a:moveTo>
                  <a:lnTo>
                    <a:pt x="8928" y="485470"/>
                  </a:lnTo>
                  <a:lnTo>
                    <a:pt x="9080" y="485051"/>
                  </a:lnTo>
                  <a:lnTo>
                    <a:pt x="10426" y="482714"/>
                  </a:lnTo>
                  <a:lnTo>
                    <a:pt x="14655" y="477951"/>
                  </a:lnTo>
                  <a:lnTo>
                    <a:pt x="19215" y="474052"/>
                  </a:lnTo>
                  <a:lnTo>
                    <a:pt x="28333" y="465937"/>
                  </a:lnTo>
                  <a:lnTo>
                    <a:pt x="33909" y="453478"/>
                  </a:lnTo>
                  <a:lnTo>
                    <a:pt x="33743" y="451624"/>
                  </a:lnTo>
                  <a:lnTo>
                    <a:pt x="17691" y="440575"/>
                  </a:lnTo>
                  <a:lnTo>
                    <a:pt x="15557" y="440728"/>
                  </a:lnTo>
                  <a:lnTo>
                    <a:pt x="2260" y="453542"/>
                  </a:lnTo>
                  <a:lnTo>
                    <a:pt x="8699" y="454113"/>
                  </a:lnTo>
                  <a:lnTo>
                    <a:pt x="8991" y="452551"/>
                  </a:lnTo>
                  <a:lnTo>
                    <a:pt x="10109" y="449897"/>
                  </a:lnTo>
                  <a:lnTo>
                    <a:pt x="11633" y="448081"/>
                  </a:lnTo>
                  <a:lnTo>
                    <a:pt x="14211" y="446519"/>
                  </a:lnTo>
                  <a:lnTo>
                    <a:pt x="16929" y="445846"/>
                  </a:lnTo>
                  <a:lnTo>
                    <a:pt x="19215" y="445782"/>
                  </a:lnTo>
                  <a:lnTo>
                    <a:pt x="21069" y="446036"/>
                  </a:lnTo>
                  <a:lnTo>
                    <a:pt x="27444" y="454342"/>
                  </a:lnTo>
                  <a:lnTo>
                    <a:pt x="27089" y="457212"/>
                  </a:lnTo>
                  <a:lnTo>
                    <a:pt x="26517" y="458787"/>
                  </a:lnTo>
                  <a:lnTo>
                    <a:pt x="25107" y="461175"/>
                  </a:lnTo>
                  <a:lnTo>
                    <a:pt x="22847" y="463892"/>
                  </a:lnTo>
                  <a:lnTo>
                    <a:pt x="11188" y="473925"/>
                  </a:lnTo>
                  <a:lnTo>
                    <a:pt x="8991" y="476097"/>
                  </a:lnTo>
                  <a:lnTo>
                    <a:pt x="6311" y="479132"/>
                  </a:lnTo>
                  <a:lnTo>
                    <a:pt x="3949" y="482498"/>
                  </a:lnTo>
                  <a:lnTo>
                    <a:pt x="2705" y="484759"/>
                  </a:lnTo>
                  <a:lnTo>
                    <a:pt x="1981" y="486359"/>
                  </a:lnTo>
                  <a:lnTo>
                    <a:pt x="1981" y="490829"/>
                  </a:lnTo>
                  <a:lnTo>
                    <a:pt x="34671" y="490829"/>
                  </a:lnTo>
                  <a:lnTo>
                    <a:pt x="34671" y="485470"/>
                  </a:lnTo>
                  <a:close/>
                </a:path>
                <a:path w="36829" h="786129">
                  <a:moveTo>
                    <a:pt x="34798" y="632548"/>
                  </a:moveTo>
                  <a:lnTo>
                    <a:pt x="22758" y="632548"/>
                  </a:lnTo>
                  <a:lnTo>
                    <a:pt x="22758" y="588416"/>
                  </a:lnTo>
                  <a:lnTo>
                    <a:pt x="16954" y="588416"/>
                  </a:lnTo>
                  <a:lnTo>
                    <a:pt x="5257" y="596468"/>
                  </a:lnTo>
                  <a:lnTo>
                    <a:pt x="5257" y="602449"/>
                  </a:lnTo>
                  <a:lnTo>
                    <a:pt x="16408" y="594461"/>
                  </a:lnTo>
                  <a:lnTo>
                    <a:pt x="16408" y="632548"/>
                  </a:lnTo>
                  <a:lnTo>
                    <a:pt x="3822" y="632548"/>
                  </a:lnTo>
                  <a:lnTo>
                    <a:pt x="3822" y="637946"/>
                  </a:lnTo>
                  <a:lnTo>
                    <a:pt x="34798" y="637946"/>
                  </a:lnTo>
                  <a:lnTo>
                    <a:pt x="34798" y="632548"/>
                  </a:lnTo>
                  <a:close/>
                </a:path>
                <a:path w="36829" h="786129">
                  <a:moveTo>
                    <a:pt x="35001" y="752081"/>
                  </a:moveTo>
                  <a:lnTo>
                    <a:pt x="28740" y="738187"/>
                  </a:lnTo>
                  <a:lnTo>
                    <a:pt x="28740" y="752983"/>
                  </a:lnTo>
                  <a:lnTo>
                    <a:pt x="28714" y="767359"/>
                  </a:lnTo>
                  <a:lnTo>
                    <a:pt x="28613" y="768032"/>
                  </a:lnTo>
                  <a:lnTo>
                    <a:pt x="28587" y="768223"/>
                  </a:lnTo>
                  <a:lnTo>
                    <a:pt x="28460" y="769048"/>
                  </a:lnTo>
                  <a:lnTo>
                    <a:pt x="20688" y="780326"/>
                  </a:lnTo>
                  <a:lnTo>
                    <a:pt x="15900" y="780326"/>
                  </a:lnTo>
                  <a:lnTo>
                    <a:pt x="8001" y="768223"/>
                  </a:lnTo>
                  <a:lnTo>
                    <a:pt x="8001" y="752081"/>
                  </a:lnTo>
                  <a:lnTo>
                    <a:pt x="8267" y="750455"/>
                  </a:lnTo>
                  <a:lnTo>
                    <a:pt x="8369" y="749947"/>
                  </a:lnTo>
                  <a:lnTo>
                    <a:pt x="8432" y="749681"/>
                  </a:lnTo>
                  <a:lnTo>
                    <a:pt x="8737" y="748284"/>
                  </a:lnTo>
                  <a:lnTo>
                    <a:pt x="8851" y="747903"/>
                  </a:lnTo>
                  <a:lnTo>
                    <a:pt x="9144" y="746912"/>
                  </a:lnTo>
                  <a:lnTo>
                    <a:pt x="9563" y="745756"/>
                  </a:lnTo>
                  <a:lnTo>
                    <a:pt x="15494" y="740257"/>
                  </a:lnTo>
                  <a:lnTo>
                    <a:pt x="21285" y="740257"/>
                  </a:lnTo>
                  <a:lnTo>
                    <a:pt x="28359" y="750455"/>
                  </a:lnTo>
                  <a:lnTo>
                    <a:pt x="28524" y="751255"/>
                  </a:lnTo>
                  <a:lnTo>
                    <a:pt x="28613" y="752081"/>
                  </a:lnTo>
                  <a:lnTo>
                    <a:pt x="28740" y="752983"/>
                  </a:lnTo>
                  <a:lnTo>
                    <a:pt x="28740" y="738187"/>
                  </a:lnTo>
                  <a:lnTo>
                    <a:pt x="21221" y="734961"/>
                  </a:lnTo>
                  <a:lnTo>
                    <a:pt x="15582" y="734961"/>
                  </a:lnTo>
                  <a:lnTo>
                    <a:pt x="2374" y="748284"/>
                  </a:lnTo>
                  <a:lnTo>
                    <a:pt x="2006" y="749947"/>
                  </a:lnTo>
                  <a:lnTo>
                    <a:pt x="1917" y="750455"/>
                  </a:lnTo>
                  <a:lnTo>
                    <a:pt x="1651" y="752081"/>
                  </a:lnTo>
                  <a:lnTo>
                    <a:pt x="1663" y="768223"/>
                  </a:lnTo>
                  <a:lnTo>
                    <a:pt x="15430" y="785533"/>
                  </a:lnTo>
                  <a:lnTo>
                    <a:pt x="21031" y="785533"/>
                  </a:lnTo>
                  <a:lnTo>
                    <a:pt x="31026" y="779335"/>
                  </a:lnTo>
                  <a:lnTo>
                    <a:pt x="31775" y="778192"/>
                  </a:lnTo>
                  <a:lnTo>
                    <a:pt x="34963" y="768223"/>
                  </a:lnTo>
                  <a:lnTo>
                    <a:pt x="35001" y="752081"/>
                  </a:lnTo>
                  <a:close/>
                </a:path>
                <a:path w="36829" h="786129">
                  <a:moveTo>
                    <a:pt x="35153" y="330047"/>
                  </a:moveTo>
                  <a:lnTo>
                    <a:pt x="23418" y="318439"/>
                  </a:lnTo>
                  <a:lnTo>
                    <a:pt x="23418" y="318312"/>
                  </a:lnTo>
                  <a:lnTo>
                    <a:pt x="33782" y="307009"/>
                  </a:lnTo>
                  <a:lnTo>
                    <a:pt x="33743" y="305498"/>
                  </a:lnTo>
                  <a:lnTo>
                    <a:pt x="17500" y="293458"/>
                  </a:lnTo>
                  <a:lnTo>
                    <a:pt x="15074" y="293649"/>
                  </a:lnTo>
                  <a:lnTo>
                    <a:pt x="1943" y="306362"/>
                  </a:lnTo>
                  <a:lnTo>
                    <a:pt x="8293" y="306844"/>
                  </a:lnTo>
                  <a:lnTo>
                    <a:pt x="8382" y="306082"/>
                  </a:lnTo>
                  <a:lnTo>
                    <a:pt x="8953" y="303999"/>
                  </a:lnTo>
                  <a:lnTo>
                    <a:pt x="18935" y="298704"/>
                  </a:lnTo>
                  <a:lnTo>
                    <a:pt x="21348" y="299021"/>
                  </a:lnTo>
                  <a:lnTo>
                    <a:pt x="27279" y="306463"/>
                  </a:lnTo>
                  <a:lnTo>
                    <a:pt x="27279" y="307746"/>
                  </a:lnTo>
                  <a:lnTo>
                    <a:pt x="12941" y="315798"/>
                  </a:lnTo>
                  <a:lnTo>
                    <a:pt x="12941" y="321259"/>
                  </a:lnTo>
                  <a:lnTo>
                    <a:pt x="16891" y="321259"/>
                  </a:lnTo>
                  <a:lnTo>
                    <a:pt x="19596" y="321449"/>
                  </a:lnTo>
                  <a:lnTo>
                    <a:pt x="28587" y="329311"/>
                  </a:lnTo>
                  <a:lnTo>
                    <a:pt x="28486" y="331609"/>
                  </a:lnTo>
                  <a:lnTo>
                    <a:pt x="18389" y="339178"/>
                  </a:lnTo>
                  <a:lnTo>
                    <a:pt x="16408" y="339090"/>
                  </a:lnTo>
                  <a:lnTo>
                    <a:pt x="7620" y="330390"/>
                  </a:lnTo>
                  <a:lnTo>
                    <a:pt x="1117" y="331000"/>
                  </a:lnTo>
                  <a:lnTo>
                    <a:pt x="19189" y="344424"/>
                  </a:lnTo>
                  <a:lnTo>
                    <a:pt x="22186" y="344195"/>
                  </a:lnTo>
                  <a:lnTo>
                    <a:pt x="34861" y="333273"/>
                  </a:lnTo>
                  <a:lnTo>
                    <a:pt x="35153" y="330047"/>
                  </a:lnTo>
                  <a:close/>
                </a:path>
                <a:path w="36829" h="786129">
                  <a:moveTo>
                    <a:pt x="35280" y="33388"/>
                  </a:moveTo>
                  <a:lnTo>
                    <a:pt x="20777" y="17957"/>
                  </a:lnTo>
                  <a:lnTo>
                    <a:pt x="17335" y="17983"/>
                  </a:lnTo>
                  <a:lnTo>
                    <a:pt x="14947" y="18376"/>
                  </a:lnTo>
                  <a:lnTo>
                    <a:pt x="11887" y="19431"/>
                  </a:lnTo>
                  <a:lnTo>
                    <a:pt x="10617" y="20104"/>
                  </a:lnTo>
                  <a:lnTo>
                    <a:pt x="9118" y="21094"/>
                  </a:lnTo>
                  <a:lnTo>
                    <a:pt x="10071" y="5372"/>
                  </a:lnTo>
                  <a:lnTo>
                    <a:pt x="32410" y="5372"/>
                  </a:lnTo>
                  <a:lnTo>
                    <a:pt x="32410" y="0"/>
                  </a:lnTo>
                  <a:lnTo>
                    <a:pt x="4330" y="0"/>
                  </a:lnTo>
                  <a:lnTo>
                    <a:pt x="2679" y="26619"/>
                  </a:lnTo>
                  <a:lnTo>
                    <a:pt x="8864" y="26619"/>
                  </a:lnTo>
                  <a:lnTo>
                    <a:pt x="12395" y="24218"/>
                  </a:lnTo>
                  <a:lnTo>
                    <a:pt x="14846" y="23418"/>
                  </a:lnTo>
                  <a:lnTo>
                    <a:pt x="18554" y="23075"/>
                  </a:lnTo>
                  <a:lnTo>
                    <a:pt x="20434" y="23266"/>
                  </a:lnTo>
                  <a:lnTo>
                    <a:pt x="22529" y="23837"/>
                  </a:lnTo>
                  <a:lnTo>
                    <a:pt x="28714" y="34061"/>
                  </a:lnTo>
                  <a:lnTo>
                    <a:pt x="28359" y="37096"/>
                  </a:lnTo>
                  <a:lnTo>
                    <a:pt x="19316" y="44996"/>
                  </a:lnTo>
                  <a:lnTo>
                    <a:pt x="16446" y="44996"/>
                  </a:lnTo>
                  <a:lnTo>
                    <a:pt x="7620" y="37706"/>
                  </a:lnTo>
                  <a:lnTo>
                    <a:pt x="1244" y="38442"/>
                  </a:lnTo>
                  <a:lnTo>
                    <a:pt x="19443" y="50165"/>
                  </a:lnTo>
                  <a:lnTo>
                    <a:pt x="22567" y="49784"/>
                  </a:lnTo>
                  <a:lnTo>
                    <a:pt x="34988" y="36931"/>
                  </a:lnTo>
                  <a:lnTo>
                    <a:pt x="35280" y="33388"/>
                  </a:lnTo>
                  <a:close/>
                </a:path>
                <a:path w="36829" h="786129">
                  <a:moveTo>
                    <a:pt x="36207" y="180403"/>
                  </a:moveTo>
                  <a:lnTo>
                    <a:pt x="29260" y="180403"/>
                  </a:lnTo>
                  <a:lnTo>
                    <a:pt x="29260" y="154241"/>
                  </a:lnTo>
                  <a:lnTo>
                    <a:pt x="29260" y="147078"/>
                  </a:lnTo>
                  <a:lnTo>
                    <a:pt x="23291" y="147078"/>
                  </a:lnTo>
                  <a:lnTo>
                    <a:pt x="23291" y="154241"/>
                  </a:lnTo>
                  <a:lnTo>
                    <a:pt x="23291" y="180403"/>
                  </a:lnTo>
                  <a:lnTo>
                    <a:pt x="5829" y="180403"/>
                  </a:lnTo>
                  <a:lnTo>
                    <a:pt x="6184" y="179959"/>
                  </a:lnTo>
                  <a:lnTo>
                    <a:pt x="6350" y="179806"/>
                  </a:lnTo>
                  <a:lnTo>
                    <a:pt x="6604" y="179451"/>
                  </a:lnTo>
                  <a:lnTo>
                    <a:pt x="7112" y="178816"/>
                  </a:lnTo>
                  <a:lnTo>
                    <a:pt x="7175" y="178676"/>
                  </a:lnTo>
                  <a:lnTo>
                    <a:pt x="7581" y="178142"/>
                  </a:lnTo>
                  <a:lnTo>
                    <a:pt x="8001" y="177495"/>
                  </a:lnTo>
                  <a:lnTo>
                    <a:pt x="8166" y="177304"/>
                  </a:lnTo>
                  <a:lnTo>
                    <a:pt x="21259" y="157949"/>
                  </a:lnTo>
                  <a:lnTo>
                    <a:pt x="21577" y="157365"/>
                  </a:lnTo>
                  <a:lnTo>
                    <a:pt x="21640" y="157213"/>
                  </a:lnTo>
                  <a:lnTo>
                    <a:pt x="21729" y="157086"/>
                  </a:lnTo>
                  <a:lnTo>
                    <a:pt x="21869" y="156832"/>
                  </a:lnTo>
                  <a:lnTo>
                    <a:pt x="21958" y="156692"/>
                  </a:lnTo>
                  <a:lnTo>
                    <a:pt x="22085" y="156438"/>
                  </a:lnTo>
                  <a:lnTo>
                    <a:pt x="22186" y="156311"/>
                  </a:lnTo>
                  <a:lnTo>
                    <a:pt x="22593" y="155575"/>
                  </a:lnTo>
                  <a:lnTo>
                    <a:pt x="22694" y="155359"/>
                  </a:lnTo>
                  <a:lnTo>
                    <a:pt x="22758" y="155232"/>
                  </a:lnTo>
                  <a:lnTo>
                    <a:pt x="22948" y="154940"/>
                  </a:lnTo>
                  <a:lnTo>
                    <a:pt x="23037" y="154711"/>
                  </a:lnTo>
                  <a:lnTo>
                    <a:pt x="23139" y="154559"/>
                  </a:lnTo>
                  <a:lnTo>
                    <a:pt x="23291" y="154241"/>
                  </a:lnTo>
                  <a:lnTo>
                    <a:pt x="23291" y="147078"/>
                  </a:lnTo>
                  <a:lnTo>
                    <a:pt x="22631" y="147078"/>
                  </a:lnTo>
                  <a:lnTo>
                    <a:pt x="50" y="180403"/>
                  </a:lnTo>
                  <a:lnTo>
                    <a:pt x="0" y="185394"/>
                  </a:lnTo>
                  <a:lnTo>
                    <a:pt x="23291" y="185394"/>
                  </a:lnTo>
                  <a:lnTo>
                    <a:pt x="23291" y="196608"/>
                  </a:lnTo>
                  <a:lnTo>
                    <a:pt x="29260" y="196608"/>
                  </a:lnTo>
                  <a:lnTo>
                    <a:pt x="29260" y="185394"/>
                  </a:lnTo>
                  <a:lnTo>
                    <a:pt x="36207" y="185394"/>
                  </a:lnTo>
                  <a:lnTo>
                    <a:pt x="36207" y="18040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4502" y="2645091"/>
              <a:ext cx="31860" cy="50741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4743961" y="2498649"/>
              <a:ext cx="33020" cy="49530"/>
            </a:xfrm>
            <a:custGeom>
              <a:avLst/>
              <a:gdLst/>
              <a:ahLst/>
              <a:cxnLst/>
              <a:rect l="l" t="t" r="r" b="b"/>
              <a:pathLst>
                <a:path w="33020" h="49530">
                  <a:moveTo>
                    <a:pt x="15710" y="49527"/>
                  </a:moveTo>
                  <a:lnTo>
                    <a:pt x="9113" y="49527"/>
                  </a:lnTo>
                  <a:lnTo>
                    <a:pt x="9337" y="44798"/>
                  </a:lnTo>
                  <a:lnTo>
                    <a:pt x="26545" y="5368"/>
                  </a:lnTo>
                  <a:lnTo>
                    <a:pt x="0" y="5368"/>
                  </a:lnTo>
                  <a:lnTo>
                    <a:pt x="0" y="0"/>
                  </a:lnTo>
                  <a:lnTo>
                    <a:pt x="32631" y="0"/>
                  </a:lnTo>
                  <a:lnTo>
                    <a:pt x="32631" y="5144"/>
                  </a:lnTo>
                  <a:lnTo>
                    <a:pt x="24601" y="18181"/>
                  </a:lnTo>
                  <a:lnTo>
                    <a:pt x="21860" y="23485"/>
                  </a:lnTo>
                  <a:lnTo>
                    <a:pt x="15710" y="48249"/>
                  </a:lnTo>
                  <a:lnTo>
                    <a:pt x="15710" y="4952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3833" y="2350961"/>
              <a:ext cx="32886" cy="50545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44544" y="2203753"/>
              <a:ext cx="32226" cy="50645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4705807" y="1027594"/>
              <a:ext cx="71120" cy="49530"/>
            </a:xfrm>
            <a:custGeom>
              <a:avLst/>
              <a:gdLst/>
              <a:ahLst/>
              <a:cxnLst/>
              <a:rect l="l" t="t" r="r" b="b"/>
              <a:pathLst>
                <a:path w="71120" h="49530">
                  <a:moveTo>
                    <a:pt x="30975" y="44157"/>
                  </a:moveTo>
                  <a:lnTo>
                    <a:pt x="18935" y="44157"/>
                  </a:lnTo>
                  <a:lnTo>
                    <a:pt x="18935" y="0"/>
                  </a:lnTo>
                  <a:lnTo>
                    <a:pt x="13131" y="0"/>
                  </a:lnTo>
                  <a:lnTo>
                    <a:pt x="1473" y="8051"/>
                  </a:lnTo>
                  <a:lnTo>
                    <a:pt x="1473" y="14020"/>
                  </a:lnTo>
                  <a:lnTo>
                    <a:pt x="12585" y="6032"/>
                  </a:lnTo>
                  <a:lnTo>
                    <a:pt x="12585" y="44157"/>
                  </a:lnTo>
                  <a:lnTo>
                    <a:pt x="0" y="44157"/>
                  </a:lnTo>
                  <a:lnTo>
                    <a:pt x="0" y="49530"/>
                  </a:lnTo>
                  <a:lnTo>
                    <a:pt x="30975" y="49530"/>
                  </a:lnTo>
                  <a:lnTo>
                    <a:pt x="30975" y="44157"/>
                  </a:lnTo>
                  <a:close/>
                </a:path>
                <a:path w="71120" h="49530">
                  <a:moveTo>
                    <a:pt x="70777" y="0"/>
                  </a:moveTo>
                  <a:lnTo>
                    <a:pt x="38150" y="0"/>
                  </a:lnTo>
                  <a:lnTo>
                    <a:pt x="38150" y="5359"/>
                  </a:lnTo>
                  <a:lnTo>
                    <a:pt x="64693" y="5359"/>
                  </a:lnTo>
                  <a:lnTo>
                    <a:pt x="57365" y="16903"/>
                  </a:lnTo>
                  <a:lnTo>
                    <a:pt x="47256" y="49530"/>
                  </a:lnTo>
                  <a:lnTo>
                    <a:pt x="53860" y="49530"/>
                  </a:lnTo>
                  <a:lnTo>
                    <a:pt x="53987" y="45783"/>
                  </a:lnTo>
                  <a:lnTo>
                    <a:pt x="54305" y="42202"/>
                  </a:lnTo>
                  <a:lnTo>
                    <a:pt x="70777" y="5143"/>
                  </a:lnTo>
                  <a:lnTo>
                    <a:pt x="70777" y="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5816" y="879897"/>
              <a:ext cx="70788" cy="50545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5816" y="732689"/>
              <a:ext cx="70954" cy="50645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4703965" y="585545"/>
              <a:ext cx="73025" cy="50800"/>
            </a:xfrm>
            <a:custGeom>
              <a:avLst/>
              <a:gdLst/>
              <a:ahLst/>
              <a:cxnLst/>
              <a:rect l="l" t="t" r="r" b="b"/>
              <a:pathLst>
                <a:path w="73025" h="50800">
                  <a:moveTo>
                    <a:pt x="32689" y="44869"/>
                  </a:moveTo>
                  <a:lnTo>
                    <a:pt x="6946" y="44869"/>
                  </a:lnTo>
                  <a:lnTo>
                    <a:pt x="8445" y="42151"/>
                  </a:lnTo>
                  <a:lnTo>
                    <a:pt x="11950" y="38087"/>
                  </a:lnTo>
                  <a:lnTo>
                    <a:pt x="17233" y="33489"/>
                  </a:lnTo>
                  <a:lnTo>
                    <a:pt x="26352" y="25374"/>
                  </a:lnTo>
                  <a:lnTo>
                    <a:pt x="31927" y="12915"/>
                  </a:lnTo>
                  <a:lnTo>
                    <a:pt x="31762" y="11023"/>
                  </a:lnTo>
                  <a:lnTo>
                    <a:pt x="17170" y="0"/>
                  </a:lnTo>
                  <a:lnTo>
                    <a:pt x="14274" y="63"/>
                  </a:lnTo>
                  <a:lnTo>
                    <a:pt x="279" y="12941"/>
                  </a:lnTo>
                  <a:lnTo>
                    <a:pt x="6718" y="13550"/>
                  </a:lnTo>
                  <a:lnTo>
                    <a:pt x="7010" y="11988"/>
                  </a:lnTo>
                  <a:lnTo>
                    <a:pt x="7607" y="10261"/>
                  </a:lnTo>
                  <a:lnTo>
                    <a:pt x="17995" y="5283"/>
                  </a:lnTo>
                  <a:lnTo>
                    <a:pt x="19088" y="5473"/>
                  </a:lnTo>
                  <a:lnTo>
                    <a:pt x="25463" y="13360"/>
                  </a:lnTo>
                  <a:lnTo>
                    <a:pt x="25234" y="16078"/>
                  </a:lnTo>
                  <a:lnTo>
                    <a:pt x="24561" y="18186"/>
                  </a:lnTo>
                  <a:lnTo>
                    <a:pt x="22809" y="21056"/>
                  </a:lnTo>
                  <a:lnTo>
                    <a:pt x="19977" y="24193"/>
                  </a:lnTo>
                  <a:lnTo>
                    <a:pt x="9207" y="33362"/>
                  </a:lnTo>
                  <a:lnTo>
                    <a:pt x="5384" y="37299"/>
                  </a:lnTo>
                  <a:lnTo>
                    <a:pt x="2413" y="41198"/>
                  </a:lnTo>
                  <a:lnTo>
                    <a:pt x="1143" y="43395"/>
                  </a:lnTo>
                  <a:lnTo>
                    <a:pt x="0" y="45796"/>
                  </a:lnTo>
                  <a:lnTo>
                    <a:pt x="0" y="50241"/>
                  </a:lnTo>
                  <a:lnTo>
                    <a:pt x="32689" y="50241"/>
                  </a:lnTo>
                  <a:lnTo>
                    <a:pt x="32689" y="44869"/>
                  </a:lnTo>
                  <a:close/>
                </a:path>
                <a:path w="73025" h="50800">
                  <a:moveTo>
                    <a:pt x="72948" y="17297"/>
                  </a:moveTo>
                  <a:lnTo>
                    <a:pt x="66687" y="3403"/>
                  </a:lnTo>
                  <a:lnTo>
                    <a:pt x="66687" y="18186"/>
                  </a:lnTo>
                  <a:lnTo>
                    <a:pt x="66662" y="32562"/>
                  </a:lnTo>
                  <a:lnTo>
                    <a:pt x="66560" y="33274"/>
                  </a:lnTo>
                  <a:lnTo>
                    <a:pt x="66535" y="33426"/>
                  </a:lnTo>
                  <a:lnTo>
                    <a:pt x="66408" y="34264"/>
                  </a:lnTo>
                  <a:lnTo>
                    <a:pt x="58635" y="45542"/>
                  </a:lnTo>
                  <a:lnTo>
                    <a:pt x="58902" y="45542"/>
                  </a:lnTo>
                  <a:lnTo>
                    <a:pt x="57226" y="45758"/>
                  </a:lnTo>
                  <a:lnTo>
                    <a:pt x="55257" y="45758"/>
                  </a:lnTo>
                  <a:lnTo>
                    <a:pt x="53581" y="45542"/>
                  </a:lnTo>
                  <a:lnTo>
                    <a:pt x="53848" y="45542"/>
                  </a:lnTo>
                  <a:lnTo>
                    <a:pt x="52959" y="45288"/>
                  </a:lnTo>
                  <a:lnTo>
                    <a:pt x="45948" y="33426"/>
                  </a:lnTo>
                  <a:lnTo>
                    <a:pt x="45948" y="17297"/>
                  </a:lnTo>
                  <a:lnTo>
                    <a:pt x="46215" y="15659"/>
                  </a:lnTo>
                  <a:lnTo>
                    <a:pt x="46316" y="15151"/>
                  </a:lnTo>
                  <a:lnTo>
                    <a:pt x="46380" y="14897"/>
                  </a:lnTo>
                  <a:lnTo>
                    <a:pt x="46685" y="13487"/>
                  </a:lnTo>
                  <a:lnTo>
                    <a:pt x="46799" y="13106"/>
                  </a:lnTo>
                  <a:lnTo>
                    <a:pt x="47078" y="12141"/>
                  </a:lnTo>
                  <a:lnTo>
                    <a:pt x="47536" y="10934"/>
                  </a:lnTo>
                  <a:lnTo>
                    <a:pt x="53441" y="5473"/>
                  </a:lnTo>
                  <a:lnTo>
                    <a:pt x="59232" y="5473"/>
                  </a:lnTo>
                  <a:lnTo>
                    <a:pt x="66306" y="15659"/>
                  </a:lnTo>
                  <a:lnTo>
                    <a:pt x="66471" y="16459"/>
                  </a:lnTo>
                  <a:lnTo>
                    <a:pt x="66560" y="17297"/>
                  </a:lnTo>
                  <a:lnTo>
                    <a:pt x="66687" y="18186"/>
                  </a:lnTo>
                  <a:lnTo>
                    <a:pt x="66687" y="3403"/>
                  </a:lnTo>
                  <a:lnTo>
                    <a:pt x="59169" y="165"/>
                  </a:lnTo>
                  <a:lnTo>
                    <a:pt x="53530" y="165"/>
                  </a:lnTo>
                  <a:lnTo>
                    <a:pt x="40322" y="13487"/>
                  </a:lnTo>
                  <a:lnTo>
                    <a:pt x="39954" y="15151"/>
                  </a:lnTo>
                  <a:lnTo>
                    <a:pt x="39865" y="15659"/>
                  </a:lnTo>
                  <a:lnTo>
                    <a:pt x="39598" y="17297"/>
                  </a:lnTo>
                  <a:lnTo>
                    <a:pt x="39598" y="33426"/>
                  </a:lnTo>
                  <a:lnTo>
                    <a:pt x="50723" y="50101"/>
                  </a:lnTo>
                  <a:lnTo>
                    <a:pt x="51371" y="50330"/>
                  </a:lnTo>
                  <a:lnTo>
                    <a:pt x="52031" y="50495"/>
                  </a:lnTo>
                  <a:lnTo>
                    <a:pt x="53378" y="50749"/>
                  </a:lnTo>
                  <a:lnTo>
                    <a:pt x="58978" y="50749"/>
                  </a:lnTo>
                  <a:lnTo>
                    <a:pt x="68973" y="44551"/>
                  </a:lnTo>
                  <a:lnTo>
                    <a:pt x="69723" y="43395"/>
                  </a:lnTo>
                  <a:lnTo>
                    <a:pt x="72910" y="33426"/>
                  </a:lnTo>
                  <a:lnTo>
                    <a:pt x="72948" y="172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4798103" y="611043"/>
              <a:ext cx="3088640" cy="3112135"/>
            </a:xfrm>
            <a:custGeom>
              <a:avLst/>
              <a:gdLst/>
              <a:ahLst/>
              <a:cxnLst/>
              <a:rect l="l" t="t" r="r" b="b"/>
              <a:pathLst>
                <a:path w="3088640" h="3112135">
                  <a:moveTo>
                    <a:pt x="0" y="2942096"/>
                  </a:moveTo>
                  <a:lnTo>
                    <a:pt x="22338" y="2942096"/>
                  </a:lnTo>
                </a:path>
                <a:path w="3088640" h="3112135">
                  <a:moveTo>
                    <a:pt x="0" y="2795015"/>
                  </a:moveTo>
                  <a:lnTo>
                    <a:pt x="22338" y="2795015"/>
                  </a:lnTo>
                </a:path>
                <a:path w="3088640" h="3112135">
                  <a:moveTo>
                    <a:pt x="0" y="2647902"/>
                  </a:moveTo>
                  <a:lnTo>
                    <a:pt x="22338" y="2647902"/>
                  </a:lnTo>
                </a:path>
                <a:path w="3088640" h="3112135">
                  <a:moveTo>
                    <a:pt x="0" y="2500789"/>
                  </a:moveTo>
                  <a:lnTo>
                    <a:pt x="22338" y="2500789"/>
                  </a:lnTo>
                </a:path>
                <a:path w="3088640" h="3112135">
                  <a:moveTo>
                    <a:pt x="0" y="2353676"/>
                  </a:moveTo>
                  <a:lnTo>
                    <a:pt x="22338" y="2353676"/>
                  </a:lnTo>
                </a:path>
                <a:path w="3088640" h="3112135">
                  <a:moveTo>
                    <a:pt x="0" y="2206564"/>
                  </a:moveTo>
                  <a:lnTo>
                    <a:pt x="22338" y="2206564"/>
                  </a:lnTo>
                </a:path>
                <a:path w="3088640" h="3112135">
                  <a:moveTo>
                    <a:pt x="0" y="2059483"/>
                  </a:moveTo>
                  <a:lnTo>
                    <a:pt x="22338" y="2059483"/>
                  </a:lnTo>
                </a:path>
                <a:path w="3088640" h="3112135">
                  <a:moveTo>
                    <a:pt x="0" y="1912370"/>
                  </a:moveTo>
                  <a:lnTo>
                    <a:pt x="22338" y="1912370"/>
                  </a:lnTo>
                </a:path>
                <a:path w="3088640" h="3112135">
                  <a:moveTo>
                    <a:pt x="0" y="1765257"/>
                  </a:moveTo>
                  <a:lnTo>
                    <a:pt x="22338" y="1765257"/>
                  </a:lnTo>
                </a:path>
                <a:path w="3088640" h="3112135">
                  <a:moveTo>
                    <a:pt x="0" y="1618144"/>
                  </a:moveTo>
                  <a:lnTo>
                    <a:pt x="22338" y="1618144"/>
                  </a:lnTo>
                </a:path>
                <a:path w="3088640" h="3112135">
                  <a:moveTo>
                    <a:pt x="0" y="1471064"/>
                  </a:moveTo>
                  <a:lnTo>
                    <a:pt x="22338" y="1471064"/>
                  </a:lnTo>
                </a:path>
                <a:path w="3088640" h="3112135">
                  <a:moveTo>
                    <a:pt x="0" y="1323951"/>
                  </a:moveTo>
                  <a:lnTo>
                    <a:pt x="22338" y="1323951"/>
                  </a:lnTo>
                </a:path>
                <a:path w="3088640" h="3112135">
                  <a:moveTo>
                    <a:pt x="0" y="1176838"/>
                  </a:moveTo>
                  <a:lnTo>
                    <a:pt x="22338" y="1176838"/>
                  </a:lnTo>
                </a:path>
                <a:path w="3088640" h="3112135">
                  <a:moveTo>
                    <a:pt x="0" y="1029725"/>
                  </a:moveTo>
                  <a:lnTo>
                    <a:pt x="22338" y="1029725"/>
                  </a:lnTo>
                </a:path>
                <a:path w="3088640" h="3112135">
                  <a:moveTo>
                    <a:pt x="0" y="882612"/>
                  </a:moveTo>
                  <a:lnTo>
                    <a:pt x="22338" y="882612"/>
                  </a:lnTo>
                </a:path>
                <a:path w="3088640" h="3112135">
                  <a:moveTo>
                    <a:pt x="0" y="735532"/>
                  </a:moveTo>
                  <a:lnTo>
                    <a:pt x="22338" y="735532"/>
                  </a:lnTo>
                </a:path>
                <a:path w="3088640" h="3112135">
                  <a:moveTo>
                    <a:pt x="0" y="588419"/>
                  </a:moveTo>
                  <a:lnTo>
                    <a:pt x="22338" y="588419"/>
                  </a:lnTo>
                </a:path>
                <a:path w="3088640" h="3112135">
                  <a:moveTo>
                    <a:pt x="0" y="441306"/>
                  </a:moveTo>
                  <a:lnTo>
                    <a:pt x="22338" y="441306"/>
                  </a:lnTo>
                </a:path>
                <a:path w="3088640" h="3112135">
                  <a:moveTo>
                    <a:pt x="0" y="294193"/>
                  </a:moveTo>
                  <a:lnTo>
                    <a:pt x="22338" y="294193"/>
                  </a:lnTo>
                </a:path>
                <a:path w="3088640" h="3112135">
                  <a:moveTo>
                    <a:pt x="0" y="147080"/>
                  </a:moveTo>
                  <a:lnTo>
                    <a:pt x="22338" y="147080"/>
                  </a:lnTo>
                </a:path>
                <a:path w="3088640" h="3112135">
                  <a:moveTo>
                    <a:pt x="0" y="0"/>
                  </a:moveTo>
                  <a:lnTo>
                    <a:pt x="22338" y="0"/>
                  </a:lnTo>
                </a:path>
                <a:path w="3088640" h="3112135">
                  <a:moveTo>
                    <a:pt x="168354" y="3111640"/>
                  </a:moveTo>
                  <a:lnTo>
                    <a:pt x="168354" y="3089208"/>
                  </a:lnTo>
                </a:path>
                <a:path w="3088640" h="3112135">
                  <a:moveTo>
                    <a:pt x="3088402" y="3111640"/>
                  </a:moveTo>
                  <a:lnTo>
                    <a:pt x="3088402" y="3089208"/>
                  </a:lnTo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4950104" y="3739971"/>
              <a:ext cx="2953385" cy="50800"/>
            </a:xfrm>
            <a:custGeom>
              <a:avLst/>
              <a:gdLst/>
              <a:ahLst/>
              <a:cxnLst/>
              <a:rect l="l" t="t" r="r" b="b"/>
              <a:pathLst>
                <a:path w="2953384" h="50800">
                  <a:moveTo>
                    <a:pt x="32981" y="33337"/>
                  </a:moveTo>
                  <a:lnTo>
                    <a:pt x="32854" y="16167"/>
                  </a:lnTo>
                  <a:lnTo>
                    <a:pt x="32727" y="15570"/>
                  </a:lnTo>
                  <a:lnTo>
                    <a:pt x="32626" y="15049"/>
                  </a:lnTo>
                  <a:lnTo>
                    <a:pt x="26644" y="3200"/>
                  </a:lnTo>
                  <a:lnTo>
                    <a:pt x="26644" y="17221"/>
                  </a:lnTo>
                  <a:lnTo>
                    <a:pt x="26568" y="33337"/>
                  </a:lnTo>
                  <a:lnTo>
                    <a:pt x="26327" y="34963"/>
                  </a:lnTo>
                  <a:lnTo>
                    <a:pt x="26238" y="35344"/>
                  </a:lnTo>
                  <a:lnTo>
                    <a:pt x="26162" y="35725"/>
                  </a:lnTo>
                  <a:lnTo>
                    <a:pt x="18669" y="45440"/>
                  </a:lnTo>
                  <a:lnTo>
                    <a:pt x="13893" y="45440"/>
                  </a:lnTo>
                  <a:lnTo>
                    <a:pt x="7620" y="39687"/>
                  </a:lnTo>
                  <a:lnTo>
                    <a:pt x="7366" y="39116"/>
                  </a:lnTo>
                  <a:lnTo>
                    <a:pt x="6946" y="37871"/>
                  </a:lnTo>
                  <a:lnTo>
                    <a:pt x="6819" y="37426"/>
                  </a:lnTo>
                  <a:lnTo>
                    <a:pt x="6756" y="37160"/>
                  </a:lnTo>
                  <a:lnTo>
                    <a:pt x="6400" y="35725"/>
                  </a:lnTo>
                  <a:lnTo>
                    <a:pt x="14439" y="5181"/>
                  </a:lnTo>
                  <a:lnTo>
                    <a:pt x="18389" y="5181"/>
                  </a:lnTo>
                  <a:lnTo>
                    <a:pt x="25171" y="11125"/>
                  </a:lnTo>
                  <a:lnTo>
                    <a:pt x="25527" y="12052"/>
                  </a:lnTo>
                  <a:lnTo>
                    <a:pt x="25908" y="13360"/>
                  </a:lnTo>
                  <a:lnTo>
                    <a:pt x="26390" y="15570"/>
                  </a:lnTo>
                  <a:lnTo>
                    <a:pt x="26479" y="16167"/>
                  </a:lnTo>
                  <a:lnTo>
                    <a:pt x="26517" y="16395"/>
                  </a:lnTo>
                  <a:lnTo>
                    <a:pt x="18542" y="0"/>
                  </a:lnTo>
                  <a:lnTo>
                    <a:pt x="14274" y="0"/>
                  </a:lnTo>
                  <a:lnTo>
                    <a:pt x="0" y="15049"/>
                  </a:lnTo>
                  <a:lnTo>
                    <a:pt x="76" y="35725"/>
                  </a:lnTo>
                  <a:lnTo>
                    <a:pt x="13449" y="50647"/>
                  </a:lnTo>
                  <a:lnTo>
                    <a:pt x="19050" y="50647"/>
                  </a:lnTo>
                  <a:lnTo>
                    <a:pt x="28321" y="45440"/>
                  </a:lnTo>
                  <a:lnTo>
                    <a:pt x="28460" y="45288"/>
                  </a:lnTo>
                  <a:lnTo>
                    <a:pt x="32169" y="37160"/>
                  </a:lnTo>
                  <a:lnTo>
                    <a:pt x="32626" y="35344"/>
                  </a:lnTo>
                  <a:lnTo>
                    <a:pt x="32702" y="34963"/>
                  </a:lnTo>
                  <a:lnTo>
                    <a:pt x="32816" y="34290"/>
                  </a:lnTo>
                  <a:lnTo>
                    <a:pt x="32842" y="34163"/>
                  </a:lnTo>
                  <a:lnTo>
                    <a:pt x="32981" y="33337"/>
                  </a:lnTo>
                  <a:close/>
                </a:path>
                <a:path w="2953384" h="50800">
                  <a:moveTo>
                    <a:pt x="2952864" y="37871"/>
                  </a:moveTo>
                  <a:lnTo>
                    <a:pt x="2947416" y="20904"/>
                  </a:lnTo>
                  <a:lnTo>
                    <a:pt x="2946971" y="20548"/>
                  </a:lnTo>
                  <a:lnTo>
                    <a:pt x="2946425" y="20231"/>
                  </a:lnTo>
                  <a:lnTo>
                    <a:pt x="2946425" y="37871"/>
                  </a:lnTo>
                  <a:lnTo>
                    <a:pt x="2946006" y="39408"/>
                  </a:lnTo>
                  <a:lnTo>
                    <a:pt x="2940380" y="45288"/>
                  </a:lnTo>
                  <a:lnTo>
                    <a:pt x="2934004" y="45288"/>
                  </a:lnTo>
                  <a:lnTo>
                    <a:pt x="2928023" y="38887"/>
                  </a:lnTo>
                  <a:lnTo>
                    <a:pt x="2927921" y="38608"/>
                  </a:lnTo>
                  <a:lnTo>
                    <a:pt x="2927032" y="34353"/>
                  </a:lnTo>
                  <a:lnTo>
                    <a:pt x="2927032" y="33972"/>
                  </a:lnTo>
                  <a:lnTo>
                    <a:pt x="2927947" y="28028"/>
                  </a:lnTo>
                  <a:lnTo>
                    <a:pt x="2928429" y="27127"/>
                  </a:lnTo>
                  <a:lnTo>
                    <a:pt x="2931020" y="24574"/>
                  </a:lnTo>
                  <a:lnTo>
                    <a:pt x="2931426" y="24358"/>
                  </a:lnTo>
                  <a:lnTo>
                    <a:pt x="2932315" y="23901"/>
                  </a:lnTo>
                  <a:lnTo>
                    <a:pt x="2933014" y="23647"/>
                  </a:lnTo>
                  <a:lnTo>
                    <a:pt x="2934487" y="23228"/>
                  </a:lnTo>
                  <a:lnTo>
                    <a:pt x="2939364" y="23228"/>
                  </a:lnTo>
                  <a:lnTo>
                    <a:pt x="2946425" y="37871"/>
                  </a:lnTo>
                  <a:lnTo>
                    <a:pt x="2946425" y="20231"/>
                  </a:lnTo>
                  <a:lnTo>
                    <a:pt x="2942386" y="18567"/>
                  </a:lnTo>
                  <a:lnTo>
                    <a:pt x="2942539" y="18567"/>
                  </a:lnTo>
                  <a:lnTo>
                    <a:pt x="2939504" y="18084"/>
                  </a:lnTo>
                  <a:lnTo>
                    <a:pt x="2937078" y="18084"/>
                  </a:lnTo>
                  <a:lnTo>
                    <a:pt x="2934335" y="18567"/>
                  </a:lnTo>
                  <a:lnTo>
                    <a:pt x="2934512" y="18567"/>
                  </a:lnTo>
                  <a:lnTo>
                    <a:pt x="2933141" y="18948"/>
                  </a:lnTo>
                  <a:lnTo>
                    <a:pt x="2928289" y="21983"/>
                  </a:lnTo>
                  <a:lnTo>
                    <a:pt x="2927502" y="22885"/>
                  </a:lnTo>
                  <a:lnTo>
                    <a:pt x="2926956" y="23647"/>
                  </a:lnTo>
                  <a:lnTo>
                    <a:pt x="2926410" y="24574"/>
                  </a:lnTo>
                  <a:lnTo>
                    <a:pt x="2933509" y="5943"/>
                  </a:lnTo>
                  <a:lnTo>
                    <a:pt x="2933306" y="5943"/>
                  </a:lnTo>
                  <a:lnTo>
                    <a:pt x="2935503" y="5207"/>
                  </a:lnTo>
                  <a:lnTo>
                    <a:pt x="2940024" y="5207"/>
                  </a:lnTo>
                  <a:lnTo>
                    <a:pt x="2945790" y="11061"/>
                  </a:lnTo>
                  <a:lnTo>
                    <a:pt x="2952356" y="9880"/>
                  </a:lnTo>
                  <a:lnTo>
                    <a:pt x="2951797" y="9880"/>
                  </a:lnTo>
                  <a:lnTo>
                    <a:pt x="2951696" y="9563"/>
                  </a:lnTo>
                  <a:lnTo>
                    <a:pt x="2951607" y="9309"/>
                  </a:lnTo>
                  <a:lnTo>
                    <a:pt x="2951505" y="9017"/>
                  </a:lnTo>
                  <a:lnTo>
                    <a:pt x="2951403" y="8763"/>
                  </a:lnTo>
                  <a:lnTo>
                    <a:pt x="2950845" y="7289"/>
                  </a:lnTo>
                  <a:lnTo>
                    <a:pt x="2950756" y="7099"/>
                  </a:lnTo>
                  <a:lnTo>
                    <a:pt x="2950667" y="6934"/>
                  </a:lnTo>
                  <a:lnTo>
                    <a:pt x="2950095" y="5943"/>
                  </a:lnTo>
                  <a:lnTo>
                    <a:pt x="2949638" y="5207"/>
                  </a:lnTo>
                  <a:lnTo>
                    <a:pt x="2948787" y="4152"/>
                  </a:lnTo>
                  <a:lnTo>
                    <a:pt x="2942488" y="419"/>
                  </a:lnTo>
                  <a:lnTo>
                    <a:pt x="2933395" y="419"/>
                  </a:lnTo>
                  <a:lnTo>
                    <a:pt x="2920428" y="33007"/>
                  </a:lnTo>
                  <a:lnTo>
                    <a:pt x="2920885" y="35788"/>
                  </a:lnTo>
                  <a:lnTo>
                    <a:pt x="2933090" y="50431"/>
                  </a:lnTo>
                  <a:lnTo>
                    <a:pt x="2941586" y="50431"/>
                  </a:lnTo>
                  <a:lnTo>
                    <a:pt x="2949867" y="45288"/>
                  </a:lnTo>
                  <a:lnTo>
                    <a:pt x="2949930" y="45123"/>
                  </a:lnTo>
                  <a:lnTo>
                    <a:pt x="2952737" y="38608"/>
                  </a:lnTo>
                  <a:lnTo>
                    <a:pt x="2952864" y="3787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38632" y="3700252"/>
              <a:ext cx="1978152" cy="207791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94376" y="1174027"/>
              <a:ext cx="183745" cy="1803761"/>
            </a:xfrm>
            <a:prstGeom prst="rect">
              <a:avLst/>
            </a:prstGeom>
          </p:spPr>
        </p:pic>
      </p:grpSp>
      <p:sp>
        <p:nvSpPr>
          <p:cNvPr id="134" name="object 1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647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2043112"/>
            <a:ext cx="66675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262187"/>
            <a:ext cx="66675" cy="666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481262"/>
            <a:ext cx="66675" cy="6667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2700337"/>
            <a:ext cx="66675" cy="66674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71524" y="3114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509962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3948112"/>
            <a:ext cx="66675" cy="666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4386262"/>
            <a:ext cx="66675" cy="66674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771524" y="4791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5186362"/>
            <a:ext cx="66675" cy="666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5405437"/>
            <a:ext cx="66675" cy="66674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62" y="5624512"/>
            <a:ext cx="66675" cy="6667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558800" y="461644"/>
            <a:ext cx="7320915" cy="55219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80" b="1">
                <a:latin typeface="Trebuchet MS"/>
                <a:cs typeface="Trebuchet MS"/>
              </a:rPr>
              <a:t>Describing</a:t>
            </a:r>
            <a:r>
              <a:rPr dirty="0" sz="1450" spc="-105" b="1">
                <a:latin typeface="Trebuchet MS"/>
                <a:cs typeface="Trebuchet MS"/>
              </a:rPr>
              <a:t> the Pattern</a:t>
            </a:r>
            <a:r>
              <a:rPr dirty="0" sz="1450" spc="-100" b="1">
                <a:latin typeface="Trebuchet MS"/>
                <a:cs typeface="Trebuchet MS"/>
              </a:rPr>
              <a:t> </a:t>
            </a:r>
            <a:r>
              <a:rPr dirty="0" sz="1450" spc="-90" b="1">
                <a:latin typeface="Trebuchet MS"/>
                <a:cs typeface="Trebuchet MS"/>
              </a:rPr>
              <a:t>in</a:t>
            </a:r>
            <a:r>
              <a:rPr dirty="0" sz="1450" spc="-10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a</a:t>
            </a:r>
            <a:r>
              <a:rPr dirty="0" sz="1450" spc="-10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Scatterplot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50">
              <a:latin typeface="Trebuchet MS"/>
              <a:cs typeface="Trebuchet MS"/>
            </a:endParaRPr>
          </a:p>
          <a:p>
            <a:pPr marL="12700" marR="32384">
              <a:lnSpc>
                <a:spcPts val="1730"/>
              </a:lnSpc>
            </a:pP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describing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relationship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scatterplot,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consider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three </a:t>
            </a:r>
            <a:r>
              <a:rPr dirty="0" sz="1450" spc="-30">
                <a:latin typeface="Trebuchet MS"/>
                <a:cs typeface="Trebuchet MS"/>
              </a:rPr>
              <a:t>features: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shape</a:t>
            </a:r>
            <a:r>
              <a:rPr dirty="0" sz="1450" spc="-30">
                <a:latin typeface="Trebuchet MS"/>
                <a:cs typeface="Trebuchet MS"/>
              </a:rPr>
              <a:t>,</a:t>
            </a:r>
            <a:r>
              <a:rPr dirty="0" sz="1450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trend</a:t>
            </a:r>
            <a:r>
              <a:rPr dirty="0" sz="1450" spc="-20">
                <a:latin typeface="Trebuchet MS"/>
                <a:cs typeface="Trebuchet MS"/>
              </a:rPr>
              <a:t>,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5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strength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50"/>
              </a:spcBef>
            </a:pPr>
            <a:r>
              <a:rPr dirty="0" sz="1450" spc="-30" b="1">
                <a:latin typeface="Trebuchet MS"/>
                <a:cs typeface="Trebuchet MS"/>
              </a:rPr>
              <a:t>Shape</a:t>
            </a:r>
            <a:r>
              <a:rPr dirty="0" sz="1450" spc="-30">
                <a:latin typeface="Trebuchet MS"/>
                <a:cs typeface="Trebuchet MS"/>
              </a:rPr>
              <a:t>: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Describe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relationship:</a:t>
            </a:r>
            <a:endParaRPr sz="1450">
              <a:latin typeface="Trebuchet MS"/>
              <a:cs typeface="Trebuchet MS"/>
            </a:endParaRPr>
          </a:p>
          <a:p>
            <a:pPr marL="774065">
              <a:lnSpc>
                <a:spcPts val="1730"/>
              </a:lnSpc>
              <a:spcBef>
                <a:spcPts val="1410"/>
              </a:spcBef>
            </a:pPr>
            <a:r>
              <a:rPr dirty="0" sz="1450" spc="-10">
                <a:latin typeface="Trebuchet MS"/>
                <a:cs typeface="Trebuchet MS"/>
              </a:rPr>
              <a:t>Linear</a:t>
            </a:r>
            <a:endParaRPr sz="1450">
              <a:latin typeface="Trebuchet MS"/>
              <a:cs typeface="Trebuchet MS"/>
            </a:endParaRPr>
          </a:p>
          <a:p>
            <a:pPr marL="774065" marR="3229610">
              <a:lnSpc>
                <a:spcPts val="1730"/>
              </a:lnSpc>
              <a:spcBef>
                <a:spcPts val="60"/>
              </a:spcBef>
            </a:pPr>
            <a:r>
              <a:rPr dirty="0" sz="1450">
                <a:latin typeface="Trebuchet MS"/>
                <a:cs typeface="Trebuchet MS"/>
              </a:rPr>
              <a:t>Curvilinear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20">
                <a:latin typeface="Trebuchet MS"/>
                <a:cs typeface="Trebuchet MS"/>
              </a:rPr>
              <a:t>(e.g.,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quadratic,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exponential) </a:t>
            </a:r>
            <a:r>
              <a:rPr dirty="0" sz="1450">
                <a:latin typeface="Trebuchet MS"/>
                <a:cs typeface="Trebuchet MS"/>
              </a:rPr>
              <a:t>Clusters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subgroups</a:t>
            </a:r>
            <a:endParaRPr sz="1450">
              <a:latin typeface="Trebuchet MS"/>
              <a:cs typeface="Trebuchet MS"/>
            </a:endParaRPr>
          </a:p>
          <a:p>
            <a:pPr marL="774065">
              <a:lnSpc>
                <a:spcPts val="1664"/>
              </a:lnSpc>
            </a:pPr>
            <a:r>
              <a:rPr dirty="0" sz="1450" spc="-10">
                <a:latin typeface="Trebuchet MS"/>
                <a:cs typeface="Trebuchet MS"/>
              </a:rPr>
              <a:t>Outliers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85"/>
              </a:spcBef>
            </a:pPr>
            <a:r>
              <a:rPr dirty="0" sz="1450" spc="-65" b="1">
                <a:latin typeface="Trebuchet MS"/>
                <a:cs typeface="Trebuchet MS"/>
              </a:rPr>
              <a:t>Trend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(Direction)</a:t>
            </a:r>
            <a:endParaRPr sz="1450">
              <a:latin typeface="Trebuchet MS"/>
              <a:cs typeface="Trebuchet MS"/>
            </a:endParaRPr>
          </a:p>
          <a:p>
            <a:pPr marL="774065" marR="5080">
              <a:lnSpc>
                <a:spcPts val="1730"/>
              </a:lnSpc>
              <a:spcBef>
                <a:spcPts val="1475"/>
              </a:spcBef>
            </a:pPr>
            <a:r>
              <a:rPr dirty="0" sz="1450" spc="-25" b="1">
                <a:latin typeface="Trebuchet MS"/>
                <a:cs typeface="Trebuchet MS"/>
              </a:rPr>
              <a:t>Positive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trend:</a:t>
            </a:r>
            <a:r>
              <a:rPr dirty="0" sz="1450" spc="-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associated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values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other.</a:t>
            </a:r>
            <a:endParaRPr sz="1450">
              <a:latin typeface="Trebuchet MS"/>
              <a:cs typeface="Trebuchet MS"/>
            </a:endParaRPr>
          </a:p>
          <a:p>
            <a:pPr marL="774065">
              <a:lnSpc>
                <a:spcPts val="1655"/>
              </a:lnSpc>
            </a:pPr>
            <a:r>
              <a:rPr dirty="0" sz="1450" spc="-30" b="1">
                <a:latin typeface="Trebuchet MS"/>
                <a:cs typeface="Trebuchet MS"/>
              </a:rPr>
              <a:t>Negative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trend:</a:t>
            </a:r>
            <a:r>
              <a:rPr dirty="0" sz="1450" spc="-1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Higher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associated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lower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values</a:t>
            </a:r>
            <a:endParaRPr sz="1450">
              <a:latin typeface="Trebuchet MS"/>
              <a:cs typeface="Trebuchet MS"/>
            </a:endParaRPr>
          </a:p>
          <a:p>
            <a:pPr marL="774065">
              <a:lnSpc>
                <a:spcPts val="1725"/>
              </a:lnSpc>
            </a:pP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other.</a:t>
            </a:r>
            <a:endParaRPr sz="1450">
              <a:latin typeface="Trebuchet MS"/>
              <a:cs typeface="Trebuchet MS"/>
            </a:endParaRPr>
          </a:p>
          <a:p>
            <a:pPr marL="774065">
              <a:lnSpc>
                <a:spcPts val="1735"/>
              </a:lnSpc>
            </a:pPr>
            <a:r>
              <a:rPr dirty="0" sz="1450" b="1">
                <a:latin typeface="Trebuchet MS"/>
                <a:cs typeface="Trebuchet MS"/>
              </a:rPr>
              <a:t>No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trend:</a:t>
            </a:r>
            <a:r>
              <a:rPr dirty="0" sz="1450" spc="-25" b="1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consistent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direction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relationship.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 spc="-10" b="1">
                <a:latin typeface="Trebuchet MS"/>
                <a:cs typeface="Trebuchet MS"/>
              </a:rPr>
              <a:t>Strength</a:t>
            </a:r>
            <a:endParaRPr sz="1450">
              <a:latin typeface="Trebuchet MS"/>
              <a:cs typeface="Trebuchet MS"/>
            </a:endParaRPr>
          </a:p>
          <a:p>
            <a:pPr marL="774065">
              <a:lnSpc>
                <a:spcPts val="1735"/>
              </a:lnSpc>
              <a:spcBef>
                <a:spcPts val="1410"/>
              </a:spcBef>
            </a:pPr>
            <a:r>
              <a:rPr dirty="0" sz="1450" spc="-25" b="1">
                <a:latin typeface="Trebuchet MS"/>
                <a:cs typeface="Trebuchet MS"/>
              </a:rPr>
              <a:t>Strong:</a:t>
            </a:r>
            <a:r>
              <a:rPr dirty="0" sz="1450" spc="-15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Points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close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imaginary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line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curve.</a:t>
            </a:r>
            <a:endParaRPr sz="1450">
              <a:latin typeface="Trebuchet MS"/>
              <a:cs typeface="Trebuchet MS"/>
            </a:endParaRPr>
          </a:p>
          <a:p>
            <a:pPr marL="774065">
              <a:lnSpc>
                <a:spcPts val="1725"/>
              </a:lnSpc>
            </a:pPr>
            <a:r>
              <a:rPr dirty="0" sz="1450" spc="-75" b="1">
                <a:latin typeface="Trebuchet MS"/>
                <a:cs typeface="Trebuchet MS"/>
              </a:rPr>
              <a:t>Weak: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Points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widely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scattered.</a:t>
            </a:r>
            <a:endParaRPr sz="1450">
              <a:latin typeface="Trebuchet MS"/>
              <a:cs typeface="Trebuchet MS"/>
            </a:endParaRPr>
          </a:p>
          <a:p>
            <a:pPr marL="774065" marR="262890">
              <a:lnSpc>
                <a:spcPts val="1730"/>
              </a:lnSpc>
              <a:spcBef>
                <a:spcPts val="60"/>
              </a:spcBef>
            </a:pPr>
            <a:r>
              <a:rPr dirty="0" sz="1450">
                <a:latin typeface="Trebuchet MS"/>
                <a:cs typeface="Trebuchet MS"/>
              </a:rPr>
              <a:t>Consider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strength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constant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or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changes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across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range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75">
                <a:latin typeface="Trebuchet MS"/>
                <a:cs typeface="Trebuchet MS"/>
              </a:rPr>
              <a:t>(e.g., </a:t>
            </a:r>
            <a:r>
              <a:rPr dirty="0" sz="1450" spc="-10">
                <a:latin typeface="Trebuchet MS"/>
                <a:cs typeface="Trebuchet MS"/>
              </a:rPr>
              <a:t>heteroscedasticity).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8992" y="3185389"/>
            <a:ext cx="3206115" cy="0"/>
          </a:xfrm>
          <a:custGeom>
            <a:avLst/>
            <a:gdLst/>
            <a:ahLst/>
            <a:cxnLst/>
            <a:rect l="l" t="t" r="r" b="b"/>
            <a:pathLst>
              <a:path w="3206115" h="0">
                <a:moveTo>
                  <a:pt x="0" y="0"/>
                </a:moveTo>
                <a:lnTo>
                  <a:pt x="3206088" y="0"/>
                </a:lnTo>
              </a:path>
            </a:pathLst>
          </a:custGeom>
          <a:ln w="4364">
            <a:solidFill>
              <a:srgbClr val="EBEBEB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8987" y="2447683"/>
            <a:ext cx="1101725" cy="4445"/>
          </a:xfrm>
          <a:custGeom>
            <a:avLst/>
            <a:gdLst/>
            <a:ahLst/>
            <a:cxnLst/>
            <a:rect l="l" t="t" r="r" b="b"/>
            <a:pathLst>
              <a:path w="1101725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1101725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1101725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1101725" h="4444">
                <a:moveTo>
                  <a:pt x="171310" y="0"/>
                </a:moveTo>
                <a:lnTo>
                  <a:pt x="146837" y="0"/>
                </a:lnTo>
                <a:lnTo>
                  <a:pt x="146837" y="4356"/>
                </a:lnTo>
                <a:lnTo>
                  <a:pt x="171310" y="4356"/>
                </a:lnTo>
                <a:lnTo>
                  <a:pt x="171310" y="0"/>
                </a:lnTo>
                <a:close/>
              </a:path>
              <a:path w="1101725" h="4444">
                <a:moveTo>
                  <a:pt x="220268" y="0"/>
                </a:moveTo>
                <a:lnTo>
                  <a:pt x="195795" y="0"/>
                </a:lnTo>
                <a:lnTo>
                  <a:pt x="195795" y="4356"/>
                </a:lnTo>
                <a:lnTo>
                  <a:pt x="220268" y="4356"/>
                </a:lnTo>
                <a:lnTo>
                  <a:pt x="220268" y="0"/>
                </a:lnTo>
                <a:close/>
              </a:path>
              <a:path w="1101725" h="4444">
                <a:moveTo>
                  <a:pt x="269214" y="0"/>
                </a:moveTo>
                <a:lnTo>
                  <a:pt x="244741" y="0"/>
                </a:lnTo>
                <a:lnTo>
                  <a:pt x="244741" y="4356"/>
                </a:lnTo>
                <a:lnTo>
                  <a:pt x="269214" y="4356"/>
                </a:lnTo>
                <a:lnTo>
                  <a:pt x="269214" y="0"/>
                </a:lnTo>
                <a:close/>
              </a:path>
              <a:path w="1101725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1101725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1101725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1101725" h="4444">
                <a:moveTo>
                  <a:pt x="464997" y="0"/>
                </a:moveTo>
                <a:lnTo>
                  <a:pt x="440524" y="0"/>
                </a:lnTo>
                <a:lnTo>
                  <a:pt x="440524" y="4356"/>
                </a:lnTo>
                <a:lnTo>
                  <a:pt x="464997" y="4356"/>
                </a:lnTo>
                <a:lnTo>
                  <a:pt x="464997" y="0"/>
                </a:lnTo>
                <a:close/>
              </a:path>
              <a:path w="1101725" h="4444">
                <a:moveTo>
                  <a:pt x="513956" y="0"/>
                </a:moveTo>
                <a:lnTo>
                  <a:pt x="489483" y="0"/>
                </a:lnTo>
                <a:lnTo>
                  <a:pt x="489483" y="4356"/>
                </a:lnTo>
                <a:lnTo>
                  <a:pt x="513956" y="4356"/>
                </a:lnTo>
                <a:lnTo>
                  <a:pt x="513956" y="0"/>
                </a:lnTo>
                <a:close/>
              </a:path>
              <a:path w="1101725" h="4444">
                <a:moveTo>
                  <a:pt x="562902" y="0"/>
                </a:moveTo>
                <a:lnTo>
                  <a:pt x="538429" y="0"/>
                </a:lnTo>
                <a:lnTo>
                  <a:pt x="538429" y="4356"/>
                </a:lnTo>
                <a:lnTo>
                  <a:pt x="562902" y="4356"/>
                </a:lnTo>
                <a:lnTo>
                  <a:pt x="562902" y="0"/>
                </a:lnTo>
                <a:close/>
              </a:path>
              <a:path w="1101725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1101725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1101725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1101725" h="4444">
                <a:moveTo>
                  <a:pt x="758685" y="0"/>
                </a:moveTo>
                <a:lnTo>
                  <a:pt x="734212" y="0"/>
                </a:lnTo>
                <a:lnTo>
                  <a:pt x="734212" y="4356"/>
                </a:lnTo>
                <a:lnTo>
                  <a:pt x="758685" y="4356"/>
                </a:lnTo>
                <a:lnTo>
                  <a:pt x="758685" y="0"/>
                </a:lnTo>
                <a:close/>
              </a:path>
              <a:path w="1101725" h="4444">
                <a:moveTo>
                  <a:pt x="807643" y="0"/>
                </a:moveTo>
                <a:lnTo>
                  <a:pt x="783170" y="0"/>
                </a:lnTo>
                <a:lnTo>
                  <a:pt x="783170" y="4356"/>
                </a:lnTo>
                <a:lnTo>
                  <a:pt x="807643" y="4356"/>
                </a:lnTo>
                <a:lnTo>
                  <a:pt x="807643" y="0"/>
                </a:lnTo>
                <a:close/>
              </a:path>
              <a:path w="1101725" h="4444">
                <a:moveTo>
                  <a:pt x="856589" y="0"/>
                </a:moveTo>
                <a:lnTo>
                  <a:pt x="832116" y="0"/>
                </a:lnTo>
                <a:lnTo>
                  <a:pt x="832116" y="4356"/>
                </a:lnTo>
                <a:lnTo>
                  <a:pt x="856589" y="4356"/>
                </a:lnTo>
                <a:lnTo>
                  <a:pt x="856589" y="0"/>
                </a:lnTo>
                <a:close/>
              </a:path>
              <a:path w="1101725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1101725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  <a:path w="1101725" h="4444">
                <a:moveTo>
                  <a:pt x="1003427" y="0"/>
                </a:moveTo>
                <a:lnTo>
                  <a:pt x="978954" y="0"/>
                </a:lnTo>
                <a:lnTo>
                  <a:pt x="978954" y="4356"/>
                </a:lnTo>
                <a:lnTo>
                  <a:pt x="1003427" y="4356"/>
                </a:lnTo>
                <a:lnTo>
                  <a:pt x="1003427" y="0"/>
                </a:lnTo>
                <a:close/>
              </a:path>
              <a:path w="1101725" h="4444">
                <a:moveTo>
                  <a:pt x="1052372" y="0"/>
                </a:moveTo>
                <a:lnTo>
                  <a:pt x="1027899" y="0"/>
                </a:lnTo>
                <a:lnTo>
                  <a:pt x="1027899" y="4356"/>
                </a:lnTo>
                <a:lnTo>
                  <a:pt x="1052372" y="4356"/>
                </a:lnTo>
                <a:lnTo>
                  <a:pt x="1052372" y="0"/>
                </a:lnTo>
                <a:close/>
              </a:path>
              <a:path w="1101725" h="4444">
                <a:moveTo>
                  <a:pt x="1101331" y="0"/>
                </a:moveTo>
                <a:lnTo>
                  <a:pt x="1076858" y="0"/>
                </a:lnTo>
                <a:lnTo>
                  <a:pt x="1076858" y="4356"/>
                </a:lnTo>
                <a:lnTo>
                  <a:pt x="1101331" y="4356"/>
                </a:lnTo>
                <a:lnTo>
                  <a:pt x="110133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503220" y="2447683"/>
            <a:ext cx="1542415" cy="4445"/>
          </a:xfrm>
          <a:custGeom>
            <a:avLst/>
            <a:gdLst/>
            <a:ahLst/>
            <a:cxnLst/>
            <a:rect l="l" t="t" r="r" b="b"/>
            <a:pathLst>
              <a:path w="1542414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1542414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1542414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1542414" h="4444">
                <a:moveTo>
                  <a:pt x="171310" y="0"/>
                </a:moveTo>
                <a:lnTo>
                  <a:pt x="146837" y="0"/>
                </a:lnTo>
                <a:lnTo>
                  <a:pt x="146837" y="4356"/>
                </a:lnTo>
                <a:lnTo>
                  <a:pt x="171310" y="4356"/>
                </a:lnTo>
                <a:lnTo>
                  <a:pt x="171310" y="0"/>
                </a:lnTo>
                <a:close/>
              </a:path>
              <a:path w="1542414" h="4444">
                <a:moveTo>
                  <a:pt x="220256" y="0"/>
                </a:moveTo>
                <a:lnTo>
                  <a:pt x="195783" y="0"/>
                </a:lnTo>
                <a:lnTo>
                  <a:pt x="195783" y="4356"/>
                </a:lnTo>
                <a:lnTo>
                  <a:pt x="220256" y="4356"/>
                </a:lnTo>
                <a:lnTo>
                  <a:pt x="220256" y="0"/>
                </a:lnTo>
                <a:close/>
              </a:path>
              <a:path w="1542414" h="4444">
                <a:moveTo>
                  <a:pt x="269201" y="0"/>
                </a:moveTo>
                <a:lnTo>
                  <a:pt x="244729" y="0"/>
                </a:lnTo>
                <a:lnTo>
                  <a:pt x="244729" y="4356"/>
                </a:lnTo>
                <a:lnTo>
                  <a:pt x="269201" y="4356"/>
                </a:lnTo>
                <a:lnTo>
                  <a:pt x="269201" y="0"/>
                </a:lnTo>
                <a:close/>
              </a:path>
              <a:path w="1542414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1542414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1542414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1542414" h="4444">
                <a:moveTo>
                  <a:pt x="464997" y="0"/>
                </a:moveTo>
                <a:lnTo>
                  <a:pt x="440524" y="0"/>
                </a:lnTo>
                <a:lnTo>
                  <a:pt x="440524" y="4356"/>
                </a:lnTo>
                <a:lnTo>
                  <a:pt x="464997" y="4356"/>
                </a:lnTo>
                <a:lnTo>
                  <a:pt x="464997" y="0"/>
                </a:lnTo>
                <a:close/>
              </a:path>
              <a:path w="1542414" h="4444">
                <a:moveTo>
                  <a:pt x="513943" y="0"/>
                </a:moveTo>
                <a:lnTo>
                  <a:pt x="489470" y="0"/>
                </a:lnTo>
                <a:lnTo>
                  <a:pt x="489470" y="4356"/>
                </a:lnTo>
                <a:lnTo>
                  <a:pt x="513943" y="4356"/>
                </a:lnTo>
                <a:lnTo>
                  <a:pt x="513943" y="0"/>
                </a:lnTo>
                <a:close/>
              </a:path>
              <a:path w="1542414" h="4444">
                <a:moveTo>
                  <a:pt x="562889" y="0"/>
                </a:moveTo>
                <a:lnTo>
                  <a:pt x="538416" y="0"/>
                </a:lnTo>
                <a:lnTo>
                  <a:pt x="538416" y="4356"/>
                </a:lnTo>
                <a:lnTo>
                  <a:pt x="562889" y="4356"/>
                </a:lnTo>
                <a:lnTo>
                  <a:pt x="562889" y="0"/>
                </a:lnTo>
                <a:close/>
              </a:path>
              <a:path w="1542414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1542414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1542414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1542414" h="4444">
                <a:moveTo>
                  <a:pt x="758685" y="0"/>
                </a:moveTo>
                <a:lnTo>
                  <a:pt x="734212" y="0"/>
                </a:lnTo>
                <a:lnTo>
                  <a:pt x="734212" y="4356"/>
                </a:lnTo>
                <a:lnTo>
                  <a:pt x="758685" y="4356"/>
                </a:lnTo>
                <a:lnTo>
                  <a:pt x="758685" y="0"/>
                </a:lnTo>
                <a:close/>
              </a:path>
              <a:path w="1542414" h="4444">
                <a:moveTo>
                  <a:pt x="807631" y="0"/>
                </a:moveTo>
                <a:lnTo>
                  <a:pt x="783158" y="0"/>
                </a:lnTo>
                <a:lnTo>
                  <a:pt x="783158" y="4356"/>
                </a:lnTo>
                <a:lnTo>
                  <a:pt x="807631" y="4356"/>
                </a:lnTo>
                <a:lnTo>
                  <a:pt x="807631" y="0"/>
                </a:lnTo>
                <a:close/>
              </a:path>
              <a:path w="1542414" h="4444">
                <a:moveTo>
                  <a:pt x="856576" y="0"/>
                </a:moveTo>
                <a:lnTo>
                  <a:pt x="832104" y="0"/>
                </a:lnTo>
                <a:lnTo>
                  <a:pt x="832104" y="4356"/>
                </a:lnTo>
                <a:lnTo>
                  <a:pt x="856576" y="4356"/>
                </a:lnTo>
                <a:lnTo>
                  <a:pt x="856576" y="0"/>
                </a:lnTo>
                <a:close/>
              </a:path>
              <a:path w="1542414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1542414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  <a:path w="1542414" h="4444">
                <a:moveTo>
                  <a:pt x="1003427" y="0"/>
                </a:moveTo>
                <a:lnTo>
                  <a:pt x="978954" y="0"/>
                </a:lnTo>
                <a:lnTo>
                  <a:pt x="978954" y="4356"/>
                </a:lnTo>
                <a:lnTo>
                  <a:pt x="1003427" y="4356"/>
                </a:lnTo>
                <a:lnTo>
                  <a:pt x="1003427" y="0"/>
                </a:lnTo>
                <a:close/>
              </a:path>
              <a:path w="1542414" h="4444">
                <a:moveTo>
                  <a:pt x="1052372" y="0"/>
                </a:moveTo>
                <a:lnTo>
                  <a:pt x="1027899" y="0"/>
                </a:lnTo>
                <a:lnTo>
                  <a:pt x="1027899" y="4356"/>
                </a:lnTo>
                <a:lnTo>
                  <a:pt x="1052372" y="4356"/>
                </a:lnTo>
                <a:lnTo>
                  <a:pt x="1052372" y="0"/>
                </a:lnTo>
                <a:close/>
              </a:path>
              <a:path w="1542414" h="4444">
                <a:moveTo>
                  <a:pt x="1101318" y="0"/>
                </a:moveTo>
                <a:lnTo>
                  <a:pt x="1076845" y="0"/>
                </a:lnTo>
                <a:lnTo>
                  <a:pt x="1076845" y="4356"/>
                </a:lnTo>
                <a:lnTo>
                  <a:pt x="1101318" y="4356"/>
                </a:lnTo>
                <a:lnTo>
                  <a:pt x="1101318" y="0"/>
                </a:lnTo>
                <a:close/>
              </a:path>
              <a:path w="1542414" h="4444">
                <a:moveTo>
                  <a:pt x="1150264" y="0"/>
                </a:moveTo>
                <a:lnTo>
                  <a:pt x="1125791" y="0"/>
                </a:lnTo>
                <a:lnTo>
                  <a:pt x="1125791" y="4356"/>
                </a:lnTo>
                <a:lnTo>
                  <a:pt x="1150264" y="4356"/>
                </a:lnTo>
                <a:lnTo>
                  <a:pt x="1150264" y="0"/>
                </a:lnTo>
                <a:close/>
              </a:path>
              <a:path w="1542414" h="4444">
                <a:moveTo>
                  <a:pt x="1199222" y="0"/>
                </a:moveTo>
                <a:lnTo>
                  <a:pt x="1174750" y="0"/>
                </a:lnTo>
                <a:lnTo>
                  <a:pt x="1174750" y="4356"/>
                </a:lnTo>
                <a:lnTo>
                  <a:pt x="1199222" y="4356"/>
                </a:lnTo>
                <a:lnTo>
                  <a:pt x="1199222" y="0"/>
                </a:lnTo>
                <a:close/>
              </a:path>
              <a:path w="1542414" h="4444">
                <a:moveTo>
                  <a:pt x="1248168" y="0"/>
                </a:moveTo>
                <a:lnTo>
                  <a:pt x="1223695" y="0"/>
                </a:lnTo>
                <a:lnTo>
                  <a:pt x="1223695" y="4356"/>
                </a:lnTo>
                <a:lnTo>
                  <a:pt x="1248168" y="4356"/>
                </a:lnTo>
                <a:lnTo>
                  <a:pt x="1248168" y="0"/>
                </a:lnTo>
                <a:close/>
              </a:path>
              <a:path w="1542414" h="4444">
                <a:moveTo>
                  <a:pt x="1297114" y="0"/>
                </a:moveTo>
                <a:lnTo>
                  <a:pt x="1272641" y="0"/>
                </a:lnTo>
                <a:lnTo>
                  <a:pt x="1272641" y="4356"/>
                </a:lnTo>
                <a:lnTo>
                  <a:pt x="1297114" y="4356"/>
                </a:lnTo>
                <a:lnTo>
                  <a:pt x="1297114" y="0"/>
                </a:lnTo>
                <a:close/>
              </a:path>
              <a:path w="1542414" h="4444">
                <a:moveTo>
                  <a:pt x="1346060" y="0"/>
                </a:moveTo>
                <a:lnTo>
                  <a:pt x="1321587" y="0"/>
                </a:lnTo>
                <a:lnTo>
                  <a:pt x="1321587" y="4356"/>
                </a:lnTo>
                <a:lnTo>
                  <a:pt x="1346060" y="4356"/>
                </a:lnTo>
                <a:lnTo>
                  <a:pt x="1346060" y="0"/>
                </a:lnTo>
                <a:close/>
              </a:path>
              <a:path w="1542414" h="4444">
                <a:moveTo>
                  <a:pt x="1395006" y="0"/>
                </a:moveTo>
                <a:lnTo>
                  <a:pt x="1370533" y="0"/>
                </a:lnTo>
                <a:lnTo>
                  <a:pt x="1370533" y="4356"/>
                </a:lnTo>
                <a:lnTo>
                  <a:pt x="1395006" y="4356"/>
                </a:lnTo>
                <a:lnTo>
                  <a:pt x="1395006" y="0"/>
                </a:lnTo>
                <a:close/>
              </a:path>
              <a:path w="1542414" h="4444">
                <a:moveTo>
                  <a:pt x="1443951" y="0"/>
                </a:moveTo>
                <a:lnTo>
                  <a:pt x="1419479" y="0"/>
                </a:lnTo>
                <a:lnTo>
                  <a:pt x="1419479" y="4356"/>
                </a:lnTo>
                <a:lnTo>
                  <a:pt x="1443951" y="4356"/>
                </a:lnTo>
                <a:lnTo>
                  <a:pt x="1443951" y="0"/>
                </a:lnTo>
                <a:close/>
              </a:path>
              <a:path w="1542414" h="4444">
                <a:moveTo>
                  <a:pt x="1492910" y="0"/>
                </a:moveTo>
                <a:lnTo>
                  <a:pt x="1468437" y="0"/>
                </a:lnTo>
                <a:lnTo>
                  <a:pt x="1468437" y="4356"/>
                </a:lnTo>
                <a:lnTo>
                  <a:pt x="1492910" y="4356"/>
                </a:lnTo>
                <a:lnTo>
                  <a:pt x="1492910" y="0"/>
                </a:lnTo>
                <a:close/>
              </a:path>
              <a:path w="1542414" h="4444">
                <a:moveTo>
                  <a:pt x="1541856" y="0"/>
                </a:moveTo>
                <a:lnTo>
                  <a:pt x="1517383" y="0"/>
                </a:lnTo>
                <a:lnTo>
                  <a:pt x="1517383" y="4356"/>
                </a:lnTo>
                <a:lnTo>
                  <a:pt x="1541856" y="4356"/>
                </a:lnTo>
                <a:lnTo>
                  <a:pt x="1541856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38987" y="1712150"/>
            <a:ext cx="1689100" cy="4445"/>
          </a:xfrm>
          <a:custGeom>
            <a:avLst/>
            <a:gdLst/>
            <a:ahLst/>
            <a:cxnLst/>
            <a:rect l="l" t="t" r="r" b="b"/>
            <a:pathLst>
              <a:path w="1689100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689100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689100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689100" h="4444">
                <a:moveTo>
                  <a:pt x="171310" y="0"/>
                </a:moveTo>
                <a:lnTo>
                  <a:pt x="146837" y="0"/>
                </a:lnTo>
                <a:lnTo>
                  <a:pt x="146837" y="4368"/>
                </a:lnTo>
                <a:lnTo>
                  <a:pt x="171310" y="4368"/>
                </a:lnTo>
                <a:lnTo>
                  <a:pt x="171310" y="0"/>
                </a:lnTo>
                <a:close/>
              </a:path>
              <a:path w="1689100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689100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689100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689100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689100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689100" h="4444">
                <a:moveTo>
                  <a:pt x="464997" y="0"/>
                </a:moveTo>
                <a:lnTo>
                  <a:pt x="440524" y="0"/>
                </a:lnTo>
                <a:lnTo>
                  <a:pt x="440524" y="4368"/>
                </a:lnTo>
                <a:lnTo>
                  <a:pt x="464997" y="4368"/>
                </a:lnTo>
                <a:lnTo>
                  <a:pt x="464997" y="0"/>
                </a:lnTo>
                <a:close/>
              </a:path>
              <a:path w="1689100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689100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689100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689100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689100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689100" h="4444">
                <a:moveTo>
                  <a:pt x="758685" y="0"/>
                </a:moveTo>
                <a:lnTo>
                  <a:pt x="734212" y="0"/>
                </a:lnTo>
                <a:lnTo>
                  <a:pt x="734212" y="4368"/>
                </a:lnTo>
                <a:lnTo>
                  <a:pt x="758685" y="4368"/>
                </a:lnTo>
                <a:lnTo>
                  <a:pt x="758685" y="0"/>
                </a:lnTo>
                <a:close/>
              </a:path>
              <a:path w="1689100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689100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689100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689100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689100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689100" h="4444">
                <a:moveTo>
                  <a:pt x="1052372" y="0"/>
                </a:moveTo>
                <a:lnTo>
                  <a:pt x="1027899" y="0"/>
                </a:lnTo>
                <a:lnTo>
                  <a:pt x="1027899" y="4368"/>
                </a:lnTo>
                <a:lnTo>
                  <a:pt x="1052372" y="4368"/>
                </a:lnTo>
                <a:lnTo>
                  <a:pt x="1052372" y="0"/>
                </a:lnTo>
                <a:close/>
              </a:path>
              <a:path w="1689100" h="4444">
                <a:moveTo>
                  <a:pt x="1101331" y="0"/>
                </a:moveTo>
                <a:lnTo>
                  <a:pt x="1076858" y="0"/>
                </a:lnTo>
                <a:lnTo>
                  <a:pt x="1076858" y="4368"/>
                </a:lnTo>
                <a:lnTo>
                  <a:pt x="1101331" y="4368"/>
                </a:lnTo>
                <a:lnTo>
                  <a:pt x="1101331" y="0"/>
                </a:lnTo>
                <a:close/>
              </a:path>
              <a:path w="1689100" h="4444">
                <a:moveTo>
                  <a:pt x="1150277" y="0"/>
                </a:moveTo>
                <a:lnTo>
                  <a:pt x="1125804" y="0"/>
                </a:lnTo>
                <a:lnTo>
                  <a:pt x="1125804" y="4368"/>
                </a:lnTo>
                <a:lnTo>
                  <a:pt x="1150277" y="4368"/>
                </a:lnTo>
                <a:lnTo>
                  <a:pt x="1150277" y="0"/>
                </a:lnTo>
                <a:close/>
              </a:path>
              <a:path w="1689100" h="4444">
                <a:moveTo>
                  <a:pt x="1199222" y="0"/>
                </a:moveTo>
                <a:lnTo>
                  <a:pt x="1174750" y="0"/>
                </a:lnTo>
                <a:lnTo>
                  <a:pt x="1174750" y="4368"/>
                </a:lnTo>
                <a:lnTo>
                  <a:pt x="1199222" y="4368"/>
                </a:lnTo>
                <a:lnTo>
                  <a:pt x="1199222" y="0"/>
                </a:lnTo>
                <a:close/>
              </a:path>
              <a:path w="1689100" h="4444">
                <a:moveTo>
                  <a:pt x="1248168" y="0"/>
                </a:moveTo>
                <a:lnTo>
                  <a:pt x="1223695" y="0"/>
                </a:lnTo>
                <a:lnTo>
                  <a:pt x="1223695" y="4368"/>
                </a:lnTo>
                <a:lnTo>
                  <a:pt x="1248168" y="4368"/>
                </a:lnTo>
                <a:lnTo>
                  <a:pt x="1248168" y="0"/>
                </a:lnTo>
                <a:close/>
              </a:path>
              <a:path w="1689100" h="4444">
                <a:moveTo>
                  <a:pt x="1297114" y="0"/>
                </a:moveTo>
                <a:lnTo>
                  <a:pt x="1272641" y="0"/>
                </a:lnTo>
                <a:lnTo>
                  <a:pt x="1272641" y="4368"/>
                </a:lnTo>
                <a:lnTo>
                  <a:pt x="1297114" y="4368"/>
                </a:lnTo>
                <a:lnTo>
                  <a:pt x="1297114" y="0"/>
                </a:lnTo>
                <a:close/>
              </a:path>
              <a:path w="1689100" h="4444">
                <a:moveTo>
                  <a:pt x="1346060" y="0"/>
                </a:moveTo>
                <a:lnTo>
                  <a:pt x="1321587" y="0"/>
                </a:lnTo>
                <a:lnTo>
                  <a:pt x="1321587" y="4368"/>
                </a:lnTo>
                <a:lnTo>
                  <a:pt x="1346060" y="4368"/>
                </a:lnTo>
                <a:lnTo>
                  <a:pt x="1346060" y="0"/>
                </a:lnTo>
                <a:close/>
              </a:path>
              <a:path w="1689100" h="4444">
                <a:moveTo>
                  <a:pt x="1395018" y="0"/>
                </a:moveTo>
                <a:lnTo>
                  <a:pt x="1370545" y="0"/>
                </a:lnTo>
                <a:lnTo>
                  <a:pt x="1370545" y="4368"/>
                </a:lnTo>
                <a:lnTo>
                  <a:pt x="1395018" y="4368"/>
                </a:lnTo>
                <a:lnTo>
                  <a:pt x="1395018" y="0"/>
                </a:lnTo>
                <a:close/>
              </a:path>
              <a:path w="1689100" h="4444">
                <a:moveTo>
                  <a:pt x="1443964" y="0"/>
                </a:moveTo>
                <a:lnTo>
                  <a:pt x="1419491" y="0"/>
                </a:lnTo>
                <a:lnTo>
                  <a:pt x="1419491" y="4368"/>
                </a:lnTo>
                <a:lnTo>
                  <a:pt x="1443964" y="4368"/>
                </a:lnTo>
                <a:lnTo>
                  <a:pt x="1443964" y="0"/>
                </a:lnTo>
                <a:close/>
              </a:path>
              <a:path w="1689100" h="4444">
                <a:moveTo>
                  <a:pt x="1492910" y="0"/>
                </a:moveTo>
                <a:lnTo>
                  <a:pt x="1468437" y="0"/>
                </a:lnTo>
                <a:lnTo>
                  <a:pt x="1468437" y="4368"/>
                </a:lnTo>
                <a:lnTo>
                  <a:pt x="1492910" y="4368"/>
                </a:lnTo>
                <a:lnTo>
                  <a:pt x="1492910" y="0"/>
                </a:lnTo>
                <a:close/>
              </a:path>
              <a:path w="1689100" h="4444">
                <a:moveTo>
                  <a:pt x="1541856" y="0"/>
                </a:moveTo>
                <a:lnTo>
                  <a:pt x="1517383" y="0"/>
                </a:lnTo>
                <a:lnTo>
                  <a:pt x="1517383" y="4368"/>
                </a:lnTo>
                <a:lnTo>
                  <a:pt x="1541856" y="4368"/>
                </a:lnTo>
                <a:lnTo>
                  <a:pt x="1541856" y="0"/>
                </a:lnTo>
                <a:close/>
              </a:path>
              <a:path w="1689100" h="4444">
                <a:moveTo>
                  <a:pt x="1590802" y="0"/>
                </a:moveTo>
                <a:lnTo>
                  <a:pt x="1566329" y="0"/>
                </a:lnTo>
                <a:lnTo>
                  <a:pt x="1566329" y="4368"/>
                </a:lnTo>
                <a:lnTo>
                  <a:pt x="1590802" y="4368"/>
                </a:lnTo>
                <a:lnTo>
                  <a:pt x="1590802" y="0"/>
                </a:lnTo>
                <a:close/>
              </a:path>
              <a:path w="1689100" h="4444">
                <a:moveTo>
                  <a:pt x="1639747" y="0"/>
                </a:moveTo>
                <a:lnTo>
                  <a:pt x="1615274" y="0"/>
                </a:lnTo>
                <a:lnTo>
                  <a:pt x="1615274" y="4368"/>
                </a:lnTo>
                <a:lnTo>
                  <a:pt x="1639747" y="4368"/>
                </a:lnTo>
                <a:lnTo>
                  <a:pt x="1639747" y="0"/>
                </a:lnTo>
                <a:close/>
              </a:path>
              <a:path w="1689100" h="4444">
                <a:moveTo>
                  <a:pt x="1688706" y="0"/>
                </a:moveTo>
                <a:lnTo>
                  <a:pt x="1664233" y="0"/>
                </a:lnTo>
                <a:lnTo>
                  <a:pt x="1664233" y="4368"/>
                </a:lnTo>
                <a:lnTo>
                  <a:pt x="1688706" y="4368"/>
                </a:lnTo>
                <a:lnTo>
                  <a:pt x="1688706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943745" y="1712150"/>
            <a:ext cx="1101725" cy="4445"/>
          </a:xfrm>
          <a:custGeom>
            <a:avLst/>
            <a:gdLst/>
            <a:ahLst/>
            <a:cxnLst/>
            <a:rect l="l" t="t" r="r" b="b"/>
            <a:pathLst>
              <a:path w="1101725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101725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101725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101725" h="4444">
                <a:moveTo>
                  <a:pt x="171323" y="0"/>
                </a:moveTo>
                <a:lnTo>
                  <a:pt x="146850" y="0"/>
                </a:lnTo>
                <a:lnTo>
                  <a:pt x="146850" y="4368"/>
                </a:lnTo>
                <a:lnTo>
                  <a:pt x="171323" y="4368"/>
                </a:lnTo>
                <a:lnTo>
                  <a:pt x="171323" y="0"/>
                </a:lnTo>
                <a:close/>
              </a:path>
              <a:path w="1101725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101725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101725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101725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101725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101725" h="4444">
                <a:moveTo>
                  <a:pt x="465010" y="0"/>
                </a:moveTo>
                <a:lnTo>
                  <a:pt x="440537" y="0"/>
                </a:lnTo>
                <a:lnTo>
                  <a:pt x="440537" y="4368"/>
                </a:lnTo>
                <a:lnTo>
                  <a:pt x="465010" y="4368"/>
                </a:lnTo>
                <a:lnTo>
                  <a:pt x="465010" y="0"/>
                </a:lnTo>
                <a:close/>
              </a:path>
              <a:path w="1101725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101725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101725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101725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101725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101725" h="4444">
                <a:moveTo>
                  <a:pt x="758698" y="0"/>
                </a:moveTo>
                <a:lnTo>
                  <a:pt x="734225" y="0"/>
                </a:lnTo>
                <a:lnTo>
                  <a:pt x="734225" y="4368"/>
                </a:lnTo>
                <a:lnTo>
                  <a:pt x="758698" y="4368"/>
                </a:lnTo>
                <a:lnTo>
                  <a:pt x="758698" y="0"/>
                </a:lnTo>
                <a:close/>
              </a:path>
              <a:path w="1101725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101725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101725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101725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101725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101725" h="4444">
                <a:moveTo>
                  <a:pt x="1052385" y="0"/>
                </a:moveTo>
                <a:lnTo>
                  <a:pt x="1027912" y="0"/>
                </a:lnTo>
                <a:lnTo>
                  <a:pt x="1027912" y="4368"/>
                </a:lnTo>
                <a:lnTo>
                  <a:pt x="1052385" y="4368"/>
                </a:lnTo>
                <a:lnTo>
                  <a:pt x="1052385" y="0"/>
                </a:lnTo>
                <a:close/>
              </a:path>
              <a:path w="1101725" h="4444">
                <a:moveTo>
                  <a:pt x="1101331" y="0"/>
                </a:moveTo>
                <a:lnTo>
                  <a:pt x="1076858" y="0"/>
                </a:lnTo>
                <a:lnTo>
                  <a:pt x="1076858" y="4368"/>
                </a:lnTo>
                <a:lnTo>
                  <a:pt x="1101331" y="4368"/>
                </a:lnTo>
                <a:lnTo>
                  <a:pt x="110133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616209" y="459540"/>
            <a:ext cx="3439795" cy="3430270"/>
            <a:chOff x="616209" y="459540"/>
            <a:chExt cx="3439795" cy="3430270"/>
          </a:xfrm>
        </p:grpSpPr>
        <p:sp>
          <p:nvSpPr>
            <p:cNvPr id="9" name="object 9" descr=""/>
            <p:cNvSpPr/>
            <p:nvPr/>
          </p:nvSpPr>
          <p:spPr>
            <a:xfrm>
              <a:off x="838992" y="978793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5001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77847" y="485507"/>
              <a:ext cx="734695" cy="3215005"/>
            </a:xfrm>
            <a:custGeom>
              <a:avLst/>
              <a:gdLst/>
              <a:ahLst/>
              <a:cxnLst/>
              <a:rect l="l" t="t" r="r" b="b"/>
              <a:pathLst>
                <a:path w="734694" h="3215004">
                  <a:moveTo>
                    <a:pt x="4343" y="3190214"/>
                  </a:moveTo>
                  <a:lnTo>
                    <a:pt x="0" y="3190214"/>
                  </a:lnTo>
                  <a:lnTo>
                    <a:pt x="0" y="3214751"/>
                  </a:lnTo>
                  <a:lnTo>
                    <a:pt x="4343" y="3214751"/>
                  </a:lnTo>
                  <a:lnTo>
                    <a:pt x="4343" y="3190214"/>
                  </a:lnTo>
                  <a:close/>
                </a:path>
                <a:path w="734694" h="3215004">
                  <a:moveTo>
                    <a:pt x="4343" y="3141129"/>
                  </a:moveTo>
                  <a:lnTo>
                    <a:pt x="0" y="3141129"/>
                  </a:lnTo>
                  <a:lnTo>
                    <a:pt x="0" y="3165665"/>
                  </a:lnTo>
                  <a:lnTo>
                    <a:pt x="4343" y="3165665"/>
                  </a:lnTo>
                  <a:lnTo>
                    <a:pt x="4343" y="3141129"/>
                  </a:lnTo>
                  <a:close/>
                </a:path>
                <a:path w="734694" h="3215004">
                  <a:moveTo>
                    <a:pt x="4343" y="3092043"/>
                  </a:moveTo>
                  <a:lnTo>
                    <a:pt x="0" y="3092043"/>
                  </a:lnTo>
                  <a:lnTo>
                    <a:pt x="0" y="3116592"/>
                  </a:lnTo>
                  <a:lnTo>
                    <a:pt x="4343" y="3116592"/>
                  </a:lnTo>
                  <a:lnTo>
                    <a:pt x="4343" y="3092043"/>
                  </a:lnTo>
                  <a:close/>
                </a:path>
                <a:path w="734694" h="3215004">
                  <a:moveTo>
                    <a:pt x="4343" y="3042970"/>
                  </a:moveTo>
                  <a:lnTo>
                    <a:pt x="0" y="3042970"/>
                  </a:lnTo>
                  <a:lnTo>
                    <a:pt x="0" y="3067507"/>
                  </a:lnTo>
                  <a:lnTo>
                    <a:pt x="4343" y="3067507"/>
                  </a:lnTo>
                  <a:lnTo>
                    <a:pt x="4343" y="3042970"/>
                  </a:lnTo>
                  <a:close/>
                </a:path>
                <a:path w="734694" h="3215004">
                  <a:moveTo>
                    <a:pt x="4343" y="2993885"/>
                  </a:moveTo>
                  <a:lnTo>
                    <a:pt x="0" y="2993885"/>
                  </a:lnTo>
                  <a:lnTo>
                    <a:pt x="0" y="3018434"/>
                  </a:lnTo>
                  <a:lnTo>
                    <a:pt x="4343" y="3018434"/>
                  </a:lnTo>
                  <a:lnTo>
                    <a:pt x="4343" y="2993885"/>
                  </a:lnTo>
                  <a:close/>
                </a:path>
                <a:path w="734694" h="3215004">
                  <a:moveTo>
                    <a:pt x="4343" y="2944812"/>
                  </a:moveTo>
                  <a:lnTo>
                    <a:pt x="0" y="2944812"/>
                  </a:lnTo>
                  <a:lnTo>
                    <a:pt x="0" y="2969349"/>
                  </a:lnTo>
                  <a:lnTo>
                    <a:pt x="4343" y="2969349"/>
                  </a:lnTo>
                  <a:lnTo>
                    <a:pt x="4343" y="2944812"/>
                  </a:lnTo>
                  <a:close/>
                </a:path>
                <a:path w="734694" h="3215004">
                  <a:moveTo>
                    <a:pt x="4343" y="2895727"/>
                  </a:moveTo>
                  <a:lnTo>
                    <a:pt x="0" y="2895727"/>
                  </a:lnTo>
                  <a:lnTo>
                    <a:pt x="0" y="2920263"/>
                  </a:lnTo>
                  <a:lnTo>
                    <a:pt x="4343" y="2920263"/>
                  </a:lnTo>
                  <a:lnTo>
                    <a:pt x="4343" y="2895727"/>
                  </a:lnTo>
                  <a:close/>
                </a:path>
                <a:path w="734694" h="3215004">
                  <a:moveTo>
                    <a:pt x="4343" y="2846654"/>
                  </a:moveTo>
                  <a:lnTo>
                    <a:pt x="0" y="2846654"/>
                  </a:lnTo>
                  <a:lnTo>
                    <a:pt x="0" y="2871190"/>
                  </a:lnTo>
                  <a:lnTo>
                    <a:pt x="4343" y="2871190"/>
                  </a:lnTo>
                  <a:lnTo>
                    <a:pt x="4343" y="2846654"/>
                  </a:lnTo>
                  <a:close/>
                </a:path>
                <a:path w="734694" h="3215004">
                  <a:moveTo>
                    <a:pt x="4343" y="2797568"/>
                  </a:moveTo>
                  <a:lnTo>
                    <a:pt x="0" y="2797568"/>
                  </a:lnTo>
                  <a:lnTo>
                    <a:pt x="0" y="2822105"/>
                  </a:lnTo>
                  <a:lnTo>
                    <a:pt x="4343" y="2822105"/>
                  </a:lnTo>
                  <a:lnTo>
                    <a:pt x="4343" y="2797568"/>
                  </a:lnTo>
                  <a:close/>
                </a:path>
                <a:path w="734694" h="3215004">
                  <a:moveTo>
                    <a:pt x="4343" y="2748483"/>
                  </a:moveTo>
                  <a:lnTo>
                    <a:pt x="0" y="2748483"/>
                  </a:lnTo>
                  <a:lnTo>
                    <a:pt x="0" y="2773032"/>
                  </a:lnTo>
                  <a:lnTo>
                    <a:pt x="4343" y="2773032"/>
                  </a:lnTo>
                  <a:lnTo>
                    <a:pt x="4343" y="2748483"/>
                  </a:lnTo>
                  <a:close/>
                </a:path>
                <a:path w="734694" h="3215004">
                  <a:moveTo>
                    <a:pt x="4343" y="2699410"/>
                  </a:moveTo>
                  <a:lnTo>
                    <a:pt x="0" y="2699410"/>
                  </a:lnTo>
                  <a:lnTo>
                    <a:pt x="0" y="2723946"/>
                  </a:lnTo>
                  <a:lnTo>
                    <a:pt x="4343" y="2723946"/>
                  </a:lnTo>
                  <a:lnTo>
                    <a:pt x="4343" y="2699410"/>
                  </a:lnTo>
                  <a:close/>
                </a:path>
                <a:path w="734694" h="3215004">
                  <a:moveTo>
                    <a:pt x="4343" y="2650325"/>
                  </a:moveTo>
                  <a:lnTo>
                    <a:pt x="0" y="2650325"/>
                  </a:lnTo>
                  <a:lnTo>
                    <a:pt x="0" y="2674874"/>
                  </a:lnTo>
                  <a:lnTo>
                    <a:pt x="4343" y="2674874"/>
                  </a:lnTo>
                  <a:lnTo>
                    <a:pt x="4343" y="2650325"/>
                  </a:lnTo>
                  <a:close/>
                </a:path>
                <a:path w="734694" h="3215004">
                  <a:moveTo>
                    <a:pt x="4343" y="2601252"/>
                  </a:moveTo>
                  <a:lnTo>
                    <a:pt x="0" y="2601252"/>
                  </a:lnTo>
                  <a:lnTo>
                    <a:pt x="0" y="2625788"/>
                  </a:lnTo>
                  <a:lnTo>
                    <a:pt x="4343" y="2625788"/>
                  </a:lnTo>
                  <a:lnTo>
                    <a:pt x="4343" y="2601252"/>
                  </a:lnTo>
                  <a:close/>
                </a:path>
                <a:path w="734694" h="3215004">
                  <a:moveTo>
                    <a:pt x="4343" y="2552166"/>
                  </a:moveTo>
                  <a:lnTo>
                    <a:pt x="0" y="2552166"/>
                  </a:lnTo>
                  <a:lnTo>
                    <a:pt x="0" y="2576703"/>
                  </a:lnTo>
                  <a:lnTo>
                    <a:pt x="4343" y="2576703"/>
                  </a:lnTo>
                  <a:lnTo>
                    <a:pt x="4343" y="2552166"/>
                  </a:lnTo>
                  <a:close/>
                </a:path>
                <a:path w="734694" h="3215004">
                  <a:moveTo>
                    <a:pt x="4343" y="2503081"/>
                  </a:moveTo>
                  <a:lnTo>
                    <a:pt x="0" y="2503081"/>
                  </a:lnTo>
                  <a:lnTo>
                    <a:pt x="0" y="2527630"/>
                  </a:lnTo>
                  <a:lnTo>
                    <a:pt x="4343" y="2527630"/>
                  </a:lnTo>
                  <a:lnTo>
                    <a:pt x="4343" y="2503081"/>
                  </a:lnTo>
                  <a:close/>
                </a:path>
                <a:path w="734694" h="3215004">
                  <a:moveTo>
                    <a:pt x="4343" y="2454008"/>
                  </a:moveTo>
                  <a:lnTo>
                    <a:pt x="0" y="2454008"/>
                  </a:lnTo>
                  <a:lnTo>
                    <a:pt x="0" y="2478544"/>
                  </a:lnTo>
                  <a:lnTo>
                    <a:pt x="4343" y="2478544"/>
                  </a:lnTo>
                  <a:lnTo>
                    <a:pt x="4343" y="2454008"/>
                  </a:lnTo>
                  <a:close/>
                </a:path>
                <a:path w="734694" h="3215004">
                  <a:moveTo>
                    <a:pt x="4343" y="2404922"/>
                  </a:moveTo>
                  <a:lnTo>
                    <a:pt x="0" y="2404922"/>
                  </a:lnTo>
                  <a:lnTo>
                    <a:pt x="0" y="2429472"/>
                  </a:lnTo>
                  <a:lnTo>
                    <a:pt x="4343" y="2429472"/>
                  </a:lnTo>
                  <a:lnTo>
                    <a:pt x="4343" y="2404922"/>
                  </a:lnTo>
                  <a:close/>
                </a:path>
                <a:path w="734694" h="3215004">
                  <a:moveTo>
                    <a:pt x="4343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43" y="2380386"/>
                  </a:lnTo>
                  <a:lnTo>
                    <a:pt x="4343" y="2355850"/>
                  </a:lnTo>
                  <a:close/>
                </a:path>
                <a:path w="734694" h="3215004">
                  <a:moveTo>
                    <a:pt x="4343" y="2306764"/>
                  </a:moveTo>
                  <a:lnTo>
                    <a:pt x="0" y="2306764"/>
                  </a:lnTo>
                  <a:lnTo>
                    <a:pt x="0" y="2331301"/>
                  </a:lnTo>
                  <a:lnTo>
                    <a:pt x="4343" y="2331301"/>
                  </a:lnTo>
                  <a:lnTo>
                    <a:pt x="4343" y="2306764"/>
                  </a:lnTo>
                  <a:close/>
                </a:path>
                <a:path w="734694" h="3215004">
                  <a:moveTo>
                    <a:pt x="4343" y="2257691"/>
                  </a:moveTo>
                  <a:lnTo>
                    <a:pt x="0" y="2257691"/>
                  </a:lnTo>
                  <a:lnTo>
                    <a:pt x="0" y="2282228"/>
                  </a:lnTo>
                  <a:lnTo>
                    <a:pt x="4343" y="2282228"/>
                  </a:lnTo>
                  <a:lnTo>
                    <a:pt x="4343" y="2257691"/>
                  </a:lnTo>
                  <a:close/>
                </a:path>
                <a:path w="734694" h="3215004">
                  <a:moveTo>
                    <a:pt x="4343" y="2208606"/>
                  </a:moveTo>
                  <a:lnTo>
                    <a:pt x="0" y="2208606"/>
                  </a:lnTo>
                  <a:lnTo>
                    <a:pt x="0" y="2233142"/>
                  </a:lnTo>
                  <a:lnTo>
                    <a:pt x="4343" y="2233142"/>
                  </a:lnTo>
                  <a:lnTo>
                    <a:pt x="4343" y="2208606"/>
                  </a:lnTo>
                  <a:close/>
                </a:path>
                <a:path w="734694" h="3215004">
                  <a:moveTo>
                    <a:pt x="4343" y="2159520"/>
                  </a:moveTo>
                  <a:lnTo>
                    <a:pt x="0" y="2159520"/>
                  </a:lnTo>
                  <a:lnTo>
                    <a:pt x="0" y="2184069"/>
                  </a:lnTo>
                  <a:lnTo>
                    <a:pt x="4343" y="2184069"/>
                  </a:lnTo>
                  <a:lnTo>
                    <a:pt x="4343" y="2159520"/>
                  </a:lnTo>
                  <a:close/>
                </a:path>
                <a:path w="734694" h="3215004">
                  <a:moveTo>
                    <a:pt x="4343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43" y="1889582"/>
                  </a:lnTo>
                  <a:lnTo>
                    <a:pt x="4343" y="1865045"/>
                  </a:lnTo>
                  <a:close/>
                </a:path>
                <a:path w="734694" h="3215004">
                  <a:moveTo>
                    <a:pt x="4343" y="1815960"/>
                  </a:moveTo>
                  <a:lnTo>
                    <a:pt x="0" y="1815960"/>
                  </a:lnTo>
                  <a:lnTo>
                    <a:pt x="0" y="1840509"/>
                  </a:lnTo>
                  <a:lnTo>
                    <a:pt x="4343" y="1840509"/>
                  </a:lnTo>
                  <a:lnTo>
                    <a:pt x="4343" y="1815960"/>
                  </a:lnTo>
                  <a:close/>
                </a:path>
                <a:path w="734694" h="3215004">
                  <a:moveTo>
                    <a:pt x="4343" y="1619643"/>
                  </a:moveTo>
                  <a:lnTo>
                    <a:pt x="0" y="1619643"/>
                  </a:lnTo>
                  <a:lnTo>
                    <a:pt x="0" y="1644180"/>
                  </a:lnTo>
                  <a:lnTo>
                    <a:pt x="4343" y="1644180"/>
                  </a:lnTo>
                  <a:lnTo>
                    <a:pt x="4343" y="1619643"/>
                  </a:lnTo>
                  <a:close/>
                </a:path>
                <a:path w="734694" h="3215004">
                  <a:moveTo>
                    <a:pt x="4343" y="1570558"/>
                  </a:moveTo>
                  <a:lnTo>
                    <a:pt x="0" y="1570558"/>
                  </a:lnTo>
                  <a:lnTo>
                    <a:pt x="0" y="1595107"/>
                  </a:lnTo>
                  <a:lnTo>
                    <a:pt x="4343" y="1595107"/>
                  </a:lnTo>
                  <a:lnTo>
                    <a:pt x="4343" y="1570558"/>
                  </a:lnTo>
                  <a:close/>
                </a:path>
                <a:path w="734694" h="3215004">
                  <a:moveTo>
                    <a:pt x="4343" y="1521485"/>
                  </a:moveTo>
                  <a:lnTo>
                    <a:pt x="0" y="1521485"/>
                  </a:lnTo>
                  <a:lnTo>
                    <a:pt x="0" y="1546021"/>
                  </a:lnTo>
                  <a:lnTo>
                    <a:pt x="4343" y="1546021"/>
                  </a:lnTo>
                  <a:lnTo>
                    <a:pt x="4343" y="1521485"/>
                  </a:lnTo>
                  <a:close/>
                </a:path>
                <a:path w="734694" h="3215004">
                  <a:moveTo>
                    <a:pt x="4343" y="1472399"/>
                  </a:moveTo>
                  <a:lnTo>
                    <a:pt x="0" y="1472399"/>
                  </a:lnTo>
                  <a:lnTo>
                    <a:pt x="0" y="1496949"/>
                  </a:lnTo>
                  <a:lnTo>
                    <a:pt x="4343" y="1496949"/>
                  </a:lnTo>
                  <a:lnTo>
                    <a:pt x="4343" y="1472399"/>
                  </a:lnTo>
                  <a:close/>
                </a:path>
                <a:path w="734694" h="3215004">
                  <a:moveTo>
                    <a:pt x="4343" y="1423327"/>
                  </a:moveTo>
                  <a:lnTo>
                    <a:pt x="0" y="1423327"/>
                  </a:lnTo>
                  <a:lnTo>
                    <a:pt x="0" y="1447863"/>
                  </a:lnTo>
                  <a:lnTo>
                    <a:pt x="4343" y="1447863"/>
                  </a:lnTo>
                  <a:lnTo>
                    <a:pt x="4343" y="1423327"/>
                  </a:lnTo>
                  <a:close/>
                </a:path>
                <a:path w="734694" h="3215004">
                  <a:moveTo>
                    <a:pt x="4343" y="1374241"/>
                  </a:moveTo>
                  <a:lnTo>
                    <a:pt x="0" y="1374241"/>
                  </a:lnTo>
                  <a:lnTo>
                    <a:pt x="0" y="1398778"/>
                  </a:lnTo>
                  <a:lnTo>
                    <a:pt x="4343" y="1398778"/>
                  </a:lnTo>
                  <a:lnTo>
                    <a:pt x="4343" y="1374241"/>
                  </a:lnTo>
                  <a:close/>
                </a:path>
                <a:path w="734694" h="3215004">
                  <a:moveTo>
                    <a:pt x="4343" y="1325168"/>
                  </a:moveTo>
                  <a:lnTo>
                    <a:pt x="0" y="1325168"/>
                  </a:lnTo>
                  <a:lnTo>
                    <a:pt x="0" y="1349705"/>
                  </a:lnTo>
                  <a:lnTo>
                    <a:pt x="4343" y="1349705"/>
                  </a:lnTo>
                  <a:lnTo>
                    <a:pt x="4343" y="1325168"/>
                  </a:lnTo>
                  <a:close/>
                </a:path>
                <a:path w="734694" h="3215004">
                  <a:moveTo>
                    <a:pt x="4343" y="1276083"/>
                  </a:moveTo>
                  <a:lnTo>
                    <a:pt x="0" y="1276083"/>
                  </a:lnTo>
                  <a:lnTo>
                    <a:pt x="0" y="1300619"/>
                  </a:lnTo>
                  <a:lnTo>
                    <a:pt x="4343" y="1300619"/>
                  </a:lnTo>
                  <a:lnTo>
                    <a:pt x="4343" y="1276083"/>
                  </a:lnTo>
                  <a:close/>
                </a:path>
                <a:path w="734694" h="3215004">
                  <a:moveTo>
                    <a:pt x="4343" y="1226997"/>
                  </a:moveTo>
                  <a:lnTo>
                    <a:pt x="0" y="1226997"/>
                  </a:lnTo>
                  <a:lnTo>
                    <a:pt x="0" y="1251546"/>
                  </a:lnTo>
                  <a:lnTo>
                    <a:pt x="4343" y="1251546"/>
                  </a:lnTo>
                  <a:lnTo>
                    <a:pt x="4343" y="1226997"/>
                  </a:lnTo>
                  <a:close/>
                </a:path>
                <a:path w="734694" h="3215004">
                  <a:moveTo>
                    <a:pt x="4343" y="1177925"/>
                  </a:moveTo>
                  <a:lnTo>
                    <a:pt x="0" y="1177925"/>
                  </a:lnTo>
                  <a:lnTo>
                    <a:pt x="0" y="1202461"/>
                  </a:lnTo>
                  <a:lnTo>
                    <a:pt x="4343" y="1202461"/>
                  </a:lnTo>
                  <a:lnTo>
                    <a:pt x="4343" y="1177925"/>
                  </a:lnTo>
                  <a:close/>
                </a:path>
                <a:path w="734694" h="3215004">
                  <a:moveTo>
                    <a:pt x="4343" y="1128839"/>
                  </a:moveTo>
                  <a:lnTo>
                    <a:pt x="0" y="1128839"/>
                  </a:lnTo>
                  <a:lnTo>
                    <a:pt x="0" y="1153375"/>
                  </a:lnTo>
                  <a:lnTo>
                    <a:pt x="4343" y="1153375"/>
                  </a:lnTo>
                  <a:lnTo>
                    <a:pt x="4343" y="1128839"/>
                  </a:lnTo>
                  <a:close/>
                </a:path>
                <a:path w="734694" h="3215004">
                  <a:moveTo>
                    <a:pt x="4343" y="1079766"/>
                  </a:moveTo>
                  <a:lnTo>
                    <a:pt x="0" y="1079766"/>
                  </a:lnTo>
                  <a:lnTo>
                    <a:pt x="0" y="1104303"/>
                  </a:lnTo>
                  <a:lnTo>
                    <a:pt x="4343" y="1104303"/>
                  </a:lnTo>
                  <a:lnTo>
                    <a:pt x="4343" y="1079766"/>
                  </a:lnTo>
                  <a:close/>
                </a:path>
                <a:path w="734694" h="3215004">
                  <a:moveTo>
                    <a:pt x="4343" y="1030681"/>
                  </a:moveTo>
                  <a:lnTo>
                    <a:pt x="0" y="1030681"/>
                  </a:lnTo>
                  <a:lnTo>
                    <a:pt x="0" y="1055217"/>
                  </a:lnTo>
                  <a:lnTo>
                    <a:pt x="4343" y="1055217"/>
                  </a:lnTo>
                  <a:lnTo>
                    <a:pt x="4343" y="1030681"/>
                  </a:lnTo>
                  <a:close/>
                </a:path>
                <a:path w="734694" h="3215004">
                  <a:moveTo>
                    <a:pt x="4343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43" y="1006144"/>
                  </a:lnTo>
                  <a:lnTo>
                    <a:pt x="4343" y="981595"/>
                  </a:lnTo>
                  <a:close/>
                </a:path>
                <a:path w="734694" h="3215004">
                  <a:moveTo>
                    <a:pt x="4343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43" y="957059"/>
                  </a:lnTo>
                  <a:lnTo>
                    <a:pt x="4343" y="932522"/>
                  </a:lnTo>
                  <a:close/>
                </a:path>
                <a:path w="734694" h="3215004">
                  <a:moveTo>
                    <a:pt x="4343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43" y="907986"/>
                  </a:lnTo>
                  <a:lnTo>
                    <a:pt x="4343" y="883437"/>
                  </a:lnTo>
                  <a:close/>
                </a:path>
                <a:path w="734694" h="3215004">
                  <a:moveTo>
                    <a:pt x="4343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43" y="858901"/>
                  </a:lnTo>
                  <a:lnTo>
                    <a:pt x="4343" y="834364"/>
                  </a:lnTo>
                  <a:close/>
                </a:path>
                <a:path w="734694" h="3215004">
                  <a:moveTo>
                    <a:pt x="4343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43" y="809815"/>
                  </a:lnTo>
                  <a:lnTo>
                    <a:pt x="4343" y="785279"/>
                  </a:lnTo>
                  <a:close/>
                </a:path>
                <a:path w="734694" h="3215004">
                  <a:moveTo>
                    <a:pt x="4343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43" y="760742"/>
                  </a:lnTo>
                  <a:lnTo>
                    <a:pt x="4343" y="736206"/>
                  </a:lnTo>
                  <a:close/>
                </a:path>
                <a:path w="734694" h="3215004">
                  <a:moveTo>
                    <a:pt x="4343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43" y="711657"/>
                  </a:lnTo>
                  <a:lnTo>
                    <a:pt x="4343" y="687120"/>
                  </a:lnTo>
                  <a:close/>
                </a:path>
                <a:path w="734694" h="3215004">
                  <a:moveTo>
                    <a:pt x="4343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43" y="662584"/>
                  </a:lnTo>
                  <a:lnTo>
                    <a:pt x="4343" y="638035"/>
                  </a:lnTo>
                  <a:close/>
                </a:path>
                <a:path w="734694" h="3215004">
                  <a:moveTo>
                    <a:pt x="4343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43" y="613498"/>
                  </a:lnTo>
                  <a:lnTo>
                    <a:pt x="4343" y="588962"/>
                  </a:lnTo>
                  <a:close/>
                </a:path>
                <a:path w="734694" h="3215004">
                  <a:moveTo>
                    <a:pt x="4343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43" y="564413"/>
                  </a:lnTo>
                  <a:lnTo>
                    <a:pt x="4343" y="539877"/>
                  </a:lnTo>
                  <a:close/>
                </a:path>
                <a:path w="734694" h="3215004">
                  <a:moveTo>
                    <a:pt x="4343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43" y="515340"/>
                  </a:lnTo>
                  <a:lnTo>
                    <a:pt x="4343" y="490804"/>
                  </a:lnTo>
                  <a:close/>
                </a:path>
                <a:path w="734694" h="3215004">
                  <a:moveTo>
                    <a:pt x="4343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43" y="466255"/>
                  </a:lnTo>
                  <a:lnTo>
                    <a:pt x="4343" y="441718"/>
                  </a:lnTo>
                  <a:close/>
                </a:path>
                <a:path w="734694" h="3215004">
                  <a:moveTo>
                    <a:pt x="4343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43" y="417182"/>
                  </a:lnTo>
                  <a:lnTo>
                    <a:pt x="4343" y="392633"/>
                  </a:lnTo>
                  <a:close/>
                </a:path>
                <a:path w="734694" h="3215004">
                  <a:moveTo>
                    <a:pt x="4343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43" y="368096"/>
                  </a:lnTo>
                  <a:lnTo>
                    <a:pt x="4343" y="343560"/>
                  </a:lnTo>
                  <a:close/>
                </a:path>
                <a:path w="734694" h="3215004">
                  <a:moveTo>
                    <a:pt x="4343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43" y="319024"/>
                  </a:lnTo>
                  <a:lnTo>
                    <a:pt x="4343" y="294474"/>
                  </a:lnTo>
                  <a:close/>
                </a:path>
                <a:path w="734694" h="3215004">
                  <a:moveTo>
                    <a:pt x="4343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43" y="269938"/>
                  </a:lnTo>
                  <a:lnTo>
                    <a:pt x="4343" y="245402"/>
                  </a:lnTo>
                  <a:close/>
                </a:path>
                <a:path w="734694" h="3215004">
                  <a:moveTo>
                    <a:pt x="4343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43" y="220853"/>
                  </a:lnTo>
                  <a:lnTo>
                    <a:pt x="4343" y="196316"/>
                  </a:lnTo>
                  <a:close/>
                </a:path>
                <a:path w="734694" h="3215004">
                  <a:moveTo>
                    <a:pt x="4343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43" y="171780"/>
                  </a:lnTo>
                  <a:lnTo>
                    <a:pt x="4343" y="147243"/>
                  </a:lnTo>
                  <a:close/>
                </a:path>
                <a:path w="734694" h="3215004">
                  <a:moveTo>
                    <a:pt x="4343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43" y="122694"/>
                  </a:lnTo>
                  <a:lnTo>
                    <a:pt x="4343" y="98158"/>
                  </a:lnTo>
                  <a:close/>
                </a:path>
                <a:path w="734694" h="3215004">
                  <a:moveTo>
                    <a:pt x="4343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43" y="73621"/>
                  </a:lnTo>
                  <a:lnTo>
                    <a:pt x="4343" y="49072"/>
                  </a:lnTo>
                  <a:close/>
                </a:path>
                <a:path w="734694" h="3215004">
                  <a:moveTo>
                    <a:pt x="4343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43" y="24536"/>
                  </a:lnTo>
                  <a:lnTo>
                    <a:pt x="4343" y="0"/>
                  </a:lnTo>
                  <a:close/>
                </a:path>
                <a:path w="734694" h="3215004">
                  <a:moveTo>
                    <a:pt x="734364" y="3190214"/>
                  </a:moveTo>
                  <a:lnTo>
                    <a:pt x="730008" y="3190214"/>
                  </a:lnTo>
                  <a:lnTo>
                    <a:pt x="730008" y="3214751"/>
                  </a:lnTo>
                  <a:lnTo>
                    <a:pt x="734364" y="3214751"/>
                  </a:lnTo>
                  <a:lnTo>
                    <a:pt x="734364" y="3190214"/>
                  </a:lnTo>
                  <a:close/>
                </a:path>
                <a:path w="734694" h="3215004">
                  <a:moveTo>
                    <a:pt x="734364" y="3141129"/>
                  </a:moveTo>
                  <a:lnTo>
                    <a:pt x="730008" y="3141129"/>
                  </a:lnTo>
                  <a:lnTo>
                    <a:pt x="730008" y="3165665"/>
                  </a:lnTo>
                  <a:lnTo>
                    <a:pt x="734364" y="3165665"/>
                  </a:lnTo>
                  <a:lnTo>
                    <a:pt x="734364" y="3141129"/>
                  </a:lnTo>
                  <a:close/>
                </a:path>
                <a:path w="734694" h="3215004">
                  <a:moveTo>
                    <a:pt x="734364" y="3092043"/>
                  </a:moveTo>
                  <a:lnTo>
                    <a:pt x="730008" y="3092043"/>
                  </a:lnTo>
                  <a:lnTo>
                    <a:pt x="730008" y="3116592"/>
                  </a:lnTo>
                  <a:lnTo>
                    <a:pt x="734364" y="3116592"/>
                  </a:lnTo>
                  <a:lnTo>
                    <a:pt x="734364" y="3092043"/>
                  </a:lnTo>
                  <a:close/>
                </a:path>
                <a:path w="734694" h="3215004">
                  <a:moveTo>
                    <a:pt x="734364" y="3042970"/>
                  </a:moveTo>
                  <a:lnTo>
                    <a:pt x="730008" y="3042970"/>
                  </a:lnTo>
                  <a:lnTo>
                    <a:pt x="730008" y="3067507"/>
                  </a:lnTo>
                  <a:lnTo>
                    <a:pt x="734364" y="3067507"/>
                  </a:lnTo>
                  <a:lnTo>
                    <a:pt x="734364" y="3042970"/>
                  </a:lnTo>
                  <a:close/>
                </a:path>
                <a:path w="734694" h="3215004">
                  <a:moveTo>
                    <a:pt x="734364" y="2993885"/>
                  </a:moveTo>
                  <a:lnTo>
                    <a:pt x="730008" y="2993885"/>
                  </a:lnTo>
                  <a:lnTo>
                    <a:pt x="730008" y="3018434"/>
                  </a:lnTo>
                  <a:lnTo>
                    <a:pt x="734364" y="3018434"/>
                  </a:lnTo>
                  <a:lnTo>
                    <a:pt x="734364" y="2993885"/>
                  </a:lnTo>
                  <a:close/>
                </a:path>
                <a:path w="734694" h="3215004">
                  <a:moveTo>
                    <a:pt x="734364" y="2944812"/>
                  </a:moveTo>
                  <a:lnTo>
                    <a:pt x="730008" y="2944812"/>
                  </a:lnTo>
                  <a:lnTo>
                    <a:pt x="730008" y="2969349"/>
                  </a:lnTo>
                  <a:lnTo>
                    <a:pt x="734364" y="2969349"/>
                  </a:lnTo>
                  <a:lnTo>
                    <a:pt x="734364" y="2944812"/>
                  </a:lnTo>
                  <a:close/>
                </a:path>
                <a:path w="734694" h="3215004">
                  <a:moveTo>
                    <a:pt x="734364" y="2895727"/>
                  </a:moveTo>
                  <a:lnTo>
                    <a:pt x="730008" y="2895727"/>
                  </a:lnTo>
                  <a:lnTo>
                    <a:pt x="730008" y="2920263"/>
                  </a:lnTo>
                  <a:lnTo>
                    <a:pt x="734364" y="2920263"/>
                  </a:lnTo>
                  <a:lnTo>
                    <a:pt x="734364" y="2895727"/>
                  </a:lnTo>
                  <a:close/>
                </a:path>
                <a:path w="734694" h="3215004">
                  <a:moveTo>
                    <a:pt x="734364" y="2846654"/>
                  </a:moveTo>
                  <a:lnTo>
                    <a:pt x="730008" y="2846654"/>
                  </a:lnTo>
                  <a:lnTo>
                    <a:pt x="730008" y="2871190"/>
                  </a:lnTo>
                  <a:lnTo>
                    <a:pt x="734364" y="2871190"/>
                  </a:lnTo>
                  <a:lnTo>
                    <a:pt x="734364" y="2846654"/>
                  </a:lnTo>
                  <a:close/>
                </a:path>
                <a:path w="734694" h="3215004">
                  <a:moveTo>
                    <a:pt x="734364" y="2797568"/>
                  </a:moveTo>
                  <a:lnTo>
                    <a:pt x="730008" y="2797568"/>
                  </a:lnTo>
                  <a:lnTo>
                    <a:pt x="730008" y="2822105"/>
                  </a:lnTo>
                  <a:lnTo>
                    <a:pt x="734364" y="2822105"/>
                  </a:lnTo>
                  <a:lnTo>
                    <a:pt x="734364" y="2797568"/>
                  </a:lnTo>
                  <a:close/>
                </a:path>
                <a:path w="734694" h="3215004">
                  <a:moveTo>
                    <a:pt x="734364" y="2748483"/>
                  </a:moveTo>
                  <a:lnTo>
                    <a:pt x="730008" y="2748483"/>
                  </a:lnTo>
                  <a:lnTo>
                    <a:pt x="730008" y="2773032"/>
                  </a:lnTo>
                  <a:lnTo>
                    <a:pt x="734364" y="2773032"/>
                  </a:lnTo>
                  <a:lnTo>
                    <a:pt x="734364" y="2748483"/>
                  </a:lnTo>
                  <a:close/>
                </a:path>
                <a:path w="734694" h="3215004">
                  <a:moveTo>
                    <a:pt x="734364" y="2699410"/>
                  </a:moveTo>
                  <a:lnTo>
                    <a:pt x="730008" y="2699410"/>
                  </a:lnTo>
                  <a:lnTo>
                    <a:pt x="730008" y="2723946"/>
                  </a:lnTo>
                  <a:lnTo>
                    <a:pt x="734364" y="2723946"/>
                  </a:lnTo>
                  <a:lnTo>
                    <a:pt x="734364" y="2699410"/>
                  </a:lnTo>
                  <a:close/>
                </a:path>
                <a:path w="734694" h="3215004">
                  <a:moveTo>
                    <a:pt x="734364" y="2650325"/>
                  </a:moveTo>
                  <a:lnTo>
                    <a:pt x="730008" y="2650325"/>
                  </a:lnTo>
                  <a:lnTo>
                    <a:pt x="730008" y="2674874"/>
                  </a:lnTo>
                  <a:lnTo>
                    <a:pt x="734364" y="2674874"/>
                  </a:lnTo>
                  <a:lnTo>
                    <a:pt x="734364" y="2650325"/>
                  </a:lnTo>
                  <a:close/>
                </a:path>
                <a:path w="734694" h="3215004">
                  <a:moveTo>
                    <a:pt x="734364" y="2601252"/>
                  </a:moveTo>
                  <a:lnTo>
                    <a:pt x="730008" y="2601252"/>
                  </a:lnTo>
                  <a:lnTo>
                    <a:pt x="730008" y="2625788"/>
                  </a:lnTo>
                  <a:lnTo>
                    <a:pt x="734364" y="2625788"/>
                  </a:lnTo>
                  <a:lnTo>
                    <a:pt x="734364" y="2601252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807855" y="485507"/>
              <a:ext cx="4445" cy="2626360"/>
            </a:xfrm>
            <a:custGeom>
              <a:avLst/>
              <a:gdLst/>
              <a:ahLst/>
              <a:cxnLst/>
              <a:rect l="l" t="t" r="r" b="b"/>
              <a:pathLst>
                <a:path w="4444" h="2626360">
                  <a:moveTo>
                    <a:pt x="4356" y="2601252"/>
                  </a:moveTo>
                  <a:lnTo>
                    <a:pt x="0" y="2601252"/>
                  </a:lnTo>
                  <a:lnTo>
                    <a:pt x="0" y="2625788"/>
                  </a:lnTo>
                  <a:lnTo>
                    <a:pt x="4356" y="2625788"/>
                  </a:lnTo>
                  <a:lnTo>
                    <a:pt x="4356" y="2601252"/>
                  </a:lnTo>
                  <a:close/>
                </a:path>
                <a:path w="4444" h="2626360">
                  <a:moveTo>
                    <a:pt x="4356" y="2552166"/>
                  </a:moveTo>
                  <a:lnTo>
                    <a:pt x="0" y="2552166"/>
                  </a:lnTo>
                  <a:lnTo>
                    <a:pt x="0" y="2576703"/>
                  </a:lnTo>
                  <a:lnTo>
                    <a:pt x="4356" y="2576703"/>
                  </a:lnTo>
                  <a:lnTo>
                    <a:pt x="4356" y="2552166"/>
                  </a:lnTo>
                  <a:close/>
                </a:path>
                <a:path w="4444" h="2626360">
                  <a:moveTo>
                    <a:pt x="4356" y="2503081"/>
                  </a:moveTo>
                  <a:lnTo>
                    <a:pt x="0" y="2503081"/>
                  </a:lnTo>
                  <a:lnTo>
                    <a:pt x="0" y="2527630"/>
                  </a:lnTo>
                  <a:lnTo>
                    <a:pt x="4356" y="2527630"/>
                  </a:lnTo>
                  <a:lnTo>
                    <a:pt x="4356" y="2503081"/>
                  </a:lnTo>
                  <a:close/>
                </a:path>
                <a:path w="4444" h="2626360">
                  <a:moveTo>
                    <a:pt x="4356" y="2454008"/>
                  </a:moveTo>
                  <a:lnTo>
                    <a:pt x="0" y="2454008"/>
                  </a:lnTo>
                  <a:lnTo>
                    <a:pt x="0" y="2478544"/>
                  </a:lnTo>
                  <a:lnTo>
                    <a:pt x="4356" y="2478544"/>
                  </a:lnTo>
                  <a:lnTo>
                    <a:pt x="4356" y="2454008"/>
                  </a:lnTo>
                  <a:close/>
                </a:path>
                <a:path w="4444" h="2626360">
                  <a:moveTo>
                    <a:pt x="4356" y="2404922"/>
                  </a:moveTo>
                  <a:lnTo>
                    <a:pt x="0" y="2404922"/>
                  </a:lnTo>
                  <a:lnTo>
                    <a:pt x="0" y="2429472"/>
                  </a:lnTo>
                  <a:lnTo>
                    <a:pt x="4356" y="2429472"/>
                  </a:lnTo>
                  <a:lnTo>
                    <a:pt x="4356" y="2404922"/>
                  </a:lnTo>
                  <a:close/>
                </a:path>
                <a:path w="4444" h="2626360">
                  <a:moveTo>
                    <a:pt x="4356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56" y="2380386"/>
                  </a:lnTo>
                  <a:lnTo>
                    <a:pt x="4356" y="2355850"/>
                  </a:lnTo>
                  <a:close/>
                </a:path>
                <a:path w="4444" h="2626360">
                  <a:moveTo>
                    <a:pt x="4356" y="2306764"/>
                  </a:moveTo>
                  <a:lnTo>
                    <a:pt x="0" y="2306764"/>
                  </a:lnTo>
                  <a:lnTo>
                    <a:pt x="0" y="2331301"/>
                  </a:lnTo>
                  <a:lnTo>
                    <a:pt x="4356" y="2331301"/>
                  </a:lnTo>
                  <a:lnTo>
                    <a:pt x="4356" y="2306764"/>
                  </a:lnTo>
                  <a:close/>
                </a:path>
                <a:path w="4444" h="2626360">
                  <a:moveTo>
                    <a:pt x="4356" y="2257691"/>
                  </a:moveTo>
                  <a:lnTo>
                    <a:pt x="0" y="2257691"/>
                  </a:lnTo>
                  <a:lnTo>
                    <a:pt x="0" y="2282228"/>
                  </a:lnTo>
                  <a:lnTo>
                    <a:pt x="4356" y="2282228"/>
                  </a:lnTo>
                  <a:lnTo>
                    <a:pt x="4356" y="2257691"/>
                  </a:lnTo>
                  <a:close/>
                </a:path>
                <a:path w="4444" h="2626360">
                  <a:moveTo>
                    <a:pt x="4356" y="2208606"/>
                  </a:moveTo>
                  <a:lnTo>
                    <a:pt x="0" y="2208606"/>
                  </a:lnTo>
                  <a:lnTo>
                    <a:pt x="0" y="2233142"/>
                  </a:lnTo>
                  <a:lnTo>
                    <a:pt x="4356" y="2233142"/>
                  </a:lnTo>
                  <a:lnTo>
                    <a:pt x="4356" y="2208606"/>
                  </a:lnTo>
                  <a:close/>
                </a:path>
                <a:path w="4444" h="2626360">
                  <a:moveTo>
                    <a:pt x="4356" y="2159520"/>
                  </a:moveTo>
                  <a:lnTo>
                    <a:pt x="0" y="2159520"/>
                  </a:lnTo>
                  <a:lnTo>
                    <a:pt x="0" y="2184069"/>
                  </a:lnTo>
                  <a:lnTo>
                    <a:pt x="4356" y="2184069"/>
                  </a:lnTo>
                  <a:lnTo>
                    <a:pt x="4356" y="2159520"/>
                  </a:lnTo>
                  <a:close/>
                </a:path>
                <a:path w="4444" h="2626360">
                  <a:moveTo>
                    <a:pt x="4356" y="2110448"/>
                  </a:moveTo>
                  <a:lnTo>
                    <a:pt x="0" y="2110448"/>
                  </a:lnTo>
                  <a:lnTo>
                    <a:pt x="0" y="2134984"/>
                  </a:lnTo>
                  <a:lnTo>
                    <a:pt x="4356" y="2134984"/>
                  </a:lnTo>
                  <a:lnTo>
                    <a:pt x="4356" y="2110448"/>
                  </a:lnTo>
                  <a:close/>
                </a:path>
                <a:path w="4444" h="2626360">
                  <a:moveTo>
                    <a:pt x="4356" y="2061362"/>
                  </a:moveTo>
                  <a:lnTo>
                    <a:pt x="0" y="2061362"/>
                  </a:lnTo>
                  <a:lnTo>
                    <a:pt x="0" y="2085911"/>
                  </a:lnTo>
                  <a:lnTo>
                    <a:pt x="4356" y="2085911"/>
                  </a:lnTo>
                  <a:lnTo>
                    <a:pt x="4356" y="2061362"/>
                  </a:lnTo>
                  <a:close/>
                </a:path>
                <a:path w="4444" h="2626360">
                  <a:moveTo>
                    <a:pt x="4356" y="2012289"/>
                  </a:moveTo>
                  <a:lnTo>
                    <a:pt x="0" y="2012289"/>
                  </a:lnTo>
                  <a:lnTo>
                    <a:pt x="0" y="2036826"/>
                  </a:lnTo>
                  <a:lnTo>
                    <a:pt x="4356" y="2036826"/>
                  </a:lnTo>
                  <a:lnTo>
                    <a:pt x="4356" y="2012289"/>
                  </a:lnTo>
                  <a:close/>
                </a:path>
                <a:path w="4444" h="2626360">
                  <a:moveTo>
                    <a:pt x="4356" y="1963204"/>
                  </a:moveTo>
                  <a:lnTo>
                    <a:pt x="0" y="1963204"/>
                  </a:lnTo>
                  <a:lnTo>
                    <a:pt x="0" y="1987740"/>
                  </a:lnTo>
                  <a:lnTo>
                    <a:pt x="4356" y="1987740"/>
                  </a:lnTo>
                  <a:lnTo>
                    <a:pt x="4356" y="1963204"/>
                  </a:lnTo>
                  <a:close/>
                </a:path>
                <a:path w="4444" h="2626360">
                  <a:moveTo>
                    <a:pt x="4356" y="1914131"/>
                  </a:moveTo>
                  <a:lnTo>
                    <a:pt x="0" y="1914131"/>
                  </a:lnTo>
                  <a:lnTo>
                    <a:pt x="0" y="1938667"/>
                  </a:lnTo>
                  <a:lnTo>
                    <a:pt x="4356" y="1938667"/>
                  </a:lnTo>
                  <a:lnTo>
                    <a:pt x="4356" y="1914131"/>
                  </a:lnTo>
                  <a:close/>
                </a:path>
                <a:path w="4444" h="2626360">
                  <a:moveTo>
                    <a:pt x="4356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56" y="1889582"/>
                  </a:lnTo>
                  <a:lnTo>
                    <a:pt x="4356" y="1865045"/>
                  </a:lnTo>
                  <a:close/>
                </a:path>
                <a:path w="4444" h="2626360">
                  <a:moveTo>
                    <a:pt x="4356" y="1815960"/>
                  </a:moveTo>
                  <a:lnTo>
                    <a:pt x="0" y="1815960"/>
                  </a:lnTo>
                  <a:lnTo>
                    <a:pt x="0" y="1840509"/>
                  </a:lnTo>
                  <a:lnTo>
                    <a:pt x="4356" y="1840509"/>
                  </a:lnTo>
                  <a:lnTo>
                    <a:pt x="4356" y="1815960"/>
                  </a:lnTo>
                  <a:close/>
                </a:path>
                <a:path w="4444" h="2626360">
                  <a:moveTo>
                    <a:pt x="4356" y="1766887"/>
                  </a:moveTo>
                  <a:lnTo>
                    <a:pt x="0" y="1766887"/>
                  </a:lnTo>
                  <a:lnTo>
                    <a:pt x="0" y="1791423"/>
                  </a:lnTo>
                  <a:lnTo>
                    <a:pt x="4356" y="1791423"/>
                  </a:lnTo>
                  <a:lnTo>
                    <a:pt x="4356" y="1766887"/>
                  </a:lnTo>
                  <a:close/>
                </a:path>
                <a:path w="4444" h="2626360">
                  <a:moveTo>
                    <a:pt x="4356" y="1717802"/>
                  </a:moveTo>
                  <a:lnTo>
                    <a:pt x="0" y="1717802"/>
                  </a:lnTo>
                  <a:lnTo>
                    <a:pt x="0" y="1742338"/>
                  </a:lnTo>
                  <a:lnTo>
                    <a:pt x="4356" y="1742338"/>
                  </a:lnTo>
                  <a:lnTo>
                    <a:pt x="4356" y="1717802"/>
                  </a:lnTo>
                  <a:close/>
                </a:path>
                <a:path w="4444" h="2626360">
                  <a:moveTo>
                    <a:pt x="4356" y="1668729"/>
                  </a:moveTo>
                  <a:lnTo>
                    <a:pt x="0" y="1668729"/>
                  </a:lnTo>
                  <a:lnTo>
                    <a:pt x="0" y="1693265"/>
                  </a:lnTo>
                  <a:lnTo>
                    <a:pt x="4356" y="1693265"/>
                  </a:lnTo>
                  <a:lnTo>
                    <a:pt x="4356" y="1668729"/>
                  </a:lnTo>
                  <a:close/>
                </a:path>
                <a:path w="4444" h="2626360">
                  <a:moveTo>
                    <a:pt x="4356" y="1619643"/>
                  </a:moveTo>
                  <a:lnTo>
                    <a:pt x="0" y="1619643"/>
                  </a:lnTo>
                  <a:lnTo>
                    <a:pt x="0" y="1644180"/>
                  </a:lnTo>
                  <a:lnTo>
                    <a:pt x="4356" y="1644180"/>
                  </a:lnTo>
                  <a:lnTo>
                    <a:pt x="4356" y="1619643"/>
                  </a:lnTo>
                  <a:close/>
                </a:path>
                <a:path w="4444" h="2626360">
                  <a:moveTo>
                    <a:pt x="4356" y="1570558"/>
                  </a:moveTo>
                  <a:lnTo>
                    <a:pt x="0" y="1570558"/>
                  </a:lnTo>
                  <a:lnTo>
                    <a:pt x="0" y="1595107"/>
                  </a:lnTo>
                  <a:lnTo>
                    <a:pt x="4356" y="1595107"/>
                  </a:lnTo>
                  <a:lnTo>
                    <a:pt x="4356" y="1570558"/>
                  </a:lnTo>
                  <a:close/>
                </a:path>
                <a:path w="4444" h="2626360">
                  <a:moveTo>
                    <a:pt x="4356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56" y="858901"/>
                  </a:lnTo>
                  <a:lnTo>
                    <a:pt x="4356" y="834364"/>
                  </a:lnTo>
                  <a:close/>
                </a:path>
                <a:path w="4444" h="2626360">
                  <a:moveTo>
                    <a:pt x="4356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56" y="809815"/>
                  </a:lnTo>
                  <a:lnTo>
                    <a:pt x="4356" y="785279"/>
                  </a:lnTo>
                  <a:close/>
                </a:path>
                <a:path w="4444" h="2626360">
                  <a:moveTo>
                    <a:pt x="4356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56" y="760742"/>
                  </a:lnTo>
                  <a:lnTo>
                    <a:pt x="4356" y="736206"/>
                  </a:lnTo>
                  <a:close/>
                </a:path>
                <a:path w="4444" h="2626360">
                  <a:moveTo>
                    <a:pt x="4356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56" y="711657"/>
                  </a:lnTo>
                  <a:lnTo>
                    <a:pt x="4356" y="687120"/>
                  </a:lnTo>
                  <a:close/>
                </a:path>
                <a:path w="4444" h="2626360">
                  <a:moveTo>
                    <a:pt x="4356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56" y="662584"/>
                  </a:lnTo>
                  <a:lnTo>
                    <a:pt x="4356" y="638035"/>
                  </a:lnTo>
                  <a:close/>
                </a:path>
                <a:path w="4444" h="2626360">
                  <a:moveTo>
                    <a:pt x="4356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56" y="613498"/>
                  </a:lnTo>
                  <a:lnTo>
                    <a:pt x="4356" y="588962"/>
                  </a:lnTo>
                  <a:close/>
                </a:path>
                <a:path w="4444" h="2626360">
                  <a:moveTo>
                    <a:pt x="4356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56" y="564413"/>
                  </a:lnTo>
                  <a:lnTo>
                    <a:pt x="4356" y="539877"/>
                  </a:lnTo>
                  <a:close/>
                </a:path>
                <a:path w="4444" h="2626360">
                  <a:moveTo>
                    <a:pt x="4356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56" y="515340"/>
                  </a:lnTo>
                  <a:lnTo>
                    <a:pt x="4356" y="490804"/>
                  </a:lnTo>
                  <a:close/>
                </a:path>
                <a:path w="4444" h="2626360">
                  <a:moveTo>
                    <a:pt x="4356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56" y="466255"/>
                  </a:lnTo>
                  <a:lnTo>
                    <a:pt x="4356" y="441718"/>
                  </a:lnTo>
                  <a:close/>
                </a:path>
                <a:path w="4444" h="2626360">
                  <a:moveTo>
                    <a:pt x="4356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56" y="417182"/>
                  </a:lnTo>
                  <a:lnTo>
                    <a:pt x="4356" y="392633"/>
                  </a:lnTo>
                  <a:close/>
                </a:path>
                <a:path w="4444" h="2626360">
                  <a:moveTo>
                    <a:pt x="4356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56" y="368096"/>
                  </a:lnTo>
                  <a:lnTo>
                    <a:pt x="4356" y="343560"/>
                  </a:lnTo>
                  <a:close/>
                </a:path>
                <a:path w="4444" h="2626360">
                  <a:moveTo>
                    <a:pt x="4356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56" y="319024"/>
                  </a:lnTo>
                  <a:lnTo>
                    <a:pt x="4356" y="294474"/>
                  </a:lnTo>
                  <a:close/>
                </a:path>
                <a:path w="4444" h="2626360">
                  <a:moveTo>
                    <a:pt x="4356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56" y="269938"/>
                  </a:lnTo>
                  <a:lnTo>
                    <a:pt x="4356" y="245402"/>
                  </a:lnTo>
                  <a:close/>
                </a:path>
                <a:path w="4444" h="2626360">
                  <a:moveTo>
                    <a:pt x="4356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56" y="220853"/>
                  </a:lnTo>
                  <a:lnTo>
                    <a:pt x="4356" y="196316"/>
                  </a:lnTo>
                  <a:close/>
                </a:path>
                <a:path w="4444" h="2626360">
                  <a:moveTo>
                    <a:pt x="4356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56" y="171780"/>
                  </a:lnTo>
                  <a:lnTo>
                    <a:pt x="4356" y="147243"/>
                  </a:lnTo>
                  <a:close/>
                </a:path>
                <a:path w="4444" h="2626360">
                  <a:moveTo>
                    <a:pt x="4356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56" y="122694"/>
                  </a:lnTo>
                  <a:lnTo>
                    <a:pt x="4356" y="98158"/>
                  </a:lnTo>
                  <a:close/>
                </a:path>
                <a:path w="4444" h="2626360">
                  <a:moveTo>
                    <a:pt x="4356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56" y="73621"/>
                  </a:lnTo>
                  <a:lnTo>
                    <a:pt x="4356" y="49072"/>
                  </a:lnTo>
                  <a:close/>
                </a:path>
                <a:path w="4444" h="2626360">
                  <a:moveTo>
                    <a:pt x="4356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56" y="24536"/>
                  </a:lnTo>
                  <a:lnTo>
                    <a:pt x="435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40050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38992" y="3553139"/>
              <a:ext cx="3168650" cy="0"/>
            </a:xfrm>
            <a:custGeom>
              <a:avLst/>
              <a:gdLst/>
              <a:ahLst/>
              <a:cxnLst/>
              <a:rect l="l" t="t" r="r" b="b"/>
              <a:pathLst>
                <a:path w="3168650" h="0">
                  <a:moveTo>
                    <a:pt x="0" y="0"/>
                  </a:moveTo>
                  <a:lnTo>
                    <a:pt x="3168398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38987" y="2813252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4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4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08627" y="2817607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8987" y="1342211"/>
              <a:ext cx="3212465" cy="1480185"/>
            </a:xfrm>
            <a:custGeom>
              <a:avLst/>
              <a:gdLst/>
              <a:ahLst/>
              <a:cxnLst/>
              <a:rect l="l" t="t" r="r" b="b"/>
              <a:pathLst>
                <a:path w="3212465" h="1480185">
                  <a:moveTo>
                    <a:pt x="34810" y="735533"/>
                  </a:moveTo>
                  <a:lnTo>
                    <a:pt x="0" y="735533"/>
                  </a:lnTo>
                  <a:lnTo>
                    <a:pt x="0" y="744270"/>
                  </a:lnTo>
                  <a:lnTo>
                    <a:pt x="34810" y="744270"/>
                  </a:lnTo>
                  <a:lnTo>
                    <a:pt x="34810" y="735533"/>
                  </a:lnTo>
                  <a:close/>
                </a:path>
                <a:path w="3212465" h="1480185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480185">
                  <a:moveTo>
                    <a:pt x="104457" y="735533"/>
                  </a:moveTo>
                  <a:lnTo>
                    <a:pt x="69634" y="735533"/>
                  </a:lnTo>
                  <a:lnTo>
                    <a:pt x="69634" y="744270"/>
                  </a:lnTo>
                  <a:lnTo>
                    <a:pt x="104457" y="744270"/>
                  </a:lnTo>
                  <a:lnTo>
                    <a:pt x="104457" y="735533"/>
                  </a:lnTo>
                  <a:close/>
                </a:path>
                <a:path w="3212465" h="1480185">
                  <a:moveTo>
                    <a:pt x="174091" y="735533"/>
                  </a:moveTo>
                  <a:lnTo>
                    <a:pt x="139268" y="735533"/>
                  </a:lnTo>
                  <a:lnTo>
                    <a:pt x="139268" y="744270"/>
                  </a:lnTo>
                  <a:lnTo>
                    <a:pt x="174091" y="744270"/>
                  </a:lnTo>
                  <a:lnTo>
                    <a:pt x="174091" y="735533"/>
                  </a:lnTo>
                  <a:close/>
                </a:path>
                <a:path w="3212465" h="1480185">
                  <a:moveTo>
                    <a:pt x="243725" y="735533"/>
                  </a:moveTo>
                  <a:lnTo>
                    <a:pt x="208902" y="735533"/>
                  </a:lnTo>
                  <a:lnTo>
                    <a:pt x="208902" y="744270"/>
                  </a:lnTo>
                  <a:lnTo>
                    <a:pt x="243725" y="744270"/>
                  </a:lnTo>
                  <a:lnTo>
                    <a:pt x="243725" y="735533"/>
                  </a:lnTo>
                  <a:close/>
                </a:path>
                <a:path w="3212465" h="1480185">
                  <a:moveTo>
                    <a:pt x="313359" y="735533"/>
                  </a:moveTo>
                  <a:lnTo>
                    <a:pt x="278536" y="735533"/>
                  </a:lnTo>
                  <a:lnTo>
                    <a:pt x="278536" y="744270"/>
                  </a:lnTo>
                  <a:lnTo>
                    <a:pt x="313359" y="744270"/>
                  </a:lnTo>
                  <a:lnTo>
                    <a:pt x="313359" y="735533"/>
                  </a:lnTo>
                  <a:close/>
                </a:path>
                <a:path w="3212465" h="1480185">
                  <a:moveTo>
                    <a:pt x="382993" y="735533"/>
                  </a:moveTo>
                  <a:lnTo>
                    <a:pt x="348170" y="735533"/>
                  </a:lnTo>
                  <a:lnTo>
                    <a:pt x="348170" y="744270"/>
                  </a:lnTo>
                  <a:lnTo>
                    <a:pt x="382993" y="744270"/>
                  </a:lnTo>
                  <a:lnTo>
                    <a:pt x="382993" y="735533"/>
                  </a:lnTo>
                  <a:close/>
                </a:path>
                <a:path w="3212465" h="1480185">
                  <a:moveTo>
                    <a:pt x="452628" y="735533"/>
                  </a:moveTo>
                  <a:lnTo>
                    <a:pt x="417804" y="735533"/>
                  </a:lnTo>
                  <a:lnTo>
                    <a:pt x="417804" y="744270"/>
                  </a:lnTo>
                  <a:lnTo>
                    <a:pt x="452628" y="744270"/>
                  </a:lnTo>
                  <a:lnTo>
                    <a:pt x="452628" y="735533"/>
                  </a:lnTo>
                  <a:close/>
                </a:path>
                <a:path w="3212465" h="1480185">
                  <a:moveTo>
                    <a:pt x="522262" y="735533"/>
                  </a:moveTo>
                  <a:lnTo>
                    <a:pt x="487438" y="735533"/>
                  </a:lnTo>
                  <a:lnTo>
                    <a:pt x="487438" y="744270"/>
                  </a:lnTo>
                  <a:lnTo>
                    <a:pt x="522262" y="744270"/>
                  </a:lnTo>
                  <a:lnTo>
                    <a:pt x="522262" y="735533"/>
                  </a:lnTo>
                  <a:close/>
                </a:path>
                <a:path w="3212465" h="1480185">
                  <a:moveTo>
                    <a:pt x="591896" y="735533"/>
                  </a:moveTo>
                  <a:lnTo>
                    <a:pt x="557085" y="735533"/>
                  </a:lnTo>
                  <a:lnTo>
                    <a:pt x="557085" y="744270"/>
                  </a:lnTo>
                  <a:lnTo>
                    <a:pt x="591896" y="744270"/>
                  </a:lnTo>
                  <a:lnTo>
                    <a:pt x="591896" y="735533"/>
                  </a:lnTo>
                  <a:close/>
                </a:path>
                <a:path w="3212465" h="1480185">
                  <a:moveTo>
                    <a:pt x="661530" y="735533"/>
                  </a:moveTo>
                  <a:lnTo>
                    <a:pt x="626719" y="735533"/>
                  </a:lnTo>
                  <a:lnTo>
                    <a:pt x="626719" y="744270"/>
                  </a:lnTo>
                  <a:lnTo>
                    <a:pt x="661530" y="744270"/>
                  </a:lnTo>
                  <a:lnTo>
                    <a:pt x="661530" y="735533"/>
                  </a:lnTo>
                  <a:close/>
                </a:path>
                <a:path w="3212465" h="1480185">
                  <a:moveTo>
                    <a:pt x="731164" y="735533"/>
                  </a:moveTo>
                  <a:lnTo>
                    <a:pt x="696353" y="735533"/>
                  </a:lnTo>
                  <a:lnTo>
                    <a:pt x="696353" y="744270"/>
                  </a:lnTo>
                  <a:lnTo>
                    <a:pt x="731164" y="744270"/>
                  </a:lnTo>
                  <a:lnTo>
                    <a:pt x="731164" y="735533"/>
                  </a:lnTo>
                  <a:close/>
                </a:path>
                <a:path w="3212465" h="1480185">
                  <a:moveTo>
                    <a:pt x="800798" y="735533"/>
                  </a:moveTo>
                  <a:lnTo>
                    <a:pt x="765987" y="735533"/>
                  </a:lnTo>
                  <a:lnTo>
                    <a:pt x="765987" y="744270"/>
                  </a:lnTo>
                  <a:lnTo>
                    <a:pt x="800798" y="744270"/>
                  </a:lnTo>
                  <a:lnTo>
                    <a:pt x="800798" y="735533"/>
                  </a:lnTo>
                  <a:close/>
                </a:path>
                <a:path w="3212465" h="1480185">
                  <a:moveTo>
                    <a:pt x="870432" y="735533"/>
                  </a:moveTo>
                  <a:lnTo>
                    <a:pt x="835621" y="735533"/>
                  </a:lnTo>
                  <a:lnTo>
                    <a:pt x="835621" y="744270"/>
                  </a:lnTo>
                  <a:lnTo>
                    <a:pt x="870432" y="744270"/>
                  </a:lnTo>
                  <a:lnTo>
                    <a:pt x="870432" y="735533"/>
                  </a:lnTo>
                  <a:close/>
                </a:path>
                <a:path w="3212465" h="1480185">
                  <a:moveTo>
                    <a:pt x="940079" y="735533"/>
                  </a:moveTo>
                  <a:lnTo>
                    <a:pt x="905256" y="735533"/>
                  </a:lnTo>
                  <a:lnTo>
                    <a:pt x="905256" y="744270"/>
                  </a:lnTo>
                  <a:lnTo>
                    <a:pt x="940079" y="744270"/>
                  </a:lnTo>
                  <a:lnTo>
                    <a:pt x="940079" y="735533"/>
                  </a:lnTo>
                  <a:close/>
                </a:path>
                <a:path w="3212465" h="1480185">
                  <a:moveTo>
                    <a:pt x="1009713" y="735533"/>
                  </a:moveTo>
                  <a:lnTo>
                    <a:pt x="974890" y="735533"/>
                  </a:lnTo>
                  <a:lnTo>
                    <a:pt x="974890" y="744270"/>
                  </a:lnTo>
                  <a:lnTo>
                    <a:pt x="1009713" y="744270"/>
                  </a:lnTo>
                  <a:lnTo>
                    <a:pt x="1009713" y="735533"/>
                  </a:lnTo>
                  <a:close/>
                </a:path>
                <a:path w="3212465" h="1480185">
                  <a:moveTo>
                    <a:pt x="1079347" y="735533"/>
                  </a:moveTo>
                  <a:lnTo>
                    <a:pt x="1044524" y="735533"/>
                  </a:lnTo>
                  <a:lnTo>
                    <a:pt x="1044524" y="744270"/>
                  </a:lnTo>
                  <a:lnTo>
                    <a:pt x="1079347" y="744270"/>
                  </a:lnTo>
                  <a:lnTo>
                    <a:pt x="1079347" y="735533"/>
                  </a:lnTo>
                  <a:close/>
                </a:path>
                <a:path w="3212465" h="1480185">
                  <a:moveTo>
                    <a:pt x="1148981" y="735533"/>
                  </a:moveTo>
                  <a:lnTo>
                    <a:pt x="1114158" y="735533"/>
                  </a:lnTo>
                  <a:lnTo>
                    <a:pt x="1114158" y="744270"/>
                  </a:lnTo>
                  <a:lnTo>
                    <a:pt x="1148981" y="744270"/>
                  </a:lnTo>
                  <a:lnTo>
                    <a:pt x="1148981" y="735533"/>
                  </a:lnTo>
                  <a:close/>
                </a:path>
                <a:path w="3212465" h="1480185">
                  <a:moveTo>
                    <a:pt x="1218615" y="735533"/>
                  </a:moveTo>
                  <a:lnTo>
                    <a:pt x="1183792" y="735533"/>
                  </a:lnTo>
                  <a:lnTo>
                    <a:pt x="1183792" y="744270"/>
                  </a:lnTo>
                  <a:lnTo>
                    <a:pt x="1218615" y="744270"/>
                  </a:lnTo>
                  <a:lnTo>
                    <a:pt x="1218615" y="735533"/>
                  </a:lnTo>
                  <a:close/>
                </a:path>
                <a:path w="3212465" h="1480185">
                  <a:moveTo>
                    <a:pt x="1288249" y="735533"/>
                  </a:moveTo>
                  <a:lnTo>
                    <a:pt x="1253426" y="735533"/>
                  </a:lnTo>
                  <a:lnTo>
                    <a:pt x="1253426" y="744270"/>
                  </a:lnTo>
                  <a:lnTo>
                    <a:pt x="1288249" y="744270"/>
                  </a:lnTo>
                  <a:lnTo>
                    <a:pt x="1288249" y="735533"/>
                  </a:lnTo>
                  <a:close/>
                </a:path>
                <a:path w="3212465" h="1480185">
                  <a:moveTo>
                    <a:pt x="1357884" y="735533"/>
                  </a:moveTo>
                  <a:lnTo>
                    <a:pt x="1323060" y="735533"/>
                  </a:lnTo>
                  <a:lnTo>
                    <a:pt x="1323060" y="744270"/>
                  </a:lnTo>
                  <a:lnTo>
                    <a:pt x="1357884" y="744270"/>
                  </a:lnTo>
                  <a:lnTo>
                    <a:pt x="1357884" y="735533"/>
                  </a:lnTo>
                  <a:close/>
                </a:path>
                <a:path w="3212465" h="1480185">
                  <a:moveTo>
                    <a:pt x="1914969" y="735533"/>
                  </a:moveTo>
                  <a:lnTo>
                    <a:pt x="1880146" y="735533"/>
                  </a:lnTo>
                  <a:lnTo>
                    <a:pt x="1880146" y="744270"/>
                  </a:lnTo>
                  <a:lnTo>
                    <a:pt x="1914969" y="744270"/>
                  </a:lnTo>
                  <a:lnTo>
                    <a:pt x="1914969" y="735533"/>
                  </a:lnTo>
                  <a:close/>
                </a:path>
                <a:path w="3212465" h="1480185">
                  <a:moveTo>
                    <a:pt x="1984603" y="735533"/>
                  </a:moveTo>
                  <a:lnTo>
                    <a:pt x="1949780" y="735533"/>
                  </a:lnTo>
                  <a:lnTo>
                    <a:pt x="1949780" y="744270"/>
                  </a:lnTo>
                  <a:lnTo>
                    <a:pt x="1984603" y="744270"/>
                  </a:lnTo>
                  <a:lnTo>
                    <a:pt x="1984603" y="735533"/>
                  </a:lnTo>
                  <a:close/>
                </a:path>
                <a:path w="3212465" h="1480185">
                  <a:moveTo>
                    <a:pt x="2054237" y="735533"/>
                  </a:moveTo>
                  <a:lnTo>
                    <a:pt x="2019414" y="735533"/>
                  </a:lnTo>
                  <a:lnTo>
                    <a:pt x="2019414" y="744270"/>
                  </a:lnTo>
                  <a:lnTo>
                    <a:pt x="2054237" y="744270"/>
                  </a:lnTo>
                  <a:lnTo>
                    <a:pt x="2054237" y="735533"/>
                  </a:lnTo>
                  <a:close/>
                </a:path>
                <a:path w="3212465" h="1480185">
                  <a:moveTo>
                    <a:pt x="2123871" y="735533"/>
                  </a:moveTo>
                  <a:lnTo>
                    <a:pt x="2089048" y="735533"/>
                  </a:lnTo>
                  <a:lnTo>
                    <a:pt x="2089048" y="744270"/>
                  </a:lnTo>
                  <a:lnTo>
                    <a:pt x="2123871" y="744270"/>
                  </a:lnTo>
                  <a:lnTo>
                    <a:pt x="2123871" y="735533"/>
                  </a:lnTo>
                  <a:close/>
                </a:path>
                <a:path w="3212465" h="1480185">
                  <a:moveTo>
                    <a:pt x="2193506" y="735533"/>
                  </a:moveTo>
                  <a:lnTo>
                    <a:pt x="2158682" y="735533"/>
                  </a:lnTo>
                  <a:lnTo>
                    <a:pt x="2158682" y="744270"/>
                  </a:lnTo>
                  <a:lnTo>
                    <a:pt x="2193506" y="744270"/>
                  </a:lnTo>
                  <a:lnTo>
                    <a:pt x="2193506" y="735533"/>
                  </a:lnTo>
                  <a:close/>
                </a:path>
                <a:path w="3212465" h="1480185">
                  <a:moveTo>
                    <a:pt x="2263140" y="735533"/>
                  </a:moveTo>
                  <a:lnTo>
                    <a:pt x="2228329" y="735533"/>
                  </a:lnTo>
                  <a:lnTo>
                    <a:pt x="2228329" y="744270"/>
                  </a:lnTo>
                  <a:lnTo>
                    <a:pt x="2263140" y="744270"/>
                  </a:lnTo>
                  <a:lnTo>
                    <a:pt x="2263140" y="735533"/>
                  </a:lnTo>
                  <a:close/>
                </a:path>
                <a:path w="3212465" h="1480185">
                  <a:moveTo>
                    <a:pt x="2332774" y="735533"/>
                  </a:moveTo>
                  <a:lnTo>
                    <a:pt x="2297963" y="735533"/>
                  </a:lnTo>
                  <a:lnTo>
                    <a:pt x="2297963" y="744270"/>
                  </a:lnTo>
                  <a:lnTo>
                    <a:pt x="2332774" y="744270"/>
                  </a:lnTo>
                  <a:lnTo>
                    <a:pt x="2332774" y="735533"/>
                  </a:lnTo>
                  <a:close/>
                </a:path>
                <a:path w="3212465" h="1480185">
                  <a:moveTo>
                    <a:pt x="2402408" y="735533"/>
                  </a:moveTo>
                  <a:lnTo>
                    <a:pt x="2367597" y="735533"/>
                  </a:lnTo>
                  <a:lnTo>
                    <a:pt x="2367597" y="744270"/>
                  </a:lnTo>
                  <a:lnTo>
                    <a:pt x="2402408" y="744270"/>
                  </a:lnTo>
                  <a:lnTo>
                    <a:pt x="2402408" y="735533"/>
                  </a:lnTo>
                  <a:close/>
                </a:path>
                <a:path w="3212465" h="1480185">
                  <a:moveTo>
                    <a:pt x="2472042" y="735533"/>
                  </a:moveTo>
                  <a:lnTo>
                    <a:pt x="2437231" y="735533"/>
                  </a:lnTo>
                  <a:lnTo>
                    <a:pt x="2437231" y="744270"/>
                  </a:lnTo>
                  <a:lnTo>
                    <a:pt x="2472042" y="744270"/>
                  </a:lnTo>
                  <a:lnTo>
                    <a:pt x="2472042" y="735533"/>
                  </a:lnTo>
                  <a:close/>
                </a:path>
                <a:path w="3212465" h="1480185">
                  <a:moveTo>
                    <a:pt x="2541676" y="735533"/>
                  </a:moveTo>
                  <a:lnTo>
                    <a:pt x="2506865" y="735533"/>
                  </a:lnTo>
                  <a:lnTo>
                    <a:pt x="2506865" y="744270"/>
                  </a:lnTo>
                  <a:lnTo>
                    <a:pt x="2541676" y="744270"/>
                  </a:lnTo>
                  <a:lnTo>
                    <a:pt x="2541676" y="735533"/>
                  </a:lnTo>
                  <a:close/>
                </a:path>
                <a:path w="3212465" h="1480185">
                  <a:moveTo>
                    <a:pt x="2611310" y="735533"/>
                  </a:moveTo>
                  <a:lnTo>
                    <a:pt x="2576499" y="735533"/>
                  </a:lnTo>
                  <a:lnTo>
                    <a:pt x="2576499" y="744270"/>
                  </a:lnTo>
                  <a:lnTo>
                    <a:pt x="2611310" y="744270"/>
                  </a:lnTo>
                  <a:lnTo>
                    <a:pt x="2611310" y="735533"/>
                  </a:lnTo>
                  <a:close/>
                </a:path>
                <a:path w="3212465" h="1480185">
                  <a:moveTo>
                    <a:pt x="2680957" y="735533"/>
                  </a:moveTo>
                  <a:lnTo>
                    <a:pt x="2646134" y="735533"/>
                  </a:lnTo>
                  <a:lnTo>
                    <a:pt x="2646134" y="744270"/>
                  </a:lnTo>
                  <a:lnTo>
                    <a:pt x="2680957" y="744270"/>
                  </a:lnTo>
                  <a:lnTo>
                    <a:pt x="2680957" y="735533"/>
                  </a:lnTo>
                  <a:close/>
                </a:path>
                <a:path w="3212465" h="1480185">
                  <a:moveTo>
                    <a:pt x="2750591" y="735533"/>
                  </a:moveTo>
                  <a:lnTo>
                    <a:pt x="2715768" y="735533"/>
                  </a:lnTo>
                  <a:lnTo>
                    <a:pt x="2715768" y="744270"/>
                  </a:lnTo>
                  <a:lnTo>
                    <a:pt x="2750591" y="744270"/>
                  </a:lnTo>
                  <a:lnTo>
                    <a:pt x="2750591" y="735533"/>
                  </a:lnTo>
                  <a:close/>
                </a:path>
                <a:path w="3212465" h="1480185">
                  <a:moveTo>
                    <a:pt x="2820225" y="735533"/>
                  </a:moveTo>
                  <a:lnTo>
                    <a:pt x="2785402" y="735533"/>
                  </a:lnTo>
                  <a:lnTo>
                    <a:pt x="2785402" y="744270"/>
                  </a:lnTo>
                  <a:lnTo>
                    <a:pt x="2820225" y="744270"/>
                  </a:lnTo>
                  <a:lnTo>
                    <a:pt x="2820225" y="735533"/>
                  </a:lnTo>
                  <a:close/>
                </a:path>
                <a:path w="3212465" h="1480185">
                  <a:moveTo>
                    <a:pt x="2889859" y="735533"/>
                  </a:moveTo>
                  <a:lnTo>
                    <a:pt x="2855036" y="735533"/>
                  </a:lnTo>
                  <a:lnTo>
                    <a:pt x="2855036" y="744270"/>
                  </a:lnTo>
                  <a:lnTo>
                    <a:pt x="2889859" y="744270"/>
                  </a:lnTo>
                  <a:lnTo>
                    <a:pt x="2889859" y="735533"/>
                  </a:lnTo>
                  <a:close/>
                </a:path>
                <a:path w="3212465" h="1480185">
                  <a:moveTo>
                    <a:pt x="2959493" y="735533"/>
                  </a:moveTo>
                  <a:lnTo>
                    <a:pt x="2924670" y="735533"/>
                  </a:lnTo>
                  <a:lnTo>
                    <a:pt x="2924670" y="744270"/>
                  </a:lnTo>
                  <a:lnTo>
                    <a:pt x="2959493" y="744270"/>
                  </a:lnTo>
                  <a:lnTo>
                    <a:pt x="2959493" y="735533"/>
                  </a:lnTo>
                  <a:close/>
                </a:path>
                <a:path w="3212465" h="1480185">
                  <a:moveTo>
                    <a:pt x="3029127" y="735533"/>
                  </a:moveTo>
                  <a:lnTo>
                    <a:pt x="2994304" y="735533"/>
                  </a:lnTo>
                  <a:lnTo>
                    <a:pt x="2994304" y="744270"/>
                  </a:lnTo>
                  <a:lnTo>
                    <a:pt x="3029127" y="744270"/>
                  </a:lnTo>
                  <a:lnTo>
                    <a:pt x="3029127" y="735533"/>
                  </a:lnTo>
                  <a:close/>
                </a:path>
                <a:path w="3212465" h="1480185">
                  <a:moveTo>
                    <a:pt x="3098762" y="735533"/>
                  </a:moveTo>
                  <a:lnTo>
                    <a:pt x="3063951" y="735533"/>
                  </a:lnTo>
                  <a:lnTo>
                    <a:pt x="3063951" y="744270"/>
                  </a:lnTo>
                  <a:lnTo>
                    <a:pt x="3098762" y="744270"/>
                  </a:lnTo>
                  <a:lnTo>
                    <a:pt x="3098762" y="735533"/>
                  </a:lnTo>
                  <a:close/>
                </a:path>
                <a:path w="3212465" h="1480185">
                  <a:moveTo>
                    <a:pt x="3168396" y="735533"/>
                  </a:moveTo>
                  <a:lnTo>
                    <a:pt x="3133585" y="735533"/>
                  </a:lnTo>
                  <a:lnTo>
                    <a:pt x="3133585" y="744270"/>
                  </a:lnTo>
                  <a:lnTo>
                    <a:pt x="3168396" y="744270"/>
                  </a:lnTo>
                  <a:lnTo>
                    <a:pt x="3168396" y="735533"/>
                  </a:lnTo>
                  <a:close/>
                </a:path>
                <a:path w="3212465" h="1480185">
                  <a:moveTo>
                    <a:pt x="3212046" y="1471041"/>
                  </a:moveTo>
                  <a:lnTo>
                    <a:pt x="3203219" y="1471041"/>
                  </a:lnTo>
                  <a:lnTo>
                    <a:pt x="3203219" y="1479765"/>
                  </a:lnTo>
                  <a:lnTo>
                    <a:pt x="3212046" y="1479765"/>
                  </a:lnTo>
                  <a:lnTo>
                    <a:pt x="3212046" y="1471041"/>
                  </a:lnTo>
                  <a:close/>
                </a:path>
                <a:path w="3212465" h="1480185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70"/>
                  </a:lnTo>
                  <a:lnTo>
                    <a:pt x="3212046" y="744270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08627" y="134657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8987" y="606691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5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5">
                  <a:moveTo>
                    <a:pt x="3212046" y="735520"/>
                  </a:moveTo>
                  <a:lnTo>
                    <a:pt x="3203219" y="735520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2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08627" y="61104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80643" y="606691"/>
              <a:ext cx="3070860" cy="3093720"/>
            </a:xfrm>
            <a:custGeom>
              <a:avLst/>
              <a:gdLst/>
              <a:ahLst/>
              <a:cxnLst/>
              <a:rect l="l" t="t" r="r" b="b"/>
              <a:pathLst>
                <a:path w="3070860" h="3093720">
                  <a:moveTo>
                    <a:pt x="8712" y="3058655"/>
                  </a:moveTo>
                  <a:lnTo>
                    <a:pt x="0" y="3058655"/>
                  </a:lnTo>
                  <a:lnTo>
                    <a:pt x="0" y="3093567"/>
                  </a:lnTo>
                  <a:lnTo>
                    <a:pt x="8712" y="3093567"/>
                  </a:lnTo>
                  <a:lnTo>
                    <a:pt x="8712" y="3058655"/>
                  </a:lnTo>
                  <a:close/>
                </a:path>
                <a:path w="3070860" h="3093720">
                  <a:moveTo>
                    <a:pt x="3070390" y="0"/>
                  </a:moveTo>
                  <a:lnTo>
                    <a:pt x="3061563" y="0"/>
                  </a:lnTo>
                  <a:lnTo>
                    <a:pt x="3061563" y="8724"/>
                  </a:lnTo>
                  <a:lnTo>
                    <a:pt x="3070390" y="8724"/>
                  </a:lnTo>
                  <a:lnTo>
                    <a:pt x="30703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85007" y="463930"/>
              <a:ext cx="0" cy="3166745"/>
            </a:xfrm>
            <a:custGeom>
              <a:avLst/>
              <a:gdLst/>
              <a:ahLst/>
              <a:cxnLst/>
              <a:rect l="l" t="t" r="r" b="b"/>
              <a:pathLst>
                <a:path w="0" h="3166745">
                  <a:moveTo>
                    <a:pt x="0" y="0"/>
                  </a:moveTo>
                  <a:lnTo>
                    <a:pt x="0" y="3166498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15020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440673" y="463930"/>
              <a:ext cx="8890" cy="3236595"/>
            </a:xfrm>
            <a:custGeom>
              <a:avLst/>
              <a:gdLst/>
              <a:ahLst/>
              <a:cxnLst/>
              <a:rect l="l" t="t" r="r" b="b"/>
              <a:pathLst>
                <a:path w="8889" h="3236595">
                  <a:moveTo>
                    <a:pt x="8699" y="3201416"/>
                  </a:moveTo>
                  <a:lnTo>
                    <a:pt x="0" y="3201416"/>
                  </a:lnTo>
                  <a:lnTo>
                    <a:pt x="0" y="3236328"/>
                  </a:lnTo>
                  <a:lnTo>
                    <a:pt x="8699" y="3236328"/>
                  </a:lnTo>
                  <a:lnTo>
                    <a:pt x="8699" y="3201416"/>
                  </a:lnTo>
                  <a:close/>
                </a:path>
                <a:path w="8889" h="3236595">
                  <a:moveTo>
                    <a:pt x="8699" y="3131591"/>
                  </a:moveTo>
                  <a:lnTo>
                    <a:pt x="0" y="3131591"/>
                  </a:lnTo>
                  <a:lnTo>
                    <a:pt x="0" y="3166503"/>
                  </a:lnTo>
                  <a:lnTo>
                    <a:pt x="8699" y="3166503"/>
                  </a:lnTo>
                  <a:lnTo>
                    <a:pt x="8699" y="3131591"/>
                  </a:lnTo>
                  <a:close/>
                </a:path>
                <a:path w="8889" h="3236595">
                  <a:moveTo>
                    <a:pt x="8699" y="3061766"/>
                  </a:moveTo>
                  <a:lnTo>
                    <a:pt x="0" y="3061766"/>
                  </a:lnTo>
                  <a:lnTo>
                    <a:pt x="0" y="3096679"/>
                  </a:lnTo>
                  <a:lnTo>
                    <a:pt x="8699" y="3096679"/>
                  </a:lnTo>
                  <a:lnTo>
                    <a:pt x="8699" y="3061766"/>
                  </a:lnTo>
                  <a:close/>
                </a:path>
                <a:path w="8889" h="3236595">
                  <a:moveTo>
                    <a:pt x="8699" y="2991942"/>
                  </a:moveTo>
                  <a:lnTo>
                    <a:pt x="0" y="2991942"/>
                  </a:lnTo>
                  <a:lnTo>
                    <a:pt x="0" y="3026854"/>
                  </a:lnTo>
                  <a:lnTo>
                    <a:pt x="8699" y="3026854"/>
                  </a:lnTo>
                  <a:lnTo>
                    <a:pt x="8699" y="2991942"/>
                  </a:lnTo>
                  <a:close/>
                </a:path>
                <a:path w="8889" h="3236595">
                  <a:moveTo>
                    <a:pt x="8699" y="2922117"/>
                  </a:moveTo>
                  <a:lnTo>
                    <a:pt x="0" y="2922117"/>
                  </a:lnTo>
                  <a:lnTo>
                    <a:pt x="0" y="2957030"/>
                  </a:lnTo>
                  <a:lnTo>
                    <a:pt x="8699" y="2957030"/>
                  </a:lnTo>
                  <a:lnTo>
                    <a:pt x="8699" y="2922117"/>
                  </a:lnTo>
                  <a:close/>
                </a:path>
                <a:path w="8889" h="3236595">
                  <a:moveTo>
                    <a:pt x="8699" y="2852293"/>
                  </a:moveTo>
                  <a:lnTo>
                    <a:pt x="0" y="2852293"/>
                  </a:lnTo>
                  <a:lnTo>
                    <a:pt x="0" y="2887205"/>
                  </a:lnTo>
                  <a:lnTo>
                    <a:pt x="8699" y="2887205"/>
                  </a:lnTo>
                  <a:lnTo>
                    <a:pt x="8699" y="2852293"/>
                  </a:lnTo>
                  <a:close/>
                </a:path>
                <a:path w="8889" h="3236595">
                  <a:moveTo>
                    <a:pt x="8699" y="2782481"/>
                  </a:moveTo>
                  <a:lnTo>
                    <a:pt x="0" y="2782481"/>
                  </a:lnTo>
                  <a:lnTo>
                    <a:pt x="0" y="2817393"/>
                  </a:lnTo>
                  <a:lnTo>
                    <a:pt x="8699" y="2817393"/>
                  </a:lnTo>
                  <a:lnTo>
                    <a:pt x="8699" y="2782481"/>
                  </a:lnTo>
                  <a:close/>
                </a:path>
                <a:path w="8889" h="3236595">
                  <a:moveTo>
                    <a:pt x="8699" y="2712656"/>
                  </a:moveTo>
                  <a:lnTo>
                    <a:pt x="0" y="2712656"/>
                  </a:lnTo>
                  <a:lnTo>
                    <a:pt x="0" y="2747568"/>
                  </a:lnTo>
                  <a:lnTo>
                    <a:pt x="8699" y="2747568"/>
                  </a:lnTo>
                  <a:lnTo>
                    <a:pt x="8699" y="2712656"/>
                  </a:lnTo>
                  <a:close/>
                </a:path>
                <a:path w="8889" h="3236595">
                  <a:moveTo>
                    <a:pt x="8699" y="2642832"/>
                  </a:moveTo>
                  <a:lnTo>
                    <a:pt x="0" y="2642832"/>
                  </a:lnTo>
                  <a:lnTo>
                    <a:pt x="0" y="2677744"/>
                  </a:lnTo>
                  <a:lnTo>
                    <a:pt x="8699" y="2677744"/>
                  </a:lnTo>
                  <a:lnTo>
                    <a:pt x="8699" y="2642832"/>
                  </a:lnTo>
                  <a:close/>
                </a:path>
                <a:path w="8889" h="3236595">
                  <a:moveTo>
                    <a:pt x="8699" y="2573007"/>
                  </a:moveTo>
                  <a:lnTo>
                    <a:pt x="0" y="2573007"/>
                  </a:lnTo>
                  <a:lnTo>
                    <a:pt x="0" y="2607919"/>
                  </a:lnTo>
                  <a:lnTo>
                    <a:pt x="8699" y="2607919"/>
                  </a:lnTo>
                  <a:lnTo>
                    <a:pt x="8699" y="2573007"/>
                  </a:lnTo>
                  <a:close/>
                </a:path>
                <a:path w="8889" h="3236595">
                  <a:moveTo>
                    <a:pt x="8699" y="2503182"/>
                  </a:moveTo>
                  <a:lnTo>
                    <a:pt x="0" y="2503182"/>
                  </a:lnTo>
                  <a:lnTo>
                    <a:pt x="0" y="2538095"/>
                  </a:lnTo>
                  <a:lnTo>
                    <a:pt x="8699" y="2538095"/>
                  </a:lnTo>
                  <a:lnTo>
                    <a:pt x="8699" y="2503182"/>
                  </a:lnTo>
                  <a:close/>
                </a:path>
                <a:path w="8889" h="3236595">
                  <a:moveTo>
                    <a:pt x="8699" y="2433358"/>
                  </a:moveTo>
                  <a:lnTo>
                    <a:pt x="0" y="2433358"/>
                  </a:lnTo>
                  <a:lnTo>
                    <a:pt x="0" y="2468270"/>
                  </a:lnTo>
                  <a:lnTo>
                    <a:pt x="8699" y="2468270"/>
                  </a:lnTo>
                  <a:lnTo>
                    <a:pt x="8699" y="2433358"/>
                  </a:lnTo>
                  <a:close/>
                </a:path>
                <a:path w="8889" h="3236595">
                  <a:moveTo>
                    <a:pt x="8699" y="2363533"/>
                  </a:moveTo>
                  <a:lnTo>
                    <a:pt x="0" y="2363533"/>
                  </a:lnTo>
                  <a:lnTo>
                    <a:pt x="0" y="2398445"/>
                  </a:lnTo>
                  <a:lnTo>
                    <a:pt x="8699" y="2398445"/>
                  </a:lnTo>
                  <a:lnTo>
                    <a:pt x="8699" y="2363533"/>
                  </a:lnTo>
                  <a:close/>
                </a:path>
                <a:path w="8889" h="3236595">
                  <a:moveTo>
                    <a:pt x="8699" y="2293709"/>
                  </a:moveTo>
                  <a:lnTo>
                    <a:pt x="0" y="2293709"/>
                  </a:lnTo>
                  <a:lnTo>
                    <a:pt x="0" y="2328621"/>
                  </a:lnTo>
                  <a:lnTo>
                    <a:pt x="8699" y="2328621"/>
                  </a:lnTo>
                  <a:lnTo>
                    <a:pt x="8699" y="2293709"/>
                  </a:lnTo>
                  <a:close/>
                </a:path>
                <a:path w="8889" h="3236595">
                  <a:moveTo>
                    <a:pt x="8699" y="2223884"/>
                  </a:moveTo>
                  <a:lnTo>
                    <a:pt x="0" y="2223884"/>
                  </a:lnTo>
                  <a:lnTo>
                    <a:pt x="0" y="2258796"/>
                  </a:lnTo>
                  <a:lnTo>
                    <a:pt x="8699" y="2258796"/>
                  </a:lnTo>
                  <a:lnTo>
                    <a:pt x="8699" y="2223884"/>
                  </a:lnTo>
                  <a:close/>
                </a:path>
                <a:path w="8889" h="3236595">
                  <a:moveTo>
                    <a:pt x="8699" y="2154059"/>
                  </a:moveTo>
                  <a:lnTo>
                    <a:pt x="0" y="2154059"/>
                  </a:lnTo>
                  <a:lnTo>
                    <a:pt x="0" y="2188972"/>
                  </a:lnTo>
                  <a:lnTo>
                    <a:pt x="8699" y="2188972"/>
                  </a:lnTo>
                  <a:lnTo>
                    <a:pt x="8699" y="2154059"/>
                  </a:lnTo>
                  <a:close/>
                </a:path>
                <a:path w="8889" h="3236595">
                  <a:moveTo>
                    <a:pt x="8699" y="2084247"/>
                  </a:moveTo>
                  <a:lnTo>
                    <a:pt x="0" y="2084247"/>
                  </a:lnTo>
                  <a:lnTo>
                    <a:pt x="0" y="2119160"/>
                  </a:lnTo>
                  <a:lnTo>
                    <a:pt x="8699" y="2119160"/>
                  </a:lnTo>
                  <a:lnTo>
                    <a:pt x="8699" y="2084247"/>
                  </a:lnTo>
                  <a:close/>
                </a:path>
                <a:path w="8889" h="3236595">
                  <a:moveTo>
                    <a:pt x="8699" y="1316189"/>
                  </a:moveTo>
                  <a:lnTo>
                    <a:pt x="0" y="1316189"/>
                  </a:lnTo>
                  <a:lnTo>
                    <a:pt x="0" y="1351102"/>
                  </a:lnTo>
                  <a:lnTo>
                    <a:pt x="8699" y="1351102"/>
                  </a:lnTo>
                  <a:lnTo>
                    <a:pt x="8699" y="1316189"/>
                  </a:lnTo>
                  <a:close/>
                </a:path>
                <a:path w="8889" h="3236595">
                  <a:moveTo>
                    <a:pt x="8699" y="1246365"/>
                  </a:moveTo>
                  <a:lnTo>
                    <a:pt x="0" y="1246365"/>
                  </a:lnTo>
                  <a:lnTo>
                    <a:pt x="0" y="1281277"/>
                  </a:lnTo>
                  <a:lnTo>
                    <a:pt x="8699" y="1281277"/>
                  </a:lnTo>
                  <a:lnTo>
                    <a:pt x="8699" y="1246365"/>
                  </a:lnTo>
                  <a:close/>
                </a:path>
                <a:path w="8889" h="3236595">
                  <a:moveTo>
                    <a:pt x="8699" y="1176540"/>
                  </a:moveTo>
                  <a:lnTo>
                    <a:pt x="0" y="1176540"/>
                  </a:lnTo>
                  <a:lnTo>
                    <a:pt x="0" y="1211453"/>
                  </a:lnTo>
                  <a:lnTo>
                    <a:pt x="8699" y="1211453"/>
                  </a:lnTo>
                  <a:lnTo>
                    <a:pt x="8699" y="1176540"/>
                  </a:lnTo>
                  <a:close/>
                </a:path>
                <a:path w="8889" h="3236595">
                  <a:moveTo>
                    <a:pt x="8699" y="1106716"/>
                  </a:moveTo>
                  <a:lnTo>
                    <a:pt x="0" y="1106716"/>
                  </a:lnTo>
                  <a:lnTo>
                    <a:pt x="0" y="1141628"/>
                  </a:lnTo>
                  <a:lnTo>
                    <a:pt x="8699" y="1141628"/>
                  </a:lnTo>
                  <a:lnTo>
                    <a:pt x="8699" y="1106716"/>
                  </a:lnTo>
                  <a:close/>
                </a:path>
                <a:path w="8889" h="3236595">
                  <a:moveTo>
                    <a:pt x="8699" y="1036891"/>
                  </a:moveTo>
                  <a:lnTo>
                    <a:pt x="0" y="1036891"/>
                  </a:lnTo>
                  <a:lnTo>
                    <a:pt x="0" y="1071803"/>
                  </a:lnTo>
                  <a:lnTo>
                    <a:pt x="8699" y="1071803"/>
                  </a:lnTo>
                  <a:lnTo>
                    <a:pt x="8699" y="1036891"/>
                  </a:lnTo>
                  <a:close/>
                </a:path>
                <a:path w="8889" h="3236595">
                  <a:moveTo>
                    <a:pt x="8699" y="967066"/>
                  </a:moveTo>
                  <a:lnTo>
                    <a:pt x="0" y="967066"/>
                  </a:lnTo>
                  <a:lnTo>
                    <a:pt x="0" y="1001979"/>
                  </a:lnTo>
                  <a:lnTo>
                    <a:pt x="8699" y="1001979"/>
                  </a:lnTo>
                  <a:lnTo>
                    <a:pt x="8699" y="967066"/>
                  </a:lnTo>
                  <a:close/>
                </a:path>
                <a:path w="8889" h="3236595">
                  <a:moveTo>
                    <a:pt x="8699" y="897242"/>
                  </a:moveTo>
                  <a:lnTo>
                    <a:pt x="0" y="897242"/>
                  </a:lnTo>
                  <a:lnTo>
                    <a:pt x="0" y="932154"/>
                  </a:lnTo>
                  <a:lnTo>
                    <a:pt x="8699" y="932154"/>
                  </a:lnTo>
                  <a:lnTo>
                    <a:pt x="8699" y="897242"/>
                  </a:lnTo>
                  <a:close/>
                </a:path>
                <a:path w="8889" h="3236595">
                  <a:moveTo>
                    <a:pt x="8699" y="827417"/>
                  </a:moveTo>
                  <a:lnTo>
                    <a:pt x="0" y="827417"/>
                  </a:lnTo>
                  <a:lnTo>
                    <a:pt x="0" y="862330"/>
                  </a:lnTo>
                  <a:lnTo>
                    <a:pt x="8699" y="862330"/>
                  </a:lnTo>
                  <a:lnTo>
                    <a:pt x="8699" y="827417"/>
                  </a:lnTo>
                  <a:close/>
                </a:path>
                <a:path w="8889" h="3236595">
                  <a:moveTo>
                    <a:pt x="8699" y="757593"/>
                  </a:moveTo>
                  <a:lnTo>
                    <a:pt x="0" y="757593"/>
                  </a:lnTo>
                  <a:lnTo>
                    <a:pt x="0" y="792505"/>
                  </a:lnTo>
                  <a:lnTo>
                    <a:pt x="8699" y="792505"/>
                  </a:lnTo>
                  <a:lnTo>
                    <a:pt x="8699" y="757593"/>
                  </a:lnTo>
                  <a:close/>
                </a:path>
                <a:path w="8889" h="3236595">
                  <a:moveTo>
                    <a:pt x="8699" y="687781"/>
                  </a:moveTo>
                  <a:lnTo>
                    <a:pt x="0" y="687781"/>
                  </a:lnTo>
                  <a:lnTo>
                    <a:pt x="0" y="722693"/>
                  </a:lnTo>
                  <a:lnTo>
                    <a:pt x="8699" y="722693"/>
                  </a:lnTo>
                  <a:lnTo>
                    <a:pt x="8699" y="687781"/>
                  </a:lnTo>
                  <a:close/>
                </a:path>
                <a:path w="8889" h="3236595">
                  <a:moveTo>
                    <a:pt x="8699" y="617956"/>
                  </a:moveTo>
                  <a:lnTo>
                    <a:pt x="0" y="617956"/>
                  </a:lnTo>
                  <a:lnTo>
                    <a:pt x="0" y="652868"/>
                  </a:lnTo>
                  <a:lnTo>
                    <a:pt x="8699" y="652868"/>
                  </a:lnTo>
                  <a:lnTo>
                    <a:pt x="8699" y="617956"/>
                  </a:lnTo>
                  <a:close/>
                </a:path>
                <a:path w="8889" h="3236595">
                  <a:moveTo>
                    <a:pt x="8699" y="548132"/>
                  </a:moveTo>
                  <a:lnTo>
                    <a:pt x="0" y="548132"/>
                  </a:lnTo>
                  <a:lnTo>
                    <a:pt x="0" y="583044"/>
                  </a:lnTo>
                  <a:lnTo>
                    <a:pt x="8699" y="583044"/>
                  </a:lnTo>
                  <a:lnTo>
                    <a:pt x="8699" y="548132"/>
                  </a:lnTo>
                  <a:close/>
                </a:path>
                <a:path w="8889" h="3236595">
                  <a:moveTo>
                    <a:pt x="8699" y="478307"/>
                  </a:moveTo>
                  <a:lnTo>
                    <a:pt x="0" y="478307"/>
                  </a:lnTo>
                  <a:lnTo>
                    <a:pt x="0" y="513219"/>
                  </a:lnTo>
                  <a:lnTo>
                    <a:pt x="8699" y="513219"/>
                  </a:lnTo>
                  <a:lnTo>
                    <a:pt x="8699" y="478307"/>
                  </a:lnTo>
                  <a:close/>
                </a:path>
                <a:path w="8889" h="3236595">
                  <a:moveTo>
                    <a:pt x="8699" y="408482"/>
                  </a:moveTo>
                  <a:lnTo>
                    <a:pt x="0" y="408482"/>
                  </a:lnTo>
                  <a:lnTo>
                    <a:pt x="0" y="443395"/>
                  </a:lnTo>
                  <a:lnTo>
                    <a:pt x="8699" y="443395"/>
                  </a:lnTo>
                  <a:lnTo>
                    <a:pt x="8699" y="408482"/>
                  </a:lnTo>
                  <a:close/>
                </a:path>
                <a:path w="8889" h="3236595">
                  <a:moveTo>
                    <a:pt x="8699" y="338658"/>
                  </a:moveTo>
                  <a:lnTo>
                    <a:pt x="0" y="338658"/>
                  </a:lnTo>
                  <a:lnTo>
                    <a:pt x="0" y="373570"/>
                  </a:lnTo>
                  <a:lnTo>
                    <a:pt x="8699" y="373570"/>
                  </a:lnTo>
                  <a:lnTo>
                    <a:pt x="8699" y="338658"/>
                  </a:lnTo>
                  <a:close/>
                </a:path>
                <a:path w="8889" h="3236595">
                  <a:moveTo>
                    <a:pt x="8699" y="268833"/>
                  </a:moveTo>
                  <a:lnTo>
                    <a:pt x="0" y="268833"/>
                  </a:lnTo>
                  <a:lnTo>
                    <a:pt x="0" y="303745"/>
                  </a:lnTo>
                  <a:lnTo>
                    <a:pt x="8699" y="303745"/>
                  </a:lnTo>
                  <a:lnTo>
                    <a:pt x="8699" y="268833"/>
                  </a:lnTo>
                  <a:close/>
                </a:path>
                <a:path w="8889" h="3236595">
                  <a:moveTo>
                    <a:pt x="8699" y="199009"/>
                  </a:moveTo>
                  <a:lnTo>
                    <a:pt x="0" y="199009"/>
                  </a:lnTo>
                  <a:lnTo>
                    <a:pt x="0" y="233921"/>
                  </a:lnTo>
                  <a:lnTo>
                    <a:pt x="8699" y="233921"/>
                  </a:lnTo>
                  <a:lnTo>
                    <a:pt x="8699" y="199009"/>
                  </a:lnTo>
                  <a:close/>
                </a:path>
                <a:path w="8889" h="3236595">
                  <a:moveTo>
                    <a:pt x="8699" y="129184"/>
                  </a:moveTo>
                  <a:lnTo>
                    <a:pt x="0" y="129184"/>
                  </a:lnTo>
                  <a:lnTo>
                    <a:pt x="0" y="164096"/>
                  </a:lnTo>
                  <a:lnTo>
                    <a:pt x="8699" y="164096"/>
                  </a:lnTo>
                  <a:lnTo>
                    <a:pt x="8699" y="129184"/>
                  </a:lnTo>
                  <a:close/>
                </a:path>
                <a:path w="8889" h="3236595">
                  <a:moveTo>
                    <a:pt x="8699" y="59359"/>
                  </a:moveTo>
                  <a:lnTo>
                    <a:pt x="0" y="59359"/>
                  </a:lnTo>
                  <a:lnTo>
                    <a:pt x="0" y="94272"/>
                  </a:lnTo>
                  <a:lnTo>
                    <a:pt x="8699" y="94272"/>
                  </a:lnTo>
                  <a:lnTo>
                    <a:pt x="8699" y="59359"/>
                  </a:lnTo>
                  <a:close/>
                </a:path>
                <a:path w="8889" h="3236595">
                  <a:moveTo>
                    <a:pt x="8699" y="0"/>
                  </a:moveTo>
                  <a:lnTo>
                    <a:pt x="0" y="0"/>
                  </a:lnTo>
                  <a:lnTo>
                    <a:pt x="0" y="24460"/>
                  </a:lnTo>
                  <a:lnTo>
                    <a:pt x="8699" y="24460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175044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905056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04567" y="288672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704567" y="288672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8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4794" y="1368942"/>
              <a:ext cx="1019009" cy="125154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973621" y="27197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973621" y="271979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164410" y="261012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164410" y="261012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019319" y="273410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019319" y="273410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591216" y="281600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91216" y="281600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4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38992" y="463898"/>
              <a:ext cx="3212465" cy="3236595"/>
            </a:xfrm>
            <a:custGeom>
              <a:avLst/>
              <a:gdLst/>
              <a:ahLst/>
              <a:cxnLst/>
              <a:rect l="l" t="t" r="r" b="b"/>
              <a:pathLst>
                <a:path w="3212465" h="3236595">
                  <a:moveTo>
                    <a:pt x="0" y="3236353"/>
                  </a:moveTo>
                  <a:lnTo>
                    <a:pt x="3212047" y="3236353"/>
                  </a:lnTo>
                  <a:lnTo>
                    <a:pt x="3212047" y="0"/>
                  </a:lnTo>
                  <a:lnTo>
                    <a:pt x="0" y="0"/>
                  </a:lnTo>
                  <a:lnTo>
                    <a:pt x="0" y="3236353"/>
                  </a:lnTo>
                  <a:close/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20572" y="2056777"/>
              <a:ext cx="74930" cy="1522095"/>
            </a:xfrm>
            <a:custGeom>
              <a:avLst/>
              <a:gdLst/>
              <a:ahLst/>
              <a:cxnLst/>
              <a:rect l="l" t="t" r="r" b="b"/>
              <a:pathLst>
                <a:path w="74929" h="1522095">
                  <a:moveTo>
                    <a:pt x="34632" y="780237"/>
                  </a:moveTo>
                  <a:lnTo>
                    <a:pt x="8890" y="780237"/>
                  </a:lnTo>
                  <a:lnTo>
                    <a:pt x="10388" y="777519"/>
                  </a:lnTo>
                  <a:lnTo>
                    <a:pt x="13893" y="773455"/>
                  </a:lnTo>
                  <a:lnTo>
                    <a:pt x="19177" y="768858"/>
                  </a:lnTo>
                  <a:lnTo>
                    <a:pt x="28295" y="760742"/>
                  </a:lnTo>
                  <a:lnTo>
                    <a:pt x="33870" y="748284"/>
                  </a:lnTo>
                  <a:lnTo>
                    <a:pt x="33705" y="746391"/>
                  </a:lnTo>
                  <a:lnTo>
                    <a:pt x="19113" y="735368"/>
                  </a:lnTo>
                  <a:lnTo>
                    <a:pt x="16217" y="735431"/>
                  </a:lnTo>
                  <a:lnTo>
                    <a:pt x="2222" y="748309"/>
                  </a:lnTo>
                  <a:lnTo>
                    <a:pt x="8661" y="748919"/>
                  </a:lnTo>
                  <a:lnTo>
                    <a:pt x="8953" y="747356"/>
                  </a:lnTo>
                  <a:lnTo>
                    <a:pt x="9550" y="745629"/>
                  </a:lnTo>
                  <a:lnTo>
                    <a:pt x="19939" y="740638"/>
                  </a:lnTo>
                  <a:lnTo>
                    <a:pt x="21031" y="740829"/>
                  </a:lnTo>
                  <a:lnTo>
                    <a:pt x="27406" y="748728"/>
                  </a:lnTo>
                  <a:lnTo>
                    <a:pt x="27178" y="751446"/>
                  </a:lnTo>
                  <a:lnTo>
                    <a:pt x="26504" y="753554"/>
                  </a:lnTo>
                  <a:lnTo>
                    <a:pt x="24752" y="756424"/>
                  </a:lnTo>
                  <a:lnTo>
                    <a:pt x="21920" y="759561"/>
                  </a:lnTo>
                  <a:lnTo>
                    <a:pt x="11150" y="768731"/>
                  </a:lnTo>
                  <a:lnTo>
                    <a:pt x="7327" y="772655"/>
                  </a:lnTo>
                  <a:lnTo>
                    <a:pt x="4356" y="776554"/>
                  </a:lnTo>
                  <a:lnTo>
                    <a:pt x="3086" y="778764"/>
                  </a:lnTo>
                  <a:lnTo>
                    <a:pt x="1943" y="781164"/>
                  </a:lnTo>
                  <a:lnTo>
                    <a:pt x="1943" y="785596"/>
                  </a:lnTo>
                  <a:lnTo>
                    <a:pt x="34632" y="785596"/>
                  </a:lnTo>
                  <a:lnTo>
                    <a:pt x="34632" y="780237"/>
                  </a:lnTo>
                  <a:close/>
                </a:path>
                <a:path w="74929" h="1522095">
                  <a:moveTo>
                    <a:pt x="36169" y="33769"/>
                  </a:moveTo>
                  <a:lnTo>
                    <a:pt x="29222" y="33769"/>
                  </a:lnTo>
                  <a:lnTo>
                    <a:pt x="29222" y="7696"/>
                  </a:lnTo>
                  <a:lnTo>
                    <a:pt x="29222" y="571"/>
                  </a:lnTo>
                  <a:lnTo>
                    <a:pt x="23253" y="571"/>
                  </a:lnTo>
                  <a:lnTo>
                    <a:pt x="23253" y="7696"/>
                  </a:lnTo>
                  <a:lnTo>
                    <a:pt x="23253" y="33769"/>
                  </a:lnTo>
                  <a:lnTo>
                    <a:pt x="5892" y="33769"/>
                  </a:lnTo>
                  <a:lnTo>
                    <a:pt x="5981" y="33642"/>
                  </a:lnTo>
                  <a:lnTo>
                    <a:pt x="6108" y="33515"/>
                  </a:lnTo>
                  <a:lnTo>
                    <a:pt x="7010" y="32359"/>
                  </a:lnTo>
                  <a:lnTo>
                    <a:pt x="8191" y="30708"/>
                  </a:lnTo>
                  <a:lnTo>
                    <a:pt x="8255" y="30581"/>
                  </a:lnTo>
                  <a:lnTo>
                    <a:pt x="21285" y="11303"/>
                  </a:lnTo>
                  <a:lnTo>
                    <a:pt x="21755" y="10414"/>
                  </a:lnTo>
                  <a:lnTo>
                    <a:pt x="21856" y="10287"/>
                  </a:lnTo>
                  <a:lnTo>
                    <a:pt x="22047" y="9906"/>
                  </a:lnTo>
                  <a:lnTo>
                    <a:pt x="22148" y="9779"/>
                  </a:lnTo>
                  <a:lnTo>
                    <a:pt x="22682" y="8813"/>
                  </a:lnTo>
                  <a:lnTo>
                    <a:pt x="22720" y="8686"/>
                  </a:lnTo>
                  <a:lnTo>
                    <a:pt x="23101" y="8013"/>
                  </a:lnTo>
                  <a:lnTo>
                    <a:pt x="23253" y="7696"/>
                  </a:lnTo>
                  <a:lnTo>
                    <a:pt x="23253" y="571"/>
                  </a:lnTo>
                  <a:lnTo>
                    <a:pt x="22593" y="571"/>
                  </a:lnTo>
                  <a:lnTo>
                    <a:pt x="127" y="33769"/>
                  </a:lnTo>
                  <a:lnTo>
                    <a:pt x="0" y="33769"/>
                  </a:lnTo>
                  <a:lnTo>
                    <a:pt x="0" y="38887"/>
                  </a:lnTo>
                  <a:lnTo>
                    <a:pt x="23253" y="38887"/>
                  </a:lnTo>
                  <a:lnTo>
                    <a:pt x="23253" y="50063"/>
                  </a:lnTo>
                  <a:lnTo>
                    <a:pt x="29222" y="50063"/>
                  </a:lnTo>
                  <a:lnTo>
                    <a:pt x="29222" y="38887"/>
                  </a:lnTo>
                  <a:lnTo>
                    <a:pt x="36169" y="38887"/>
                  </a:lnTo>
                  <a:lnTo>
                    <a:pt x="36169" y="33769"/>
                  </a:lnTo>
                  <a:close/>
                </a:path>
                <a:path w="74929" h="1522095">
                  <a:moveTo>
                    <a:pt x="74891" y="1488186"/>
                  </a:moveTo>
                  <a:lnTo>
                    <a:pt x="68643" y="1474304"/>
                  </a:lnTo>
                  <a:lnTo>
                    <a:pt x="68643" y="1489087"/>
                  </a:lnTo>
                  <a:lnTo>
                    <a:pt x="68605" y="1503464"/>
                  </a:lnTo>
                  <a:lnTo>
                    <a:pt x="68503" y="1504137"/>
                  </a:lnTo>
                  <a:lnTo>
                    <a:pt x="68478" y="1504327"/>
                  </a:lnTo>
                  <a:lnTo>
                    <a:pt x="68351" y="1505153"/>
                  </a:lnTo>
                  <a:lnTo>
                    <a:pt x="60579" y="1516430"/>
                  </a:lnTo>
                  <a:lnTo>
                    <a:pt x="55791" y="1516430"/>
                  </a:lnTo>
                  <a:lnTo>
                    <a:pt x="47891" y="1504327"/>
                  </a:lnTo>
                  <a:lnTo>
                    <a:pt x="47891" y="1488186"/>
                  </a:lnTo>
                  <a:lnTo>
                    <a:pt x="48158" y="1486560"/>
                  </a:lnTo>
                  <a:lnTo>
                    <a:pt x="48260" y="1486052"/>
                  </a:lnTo>
                  <a:lnTo>
                    <a:pt x="48323" y="1485785"/>
                  </a:lnTo>
                  <a:lnTo>
                    <a:pt x="48628" y="1484388"/>
                  </a:lnTo>
                  <a:lnTo>
                    <a:pt x="48742" y="1484007"/>
                  </a:lnTo>
                  <a:lnTo>
                    <a:pt x="49034" y="1483017"/>
                  </a:lnTo>
                  <a:lnTo>
                    <a:pt x="49453" y="1481861"/>
                  </a:lnTo>
                  <a:lnTo>
                    <a:pt x="55384" y="1476362"/>
                  </a:lnTo>
                  <a:lnTo>
                    <a:pt x="61175" y="1476362"/>
                  </a:lnTo>
                  <a:lnTo>
                    <a:pt x="68249" y="1486560"/>
                  </a:lnTo>
                  <a:lnTo>
                    <a:pt x="68414" y="1487360"/>
                  </a:lnTo>
                  <a:lnTo>
                    <a:pt x="68503" y="1488186"/>
                  </a:lnTo>
                  <a:lnTo>
                    <a:pt x="68643" y="1489087"/>
                  </a:lnTo>
                  <a:lnTo>
                    <a:pt x="68643" y="1474304"/>
                  </a:lnTo>
                  <a:lnTo>
                    <a:pt x="61112" y="1471066"/>
                  </a:lnTo>
                  <a:lnTo>
                    <a:pt x="55473" y="1471066"/>
                  </a:lnTo>
                  <a:lnTo>
                    <a:pt x="42265" y="1484388"/>
                  </a:lnTo>
                  <a:lnTo>
                    <a:pt x="41897" y="1486052"/>
                  </a:lnTo>
                  <a:lnTo>
                    <a:pt x="41808" y="1486560"/>
                  </a:lnTo>
                  <a:lnTo>
                    <a:pt x="41541" y="1488186"/>
                  </a:lnTo>
                  <a:lnTo>
                    <a:pt x="41554" y="1504327"/>
                  </a:lnTo>
                  <a:lnTo>
                    <a:pt x="55321" y="1521637"/>
                  </a:lnTo>
                  <a:lnTo>
                    <a:pt x="60921" y="1521637"/>
                  </a:lnTo>
                  <a:lnTo>
                    <a:pt x="70916" y="1515440"/>
                  </a:lnTo>
                  <a:lnTo>
                    <a:pt x="71666" y="1514297"/>
                  </a:lnTo>
                  <a:lnTo>
                    <a:pt x="74853" y="1504327"/>
                  </a:lnTo>
                  <a:lnTo>
                    <a:pt x="74891" y="1488186"/>
                  </a:lnTo>
                  <a:close/>
                </a:path>
                <a:path w="74929" h="1522095">
                  <a:moveTo>
                    <a:pt x="74891" y="752652"/>
                  </a:moveTo>
                  <a:lnTo>
                    <a:pt x="71996" y="743102"/>
                  </a:lnTo>
                  <a:lnTo>
                    <a:pt x="71158" y="741667"/>
                  </a:lnTo>
                  <a:lnTo>
                    <a:pt x="68643" y="738771"/>
                  </a:lnTo>
                  <a:lnTo>
                    <a:pt x="68643" y="753554"/>
                  </a:lnTo>
                  <a:lnTo>
                    <a:pt x="68605" y="767930"/>
                  </a:lnTo>
                  <a:lnTo>
                    <a:pt x="68503" y="768604"/>
                  </a:lnTo>
                  <a:lnTo>
                    <a:pt x="68478" y="768794"/>
                  </a:lnTo>
                  <a:lnTo>
                    <a:pt x="68351" y="769620"/>
                  </a:lnTo>
                  <a:lnTo>
                    <a:pt x="60579" y="780897"/>
                  </a:lnTo>
                  <a:lnTo>
                    <a:pt x="55791" y="780897"/>
                  </a:lnTo>
                  <a:lnTo>
                    <a:pt x="47891" y="768794"/>
                  </a:lnTo>
                  <a:lnTo>
                    <a:pt x="47891" y="752652"/>
                  </a:lnTo>
                  <a:lnTo>
                    <a:pt x="48158" y="751027"/>
                  </a:lnTo>
                  <a:lnTo>
                    <a:pt x="48260" y="750519"/>
                  </a:lnTo>
                  <a:lnTo>
                    <a:pt x="48323" y="750265"/>
                  </a:lnTo>
                  <a:lnTo>
                    <a:pt x="48628" y="748855"/>
                  </a:lnTo>
                  <a:lnTo>
                    <a:pt x="48742" y="748474"/>
                  </a:lnTo>
                  <a:lnTo>
                    <a:pt x="49034" y="747483"/>
                  </a:lnTo>
                  <a:lnTo>
                    <a:pt x="49453" y="746328"/>
                  </a:lnTo>
                  <a:lnTo>
                    <a:pt x="55384" y="740829"/>
                  </a:lnTo>
                  <a:lnTo>
                    <a:pt x="61175" y="740829"/>
                  </a:lnTo>
                  <a:lnTo>
                    <a:pt x="68249" y="751027"/>
                  </a:lnTo>
                  <a:lnTo>
                    <a:pt x="68414" y="751827"/>
                  </a:lnTo>
                  <a:lnTo>
                    <a:pt x="68503" y="752652"/>
                  </a:lnTo>
                  <a:lnTo>
                    <a:pt x="68643" y="753554"/>
                  </a:lnTo>
                  <a:lnTo>
                    <a:pt x="68643" y="738771"/>
                  </a:lnTo>
                  <a:lnTo>
                    <a:pt x="61112" y="735533"/>
                  </a:lnTo>
                  <a:lnTo>
                    <a:pt x="55473" y="735533"/>
                  </a:lnTo>
                  <a:lnTo>
                    <a:pt x="42265" y="748855"/>
                  </a:lnTo>
                  <a:lnTo>
                    <a:pt x="41897" y="750519"/>
                  </a:lnTo>
                  <a:lnTo>
                    <a:pt x="41808" y="751027"/>
                  </a:lnTo>
                  <a:lnTo>
                    <a:pt x="41541" y="752652"/>
                  </a:lnTo>
                  <a:lnTo>
                    <a:pt x="41554" y="768794"/>
                  </a:lnTo>
                  <a:lnTo>
                    <a:pt x="55321" y="786117"/>
                  </a:lnTo>
                  <a:lnTo>
                    <a:pt x="60921" y="786117"/>
                  </a:lnTo>
                  <a:lnTo>
                    <a:pt x="70916" y="779907"/>
                  </a:lnTo>
                  <a:lnTo>
                    <a:pt x="71666" y="778764"/>
                  </a:lnTo>
                  <a:lnTo>
                    <a:pt x="74853" y="768794"/>
                  </a:lnTo>
                  <a:lnTo>
                    <a:pt x="74891" y="752652"/>
                  </a:lnTo>
                  <a:close/>
                </a:path>
                <a:path w="74929" h="1522095">
                  <a:moveTo>
                    <a:pt x="74891" y="17119"/>
                  </a:moveTo>
                  <a:lnTo>
                    <a:pt x="71996" y="7569"/>
                  </a:lnTo>
                  <a:lnTo>
                    <a:pt x="71158" y="6134"/>
                  </a:lnTo>
                  <a:lnTo>
                    <a:pt x="68643" y="3238"/>
                  </a:lnTo>
                  <a:lnTo>
                    <a:pt x="68643" y="18021"/>
                  </a:lnTo>
                  <a:lnTo>
                    <a:pt x="68605" y="32397"/>
                  </a:lnTo>
                  <a:lnTo>
                    <a:pt x="68503" y="33070"/>
                  </a:lnTo>
                  <a:lnTo>
                    <a:pt x="68478" y="33261"/>
                  </a:lnTo>
                  <a:lnTo>
                    <a:pt x="68351" y="34086"/>
                  </a:lnTo>
                  <a:lnTo>
                    <a:pt x="60579" y="45364"/>
                  </a:lnTo>
                  <a:lnTo>
                    <a:pt x="55791" y="45364"/>
                  </a:lnTo>
                  <a:lnTo>
                    <a:pt x="47891" y="33261"/>
                  </a:lnTo>
                  <a:lnTo>
                    <a:pt x="47891" y="17119"/>
                  </a:lnTo>
                  <a:lnTo>
                    <a:pt x="48158" y="15494"/>
                  </a:lnTo>
                  <a:lnTo>
                    <a:pt x="48260" y="14986"/>
                  </a:lnTo>
                  <a:lnTo>
                    <a:pt x="48323" y="14732"/>
                  </a:lnTo>
                  <a:lnTo>
                    <a:pt x="48628" y="13322"/>
                  </a:lnTo>
                  <a:lnTo>
                    <a:pt x="48742" y="12941"/>
                  </a:lnTo>
                  <a:lnTo>
                    <a:pt x="49022" y="11976"/>
                  </a:lnTo>
                  <a:lnTo>
                    <a:pt x="49466" y="10769"/>
                  </a:lnTo>
                  <a:lnTo>
                    <a:pt x="55384" y="5295"/>
                  </a:lnTo>
                  <a:lnTo>
                    <a:pt x="61175" y="5295"/>
                  </a:lnTo>
                  <a:lnTo>
                    <a:pt x="68249" y="15494"/>
                  </a:lnTo>
                  <a:lnTo>
                    <a:pt x="68414" y="16294"/>
                  </a:lnTo>
                  <a:lnTo>
                    <a:pt x="68503" y="17119"/>
                  </a:lnTo>
                  <a:lnTo>
                    <a:pt x="68643" y="18021"/>
                  </a:lnTo>
                  <a:lnTo>
                    <a:pt x="68643" y="3238"/>
                  </a:lnTo>
                  <a:lnTo>
                    <a:pt x="61112" y="0"/>
                  </a:lnTo>
                  <a:lnTo>
                    <a:pt x="55473" y="0"/>
                  </a:lnTo>
                  <a:lnTo>
                    <a:pt x="42265" y="13322"/>
                  </a:lnTo>
                  <a:lnTo>
                    <a:pt x="41897" y="14986"/>
                  </a:lnTo>
                  <a:lnTo>
                    <a:pt x="41808" y="15494"/>
                  </a:lnTo>
                  <a:lnTo>
                    <a:pt x="41541" y="17119"/>
                  </a:lnTo>
                  <a:lnTo>
                    <a:pt x="41554" y="33261"/>
                  </a:lnTo>
                  <a:lnTo>
                    <a:pt x="55321" y="50584"/>
                  </a:lnTo>
                  <a:lnTo>
                    <a:pt x="60921" y="50584"/>
                  </a:lnTo>
                  <a:lnTo>
                    <a:pt x="70916" y="44386"/>
                  </a:lnTo>
                  <a:lnTo>
                    <a:pt x="71666" y="43230"/>
                  </a:lnTo>
                  <a:lnTo>
                    <a:pt x="74853" y="33261"/>
                  </a:lnTo>
                  <a:lnTo>
                    <a:pt x="74891" y="1711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13" y="1321236"/>
              <a:ext cx="72359" cy="50645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327" y="585704"/>
              <a:ext cx="73145" cy="50581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816653" y="611043"/>
              <a:ext cx="3088640" cy="3112135"/>
            </a:xfrm>
            <a:custGeom>
              <a:avLst/>
              <a:gdLst/>
              <a:ahLst/>
              <a:cxnLst/>
              <a:rect l="l" t="t" r="r" b="b"/>
              <a:pathLst>
                <a:path w="3088640" h="3112135">
                  <a:moveTo>
                    <a:pt x="0" y="2942096"/>
                  </a:moveTo>
                  <a:lnTo>
                    <a:pt x="22338" y="2942096"/>
                  </a:lnTo>
                </a:path>
                <a:path w="3088640" h="3112135">
                  <a:moveTo>
                    <a:pt x="0" y="2206564"/>
                  </a:moveTo>
                  <a:lnTo>
                    <a:pt x="22338" y="2206564"/>
                  </a:lnTo>
                </a:path>
                <a:path w="3088640" h="3112135">
                  <a:moveTo>
                    <a:pt x="0" y="1471064"/>
                  </a:moveTo>
                  <a:lnTo>
                    <a:pt x="22338" y="1471064"/>
                  </a:lnTo>
                </a:path>
                <a:path w="3088640" h="3112135">
                  <a:moveTo>
                    <a:pt x="0" y="735532"/>
                  </a:moveTo>
                  <a:lnTo>
                    <a:pt x="22338" y="735532"/>
                  </a:lnTo>
                </a:path>
                <a:path w="3088640" h="3112135">
                  <a:moveTo>
                    <a:pt x="0" y="0"/>
                  </a:moveTo>
                  <a:lnTo>
                    <a:pt x="22338" y="0"/>
                  </a:lnTo>
                </a:path>
                <a:path w="3088640" h="3112135">
                  <a:moveTo>
                    <a:pt x="168354" y="3111640"/>
                  </a:moveTo>
                  <a:lnTo>
                    <a:pt x="168354" y="3089208"/>
                  </a:lnTo>
                </a:path>
                <a:path w="3088640" h="3112135">
                  <a:moveTo>
                    <a:pt x="898366" y="3111640"/>
                  </a:moveTo>
                  <a:lnTo>
                    <a:pt x="898366" y="3089208"/>
                  </a:lnTo>
                </a:path>
                <a:path w="3088640" h="3112135">
                  <a:moveTo>
                    <a:pt x="2358390" y="3111640"/>
                  </a:moveTo>
                  <a:lnTo>
                    <a:pt x="2358390" y="3089208"/>
                  </a:lnTo>
                </a:path>
                <a:path w="3088640" h="3112135">
                  <a:moveTo>
                    <a:pt x="3088402" y="3111640"/>
                  </a:moveTo>
                  <a:lnTo>
                    <a:pt x="3088402" y="3089208"/>
                  </a:lnTo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47940" y="3739883"/>
              <a:ext cx="2243455" cy="51435"/>
            </a:xfrm>
            <a:custGeom>
              <a:avLst/>
              <a:gdLst/>
              <a:ahLst/>
              <a:cxnLst/>
              <a:rect l="l" t="t" r="r" b="b"/>
              <a:pathLst>
                <a:path w="2243455" h="51435">
                  <a:moveTo>
                    <a:pt x="34036" y="34124"/>
                  </a:moveTo>
                  <a:lnTo>
                    <a:pt x="17399" y="18656"/>
                  </a:lnTo>
                  <a:lnTo>
                    <a:pt x="15455" y="18783"/>
                  </a:lnTo>
                  <a:lnTo>
                    <a:pt x="12103" y="19583"/>
                  </a:lnTo>
                  <a:lnTo>
                    <a:pt x="9372" y="20828"/>
                  </a:lnTo>
                  <a:lnTo>
                    <a:pt x="7899" y="21818"/>
                  </a:lnTo>
                  <a:lnTo>
                    <a:pt x="8826" y="6096"/>
                  </a:lnTo>
                  <a:lnTo>
                    <a:pt x="31165" y="6096"/>
                  </a:lnTo>
                  <a:lnTo>
                    <a:pt x="31165" y="736"/>
                  </a:lnTo>
                  <a:lnTo>
                    <a:pt x="3086" y="736"/>
                  </a:lnTo>
                  <a:lnTo>
                    <a:pt x="1435" y="27381"/>
                  </a:lnTo>
                  <a:lnTo>
                    <a:pt x="7620" y="27381"/>
                  </a:lnTo>
                  <a:lnTo>
                    <a:pt x="10096" y="25527"/>
                  </a:lnTo>
                  <a:lnTo>
                    <a:pt x="11404" y="24853"/>
                  </a:lnTo>
                  <a:lnTo>
                    <a:pt x="15265" y="23901"/>
                  </a:lnTo>
                  <a:lnTo>
                    <a:pt x="18707" y="23926"/>
                  </a:lnTo>
                  <a:lnTo>
                    <a:pt x="20866" y="24447"/>
                  </a:lnTo>
                  <a:lnTo>
                    <a:pt x="27470" y="33807"/>
                  </a:lnTo>
                  <a:lnTo>
                    <a:pt x="27368" y="36360"/>
                  </a:lnTo>
                  <a:lnTo>
                    <a:pt x="18072" y="45720"/>
                  </a:lnTo>
                  <a:lnTo>
                    <a:pt x="15201" y="45720"/>
                  </a:lnTo>
                  <a:lnTo>
                    <a:pt x="6375" y="38442"/>
                  </a:lnTo>
                  <a:lnTo>
                    <a:pt x="0" y="39166"/>
                  </a:lnTo>
                  <a:lnTo>
                    <a:pt x="15748" y="50927"/>
                  </a:lnTo>
                  <a:lnTo>
                    <a:pt x="18199" y="50901"/>
                  </a:lnTo>
                  <a:lnTo>
                    <a:pt x="33743" y="37668"/>
                  </a:lnTo>
                  <a:lnTo>
                    <a:pt x="34036" y="34124"/>
                  </a:lnTo>
                  <a:close/>
                </a:path>
                <a:path w="2243455" h="51435">
                  <a:moveTo>
                    <a:pt x="73698" y="17310"/>
                  </a:moveTo>
                  <a:lnTo>
                    <a:pt x="67424" y="3390"/>
                  </a:lnTo>
                  <a:lnTo>
                    <a:pt x="67424" y="18173"/>
                  </a:lnTo>
                  <a:lnTo>
                    <a:pt x="67360" y="32562"/>
                  </a:lnTo>
                  <a:lnTo>
                    <a:pt x="59372" y="45529"/>
                  </a:lnTo>
                  <a:lnTo>
                    <a:pt x="59639" y="45529"/>
                  </a:lnTo>
                  <a:lnTo>
                    <a:pt x="57962" y="45758"/>
                  </a:lnTo>
                  <a:lnTo>
                    <a:pt x="55994" y="45758"/>
                  </a:lnTo>
                  <a:lnTo>
                    <a:pt x="54317" y="45529"/>
                  </a:lnTo>
                  <a:lnTo>
                    <a:pt x="54584" y="45529"/>
                  </a:lnTo>
                  <a:lnTo>
                    <a:pt x="53251" y="45148"/>
                  </a:lnTo>
                  <a:lnTo>
                    <a:pt x="46685" y="33426"/>
                  </a:lnTo>
                  <a:lnTo>
                    <a:pt x="46685" y="17310"/>
                  </a:lnTo>
                  <a:lnTo>
                    <a:pt x="46951" y="15659"/>
                  </a:lnTo>
                  <a:lnTo>
                    <a:pt x="47053" y="15138"/>
                  </a:lnTo>
                  <a:lnTo>
                    <a:pt x="47117" y="14884"/>
                  </a:lnTo>
                  <a:lnTo>
                    <a:pt x="47421" y="13487"/>
                  </a:lnTo>
                  <a:lnTo>
                    <a:pt x="54178" y="5461"/>
                  </a:lnTo>
                  <a:lnTo>
                    <a:pt x="59969" y="5461"/>
                  </a:lnTo>
                  <a:lnTo>
                    <a:pt x="67043" y="15659"/>
                  </a:lnTo>
                  <a:lnTo>
                    <a:pt x="67208" y="16459"/>
                  </a:lnTo>
                  <a:lnTo>
                    <a:pt x="67297" y="17310"/>
                  </a:lnTo>
                  <a:lnTo>
                    <a:pt x="67424" y="18173"/>
                  </a:lnTo>
                  <a:lnTo>
                    <a:pt x="67424" y="3390"/>
                  </a:lnTo>
                  <a:lnTo>
                    <a:pt x="60579" y="279"/>
                  </a:lnTo>
                  <a:lnTo>
                    <a:pt x="53568" y="279"/>
                  </a:lnTo>
                  <a:lnTo>
                    <a:pt x="43383" y="7416"/>
                  </a:lnTo>
                  <a:lnTo>
                    <a:pt x="42621" y="8940"/>
                  </a:lnTo>
                  <a:lnTo>
                    <a:pt x="42037" y="10312"/>
                  </a:lnTo>
                  <a:lnTo>
                    <a:pt x="41719" y="11214"/>
                  </a:lnTo>
                  <a:lnTo>
                    <a:pt x="41135" y="13093"/>
                  </a:lnTo>
                  <a:lnTo>
                    <a:pt x="41059" y="13487"/>
                  </a:lnTo>
                  <a:lnTo>
                    <a:pt x="40690" y="15138"/>
                  </a:lnTo>
                  <a:lnTo>
                    <a:pt x="40601" y="15659"/>
                  </a:lnTo>
                  <a:lnTo>
                    <a:pt x="40322" y="17310"/>
                  </a:lnTo>
                  <a:lnTo>
                    <a:pt x="40335" y="33426"/>
                  </a:lnTo>
                  <a:lnTo>
                    <a:pt x="54114" y="50736"/>
                  </a:lnTo>
                  <a:lnTo>
                    <a:pt x="59715" y="50736"/>
                  </a:lnTo>
                  <a:lnTo>
                    <a:pt x="73647" y="33426"/>
                  </a:lnTo>
                  <a:lnTo>
                    <a:pt x="73698" y="17310"/>
                  </a:lnTo>
                  <a:close/>
                </a:path>
                <a:path w="2243455" h="51435">
                  <a:moveTo>
                    <a:pt x="763435" y="736"/>
                  </a:moveTo>
                  <a:lnTo>
                    <a:pt x="730808" y="736"/>
                  </a:lnTo>
                  <a:lnTo>
                    <a:pt x="730808" y="6096"/>
                  </a:lnTo>
                  <a:lnTo>
                    <a:pt x="757351" y="6096"/>
                  </a:lnTo>
                  <a:lnTo>
                    <a:pt x="752576" y="13423"/>
                  </a:lnTo>
                  <a:lnTo>
                    <a:pt x="739927" y="50253"/>
                  </a:lnTo>
                  <a:lnTo>
                    <a:pt x="746518" y="50253"/>
                  </a:lnTo>
                  <a:lnTo>
                    <a:pt x="746709" y="45300"/>
                  </a:lnTo>
                  <a:lnTo>
                    <a:pt x="747509" y="39458"/>
                  </a:lnTo>
                  <a:lnTo>
                    <a:pt x="763435" y="5842"/>
                  </a:lnTo>
                  <a:lnTo>
                    <a:pt x="763435" y="736"/>
                  </a:lnTo>
                  <a:close/>
                </a:path>
                <a:path w="2243455" h="51435">
                  <a:moveTo>
                    <a:pt x="803973" y="34124"/>
                  </a:moveTo>
                  <a:lnTo>
                    <a:pt x="787336" y="18656"/>
                  </a:lnTo>
                  <a:lnTo>
                    <a:pt x="784212" y="18973"/>
                  </a:lnTo>
                  <a:lnTo>
                    <a:pt x="781062" y="19964"/>
                  </a:lnTo>
                  <a:lnTo>
                    <a:pt x="778891" y="21056"/>
                  </a:lnTo>
                  <a:lnTo>
                    <a:pt x="777811" y="21818"/>
                  </a:lnTo>
                  <a:lnTo>
                    <a:pt x="778764" y="6096"/>
                  </a:lnTo>
                  <a:lnTo>
                    <a:pt x="801103" y="6096"/>
                  </a:lnTo>
                  <a:lnTo>
                    <a:pt x="801103" y="736"/>
                  </a:lnTo>
                  <a:lnTo>
                    <a:pt x="773036" y="736"/>
                  </a:lnTo>
                  <a:lnTo>
                    <a:pt x="771372" y="27381"/>
                  </a:lnTo>
                  <a:lnTo>
                    <a:pt x="777557" y="27381"/>
                  </a:lnTo>
                  <a:lnTo>
                    <a:pt x="780046" y="25527"/>
                  </a:lnTo>
                  <a:lnTo>
                    <a:pt x="783551" y="24155"/>
                  </a:lnTo>
                  <a:lnTo>
                    <a:pt x="786739" y="23799"/>
                  </a:lnTo>
                  <a:lnTo>
                    <a:pt x="789127" y="23990"/>
                  </a:lnTo>
                  <a:lnTo>
                    <a:pt x="791997" y="24917"/>
                  </a:lnTo>
                  <a:lnTo>
                    <a:pt x="797407" y="34798"/>
                  </a:lnTo>
                  <a:lnTo>
                    <a:pt x="796937" y="38303"/>
                  </a:lnTo>
                  <a:lnTo>
                    <a:pt x="788009" y="45720"/>
                  </a:lnTo>
                  <a:lnTo>
                    <a:pt x="785139" y="45720"/>
                  </a:lnTo>
                  <a:lnTo>
                    <a:pt x="776312" y="38442"/>
                  </a:lnTo>
                  <a:lnTo>
                    <a:pt x="769937" y="39166"/>
                  </a:lnTo>
                  <a:lnTo>
                    <a:pt x="786447" y="50965"/>
                  </a:lnTo>
                  <a:lnTo>
                    <a:pt x="788136" y="50901"/>
                  </a:lnTo>
                  <a:lnTo>
                    <a:pt x="803694" y="37668"/>
                  </a:lnTo>
                  <a:lnTo>
                    <a:pt x="803973" y="34124"/>
                  </a:lnTo>
                  <a:close/>
                </a:path>
                <a:path w="2243455" h="51435">
                  <a:moveTo>
                    <a:pt x="2203615" y="44856"/>
                  </a:moveTo>
                  <a:lnTo>
                    <a:pt x="2191601" y="44856"/>
                  </a:lnTo>
                  <a:lnTo>
                    <a:pt x="2191601" y="736"/>
                  </a:lnTo>
                  <a:lnTo>
                    <a:pt x="2185771" y="736"/>
                  </a:lnTo>
                  <a:lnTo>
                    <a:pt x="2174100" y="8788"/>
                  </a:lnTo>
                  <a:lnTo>
                    <a:pt x="2174100" y="14757"/>
                  </a:lnTo>
                  <a:lnTo>
                    <a:pt x="2185251" y="6769"/>
                  </a:lnTo>
                  <a:lnTo>
                    <a:pt x="2185251" y="44856"/>
                  </a:lnTo>
                  <a:lnTo>
                    <a:pt x="2172665" y="44856"/>
                  </a:lnTo>
                  <a:lnTo>
                    <a:pt x="2172665" y="50253"/>
                  </a:lnTo>
                  <a:lnTo>
                    <a:pt x="2203615" y="50253"/>
                  </a:lnTo>
                  <a:lnTo>
                    <a:pt x="2203615" y="44856"/>
                  </a:lnTo>
                  <a:close/>
                </a:path>
                <a:path w="2243455" h="51435">
                  <a:moveTo>
                    <a:pt x="2243442" y="44856"/>
                  </a:moveTo>
                  <a:lnTo>
                    <a:pt x="2217661" y="44856"/>
                  </a:lnTo>
                  <a:lnTo>
                    <a:pt x="2218690" y="42913"/>
                  </a:lnTo>
                  <a:lnTo>
                    <a:pt x="2220633" y="40284"/>
                  </a:lnTo>
                  <a:lnTo>
                    <a:pt x="2224201" y="36677"/>
                  </a:lnTo>
                  <a:lnTo>
                    <a:pt x="2233536" y="28790"/>
                  </a:lnTo>
                  <a:lnTo>
                    <a:pt x="2237778" y="24599"/>
                  </a:lnTo>
                  <a:lnTo>
                    <a:pt x="2240737" y="20485"/>
                  </a:lnTo>
                  <a:lnTo>
                    <a:pt x="2242235" y="16929"/>
                  </a:lnTo>
                  <a:lnTo>
                    <a:pt x="2242515" y="15494"/>
                  </a:lnTo>
                  <a:lnTo>
                    <a:pt x="2242655" y="14058"/>
                  </a:lnTo>
                  <a:lnTo>
                    <a:pt x="2242578" y="11633"/>
                  </a:lnTo>
                  <a:lnTo>
                    <a:pt x="2226424" y="0"/>
                  </a:lnTo>
                  <a:lnTo>
                    <a:pt x="2222982" y="342"/>
                  </a:lnTo>
                  <a:lnTo>
                    <a:pt x="2211006" y="12966"/>
                  </a:lnTo>
                  <a:lnTo>
                    <a:pt x="2217470" y="13550"/>
                  </a:lnTo>
                  <a:lnTo>
                    <a:pt x="2217851" y="11595"/>
                  </a:lnTo>
                  <a:lnTo>
                    <a:pt x="2218690" y="9613"/>
                  </a:lnTo>
                  <a:lnTo>
                    <a:pt x="2227161" y="5168"/>
                  </a:lnTo>
                  <a:lnTo>
                    <a:pt x="2229840" y="5461"/>
                  </a:lnTo>
                  <a:lnTo>
                    <a:pt x="2236178" y="14376"/>
                  </a:lnTo>
                  <a:lnTo>
                    <a:pt x="2236051" y="15532"/>
                  </a:lnTo>
                  <a:lnTo>
                    <a:pt x="2222766" y="30861"/>
                  </a:lnTo>
                  <a:lnTo>
                    <a:pt x="2217191" y="36106"/>
                  </a:lnTo>
                  <a:lnTo>
                    <a:pt x="2213622" y="40513"/>
                  </a:lnTo>
                  <a:lnTo>
                    <a:pt x="2212276" y="42659"/>
                  </a:lnTo>
                  <a:lnTo>
                    <a:pt x="2210752" y="45783"/>
                  </a:lnTo>
                  <a:lnTo>
                    <a:pt x="2210752" y="50253"/>
                  </a:lnTo>
                  <a:lnTo>
                    <a:pt x="2243442" y="50253"/>
                  </a:lnTo>
                  <a:lnTo>
                    <a:pt x="2243442" y="448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603" y="3700252"/>
              <a:ext cx="110991" cy="189131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197860" y="3739971"/>
              <a:ext cx="763905" cy="51435"/>
            </a:xfrm>
            <a:custGeom>
              <a:avLst/>
              <a:gdLst/>
              <a:ahLst/>
              <a:cxnLst/>
              <a:rect l="l" t="t" r="r" b="b"/>
              <a:pathLst>
                <a:path w="763904" h="51435">
                  <a:moveTo>
                    <a:pt x="34023" y="34036"/>
                  </a:moveTo>
                  <a:lnTo>
                    <a:pt x="17399" y="18567"/>
                  </a:lnTo>
                  <a:lnTo>
                    <a:pt x="15481" y="18694"/>
                  </a:lnTo>
                  <a:lnTo>
                    <a:pt x="12611" y="19342"/>
                  </a:lnTo>
                  <a:lnTo>
                    <a:pt x="10223" y="20294"/>
                  </a:lnTo>
                  <a:lnTo>
                    <a:pt x="7899" y="21729"/>
                  </a:lnTo>
                  <a:lnTo>
                    <a:pt x="8851" y="6007"/>
                  </a:lnTo>
                  <a:lnTo>
                    <a:pt x="31165" y="6007"/>
                  </a:lnTo>
                  <a:lnTo>
                    <a:pt x="31165" y="647"/>
                  </a:lnTo>
                  <a:lnTo>
                    <a:pt x="3086" y="647"/>
                  </a:lnTo>
                  <a:lnTo>
                    <a:pt x="1435" y="27292"/>
                  </a:lnTo>
                  <a:lnTo>
                    <a:pt x="7607" y="27292"/>
                  </a:lnTo>
                  <a:lnTo>
                    <a:pt x="9906" y="25565"/>
                  </a:lnTo>
                  <a:lnTo>
                    <a:pt x="13347" y="24130"/>
                  </a:lnTo>
                  <a:lnTo>
                    <a:pt x="16789" y="23710"/>
                  </a:lnTo>
                  <a:lnTo>
                    <a:pt x="19177" y="23901"/>
                  </a:lnTo>
                  <a:lnTo>
                    <a:pt x="22047" y="24828"/>
                  </a:lnTo>
                  <a:lnTo>
                    <a:pt x="27470" y="35242"/>
                  </a:lnTo>
                  <a:lnTo>
                    <a:pt x="27114" y="37744"/>
                  </a:lnTo>
                  <a:lnTo>
                    <a:pt x="17145" y="45694"/>
                  </a:lnTo>
                  <a:lnTo>
                    <a:pt x="15189" y="45631"/>
                  </a:lnTo>
                  <a:lnTo>
                    <a:pt x="6400" y="38354"/>
                  </a:lnTo>
                  <a:lnTo>
                    <a:pt x="0" y="39077"/>
                  </a:lnTo>
                  <a:lnTo>
                    <a:pt x="16497" y="50876"/>
                  </a:lnTo>
                  <a:lnTo>
                    <a:pt x="19024" y="50749"/>
                  </a:lnTo>
                  <a:lnTo>
                    <a:pt x="33769" y="37579"/>
                  </a:lnTo>
                  <a:lnTo>
                    <a:pt x="34023" y="34036"/>
                  </a:lnTo>
                  <a:close/>
                </a:path>
                <a:path w="763904" h="51435">
                  <a:moveTo>
                    <a:pt x="683704" y="44767"/>
                  </a:moveTo>
                  <a:lnTo>
                    <a:pt x="671690" y="44767"/>
                  </a:lnTo>
                  <a:lnTo>
                    <a:pt x="671690" y="647"/>
                  </a:lnTo>
                  <a:lnTo>
                    <a:pt x="665861" y="647"/>
                  </a:lnTo>
                  <a:lnTo>
                    <a:pt x="654189" y="8699"/>
                  </a:lnTo>
                  <a:lnTo>
                    <a:pt x="654189" y="14668"/>
                  </a:lnTo>
                  <a:lnTo>
                    <a:pt x="665353" y="6680"/>
                  </a:lnTo>
                  <a:lnTo>
                    <a:pt x="665353" y="44767"/>
                  </a:lnTo>
                  <a:lnTo>
                    <a:pt x="652767" y="44767"/>
                  </a:lnTo>
                  <a:lnTo>
                    <a:pt x="652767" y="50165"/>
                  </a:lnTo>
                  <a:lnTo>
                    <a:pt x="683704" y="50165"/>
                  </a:lnTo>
                  <a:lnTo>
                    <a:pt x="683704" y="44767"/>
                  </a:lnTo>
                  <a:close/>
                </a:path>
                <a:path w="763904" h="51435">
                  <a:moveTo>
                    <a:pt x="724141" y="34036"/>
                  </a:moveTo>
                  <a:lnTo>
                    <a:pt x="709612" y="18605"/>
                  </a:lnTo>
                  <a:lnTo>
                    <a:pt x="706170" y="18630"/>
                  </a:lnTo>
                  <a:lnTo>
                    <a:pt x="704354" y="18884"/>
                  </a:lnTo>
                  <a:lnTo>
                    <a:pt x="702691" y="19342"/>
                  </a:lnTo>
                  <a:lnTo>
                    <a:pt x="700303" y="20294"/>
                  </a:lnTo>
                  <a:lnTo>
                    <a:pt x="697979" y="21729"/>
                  </a:lnTo>
                  <a:lnTo>
                    <a:pt x="698931" y="6007"/>
                  </a:lnTo>
                  <a:lnTo>
                    <a:pt x="721245" y="6007"/>
                  </a:lnTo>
                  <a:lnTo>
                    <a:pt x="721245" y="647"/>
                  </a:lnTo>
                  <a:lnTo>
                    <a:pt x="693166" y="647"/>
                  </a:lnTo>
                  <a:lnTo>
                    <a:pt x="691540" y="27292"/>
                  </a:lnTo>
                  <a:lnTo>
                    <a:pt x="697699" y="27292"/>
                  </a:lnTo>
                  <a:lnTo>
                    <a:pt x="699985" y="25565"/>
                  </a:lnTo>
                  <a:lnTo>
                    <a:pt x="702919" y="24257"/>
                  </a:lnTo>
                  <a:lnTo>
                    <a:pt x="705942" y="23749"/>
                  </a:lnTo>
                  <a:lnTo>
                    <a:pt x="707859" y="23749"/>
                  </a:lnTo>
                  <a:lnTo>
                    <a:pt x="717575" y="34709"/>
                  </a:lnTo>
                  <a:lnTo>
                    <a:pt x="717194" y="37744"/>
                  </a:lnTo>
                  <a:lnTo>
                    <a:pt x="706234" y="45694"/>
                  </a:lnTo>
                  <a:lnTo>
                    <a:pt x="703554" y="45415"/>
                  </a:lnTo>
                  <a:lnTo>
                    <a:pt x="696480" y="38354"/>
                  </a:lnTo>
                  <a:lnTo>
                    <a:pt x="690079" y="39077"/>
                  </a:lnTo>
                  <a:lnTo>
                    <a:pt x="706615" y="50876"/>
                  </a:lnTo>
                  <a:lnTo>
                    <a:pt x="709104" y="50749"/>
                  </a:lnTo>
                  <a:lnTo>
                    <a:pt x="723861" y="37579"/>
                  </a:lnTo>
                  <a:lnTo>
                    <a:pt x="724141" y="34036"/>
                  </a:lnTo>
                  <a:close/>
                </a:path>
                <a:path w="763904" h="51435">
                  <a:moveTo>
                    <a:pt x="763752" y="33337"/>
                  </a:moveTo>
                  <a:lnTo>
                    <a:pt x="763625" y="16167"/>
                  </a:lnTo>
                  <a:lnTo>
                    <a:pt x="763498" y="15570"/>
                  </a:lnTo>
                  <a:lnTo>
                    <a:pt x="763397" y="15049"/>
                  </a:lnTo>
                  <a:lnTo>
                    <a:pt x="757415" y="3200"/>
                  </a:lnTo>
                  <a:lnTo>
                    <a:pt x="757415" y="17221"/>
                  </a:lnTo>
                  <a:lnTo>
                    <a:pt x="757339" y="33337"/>
                  </a:lnTo>
                  <a:lnTo>
                    <a:pt x="757097" y="34963"/>
                  </a:lnTo>
                  <a:lnTo>
                    <a:pt x="757008" y="35344"/>
                  </a:lnTo>
                  <a:lnTo>
                    <a:pt x="756932" y="35725"/>
                  </a:lnTo>
                  <a:lnTo>
                    <a:pt x="754926" y="41262"/>
                  </a:lnTo>
                  <a:lnTo>
                    <a:pt x="754672" y="41732"/>
                  </a:lnTo>
                  <a:lnTo>
                    <a:pt x="754354" y="42151"/>
                  </a:lnTo>
                  <a:lnTo>
                    <a:pt x="754062" y="42570"/>
                  </a:lnTo>
                  <a:lnTo>
                    <a:pt x="753427" y="43307"/>
                  </a:lnTo>
                  <a:lnTo>
                    <a:pt x="749452" y="45440"/>
                  </a:lnTo>
                  <a:lnTo>
                    <a:pt x="744664" y="45440"/>
                  </a:lnTo>
                  <a:lnTo>
                    <a:pt x="739724" y="42151"/>
                  </a:lnTo>
                  <a:lnTo>
                    <a:pt x="739406" y="41732"/>
                  </a:lnTo>
                  <a:lnTo>
                    <a:pt x="736917" y="34290"/>
                  </a:lnTo>
                  <a:lnTo>
                    <a:pt x="736765" y="33337"/>
                  </a:lnTo>
                  <a:lnTo>
                    <a:pt x="736765" y="17221"/>
                  </a:lnTo>
                  <a:lnTo>
                    <a:pt x="737019" y="15570"/>
                  </a:lnTo>
                  <a:lnTo>
                    <a:pt x="737133" y="15049"/>
                  </a:lnTo>
                  <a:lnTo>
                    <a:pt x="737501" y="13360"/>
                  </a:lnTo>
                  <a:lnTo>
                    <a:pt x="745210" y="5181"/>
                  </a:lnTo>
                  <a:lnTo>
                    <a:pt x="749160" y="5181"/>
                  </a:lnTo>
                  <a:lnTo>
                    <a:pt x="757250" y="16167"/>
                  </a:lnTo>
                  <a:lnTo>
                    <a:pt x="757415" y="17221"/>
                  </a:lnTo>
                  <a:lnTo>
                    <a:pt x="757415" y="3200"/>
                  </a:lnTo>
                  <a:lnTo>
                    <a:pt x="749312" y="0"/>
                  </a:lnTo>
                  <a:lnTo>
                    <a:pt x="745045" y="0"/>
                  </a:lnTo>
                  <a:lnTo>
                    <a:pt x="733463" y="7327"/>
                  </a:lnTo>
                  <a:lnTo>
                    <a:pt x="732815" y="8597"/>
                  </a:lnTo>
                  <a:lnTo>
                    <a:pt x="730440" y="17221"/>
                  </a:lnTo>
                  <a:lnTo>
                    <a:pt x="730453" y="33337"/>
                  </a:lnTo>
                  <a:lnTo>
                    <a:pt x="730580" y="34290"/>
                  </a:lnTo>
                  <a:lnTo>
                    <a:pt x="730694" y="34963"/>
                  </a:lnTo>
                  <a:lnTo>
                    <a:pt x="730770" y="35344"/>
                  </a:lnTo>
                  <a:lnTo>
                    <a:pt x="730846" y="35725"/>
                  </a:lnTo>
                  <a:lnTo>
                    <a:pt x="744220" y="50647"/>
                  </a:lnTo>
                  <a:lnTo>
                    <a:pt x="749795" y="50647"/>
                  </a:lnTo>
                  <a:lnTo>
                    <a:pt x="759091" y="45440"/>
                  </a:lnTo>
                  <a:lnTo>
                    <a:pt x="759231" y="45288"/>
                  </a:lnTo>
                  <a:lnTo>
                    <a:pt x="763473" y="34963"/>
                  </a:lnTo>
                  <a:lnTo>
                    <a:pt x="763587" y="34290"/>
                  </a:lnTo>
                  <a:lnTo>
                    <a:pt x="763752" y="3333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16209" y="2054052"/>
              <a:ext cx="62230" cy="56515"/>
            </a:xfrm>
            <a:custGeom>
              <a:avLst/>
              <a:gdLst/>
              <a:ahLst/>
              <a:cxnLst/>
              <a:rect l="l" t="t" r="r" b="b"/>
              <a:pathLst>
                <a:path w="62229" h="56514">
                  <a:moveTo>
                    <a:pt x="0" y="56077"/>
                  </a:moveTo>
                  <a:lnTo>
                    <a:pt x="0" y="46843"/>
                  </a:lnTo>
                  <a:lnTo>
                    <a:pt x="29381" y="27991"/>
                  </a:lnTo>
                  <a:lnTo>
                    <a:pt x="0" y="9234"/>
                  </a:lnTo>
                  <a:lnTo>
                    <a:pt x="0" y="0"/>
                  </a:lnTo>
                  <a:lnTo>
                    <a:pt x="36137" y="23901"/>
                  </a:lnTo>
                  <a:lnTo>
                    <a:pt x="61726" y="23901"/>
                  </a:lnTo>
                  <a:lnTo>
                    <a:pt x="61726" y="32272"/>
                  </a:lnTo>
                  <a:lnTo>
                    <a:pt x="36137" y="32272"/>
                  </a:lnTo>
                  <a:lnTo>
                    <a:pt x="0" y="56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4536826" y="795019"/>
            <a:ext cx="58420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Shape: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0" name="object 5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48" name="object 48" descr=""/>
          <p:cNvSpPr txBox="1"/>
          <p:nvPr/>
        </p:nvSpPr>
        <p:spPr>
          <a:xfrm>
            <a:off x="4536826" y="1604644"/>
            <a:ext cx="5397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5">
                <a:latin typeface="Trebuchet MS"/>
                <a:cs typeface="Trebuchet MS"/>
              </a:rPr>
              <a:t>Trend: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536826" y="2404745"/>
            <a:ext cx="7753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Strength: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8992" y="3185389"/>
            <a:ext cx="3206115" cy="0"/>
          </a:xfrm>
          <a:custGeom>
            <a:avLst/>
            <a:gdLst/>
            <a:ahLst/>
            <a:cxnLst/>
            <a:rect l="l" t="t" r="r" b="b"/>
            <a:pathLst>
              <a:path w="3206115" h="0">
                <a:moveTo>
                  <a:pt x="0" y="0"/>
                </a:moveTo>
                <a:lnTo>
                  <a:pt x="3206088" y="0"/>
                </a:lnTo>
              </a:path>
            </a:pathLst>
          </a:custGeom>
          <a:ln w="4364">
            <a:solidFill>
              <a:srgbClr val="EBEBEB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8987" y="2447683"/>
            <a:ext cx="1199515" cy="4445"/>
          </a:xfrm>
          <a:custGeom>
            <a:avLst/>
            <a:gdLst/>
            <a:ahLst/>
            <a:cxnLst/>
            <a:rect l="l" t="t" r="r" b="b"/>
            <a:pathLst>
              <a:path w="1199514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1199514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1199514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1199514" h="4444">
                <a:moveTo>
                  <a:pt x="171310" y="0"/>
                </a:moveTo>
                <a:lnTo>
                  <a:pt x="146837" y="0"/>
                </a:lnTo>
                <a:lnTo>
                  <a:pt x="146837" y="4356"/>
                </a:lnTo>
                <a:lnTo>
                  <a:pt x="171310" y="4356"/>
                </a:lnTo>
                <a:lnTo>
                  <a:pt x="171310" y="0"/>
                </a:lnTo>
                <a:close/>
              </a:path>
              <a:path w="1199514" h="4444">
                <a:moveTo>
                  <a:pt x="220268" y="0"/>
                </a:moveTo>
                <a:lnTo>
                  <a:pt x="195795" y="0"/>
                </a:lnTo>
                <a:lnTo>
                  <a:pt x="195795" y="4356"/>
                </a:lnTo>
                <a:lnTo>
                  <a:pt x="220268" y="4356"/>
                </a:lnTo>
                <a:lnTo>
                  <a:pt x="220268" y="0"/>
                </a:lnTo>
                <a:close/>
              </a:path>
              <a:path w="1199514" h="4444">
                <a:moveTo>
                  <a:pt x="269214" y="0"/>
                </a:moveTo>
                <a:lnTo>
                  <a:pt x="244741" y="0"/>
                </a:lnTo>
                <a:lnTo>
                  <a:pt x="244741" y="4356"/>
                </a:lnTo>
                <a:lnTo>
                  <a:pt x="269214" y="4356"/>
                </a:lnTo>
                <a:lnTo>
                  <a:pt x="269214" y="0"/>
                </a:lnTo>
                <a:close/>
              </a:path>
              <a:path w="1199514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1199514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1199514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1199514" h="4444">
                <a:moveTo>
                  <a:pt x="464997" y="0"/>
                </a:moveTo>
                <a:lnTo>
                  <a:pt x="440524" y="0"/>
                </a:lnTo>
                <a:lnTo>
                  <a:pt x="440524" y="4356"/>
                </a:lnTo>
                <a:lnTo>
                  <a:pt x="464997" y="4356"/>
                </a:lnTo>
                <a:lnTo>
                  <a:pt x="464997" y="0"/>
                </a:lnTo>
                <a:close/>
              </a:path>
              <a:path w="1199514" h="4444">
                <a:moveTo>
                  <a:pt x="513956" y="0"/>
                </a:moveTo>
                <a:lnTo>
                  <a:pt x="489483" y="0"/>
                </a:lnTo>
                <a:lnTo>
                  <a:pt x="489483" y="4356"/>
                </a:lnTo>
                <a:lnTo>
                  <a:pt x="513956" y="4356"/>
                </a:lnTo>
                <a:lnTo>
                  <a:pt x="513956" y="0"/>
                </a:lnTo>
                <a:close/>
              </a:path>
              <a:path w="1199514" h="4444">
                <a:moveTo>
                  <a:pt x="562902" y="0"/>
                </a:moveTo>
                <a:lnTo>
                  <a:pt x="538429" y="0"/>
                </a:lnTo>
                <a:lnTo>
                  <a:pt x="538429" y="4356"/>
                </a:lnTo>
                <a:lnTo>
                  <a:pt x="562902" y="4356"/>
                </a:lnTo>
                <a:lnTo>
                  <a:pt x="562902" y="0"/>
                </a:lnTo>
                <a:close/>
              </a:path>
              <a:path w="1199514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1199514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1199514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1199514" h="4444">
                <a:moveTo>
                  <a:pt x="758685" y="0"/>
                </a:moveTo>
                <a:lnTo>
                  <a:pt x="734212" y="0"/>
                </a:lnTo>
                <a:lnTo>
                  <a:pt x="734212" y="4356"/>
                </a:lnTo>
                <a:lnTo>
                  <a:pt x="758685" y="4356"/>
                </a:lnTo>
                <a:lnTo>
                  <a:pt x="758685" y="0"/>
                </a:lnTo>
                <a:close/>
              </a:path>
              <a:path w="1199514" h="4444">
                <a:moveTo>
                  <a:pt x="807643" y="0"/>
                </a:moveTo>
                <a:lnTo>
                  <a:pt x="783170" y="0"/>
                </a:lnTo>
                <a:lnTo>
                  <a:pt x="783170" y="4356"/>
                </a:lnTo>
                <a:lnTo>
                  <a:pt x="807643" y="4356"/>
                </a:lnTo>
                <a:lnTo>
                  <a:pt x="807643" y="0"/>
                </a:lnTo>
                <a:close/>
              </a:path>
              <a:path w="1199514" h="4444">
                <a:moveTo>
                  <a:pt x="856589" y="0"/>
                </a:moveTo>
                <a:lnTo>
                  <a:pt x="832116" y="0"/>
                </a:lnTo>
                <a:lnTo>
                  <a:pt x="832116" y="4356"/>
                </a:lnTo>
                <a:lnTo>
                  <a:pt x="856589" y="4356"/>
                </a:lnTo>
                <a:lnTo>
                  <a:pt x="856589" y="0"/>
                </a:lnTo>
                <a:close/>
              </a:path>
              <a:path w="1199514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1199514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  <a:path w="1199514" h="4444">
                <a:moveTo>
                  <a:pt x="1003427" y="0"/>
                </a:moveTo>
                <a:lnTo>
                  <a:pt x="978954" y="0"/>
                </a:lnTo>
                <a:lnTo>
                  <a:pt x="978954" y="4356"/>
                </a:lnTo>
                <a:lnTo>
                  <a:pt x="1003427" y="4356"/>
                </a:lnTo>
                <a:lnTo>
                  <a:pt x="1003427" y="0"/>
                </a:lnTo>
                <a:close/>
              </a:path>
              <a:path w="1199514" h="4444">
                <a:moveTo>
                  <a:pt x="1052372" y="0"/>
                </a:moveTo>
                <a:lnTo>
                  <a:pt x="1027899" y="0"/>
                </a:lnTo>
                <a:lnTo>
                  <a:pt x="1027899" y="4356"/>
                </a:lnTo>
                <a:lnTo>
                  <a:pt x="1052372" y="4356"/>
                </a:lnTo>
                <a:lnTo>
                  <a:pt x="1052372" y="0"/>
                </a:lnTo>
                <a:close/>
              </a:path>
              <a:path w="1199514" h="4444">
                <a:moveTo>
                  <a:pt x="1101331" y="0"/>
                </a:moveTo>
                <a:lnTo>
                  <a:pt x="1076858" y="0"/>
                </a:lnTo>
                <a:lnTo>
                  <a:pt x="1076858" y="4356"/>
                </a:lnTo>
                <a:lnTo>
                  <a:pt x="1101331" y="4356"/>
                </a:lnTo>
                <a:lnTo>
                  <a:pt x="1101331" y="0"/>
                </a:lnTo>
                <a:close/>
              </a:path>
              <a:path w="1199514" h="4444">
                <a:moveTo>
                  <a:pt x="1150277" y="0"/>
                </a:moveTo>
                <a:lnTo>
                  <a:pt x="1125804" y="0"/>
                </a:lnTo>
                <a:lnTo>
                  <a:pt x="1125804" y="4356"/>
                </a:lnTo>
                <a:lnTo>
                  <a:pt x="1150277" y="4356"/>
                </a:lnTo>
                <a:lnTo>
                  <a:pt x="1150277" y="0"/>
                </a:lnTo>
                <a:close/>
              </a:path>
              <a:path w="1199514" h="4444">
                <a:moveTo>
                  <a:pt x="1199222" y="0"/>
                </a:moveTo>
                <a:lnTo>
                  <a:pt x="1174750" y="0"/>
                </a:lnTo>
                <a:lnTo>
                  <a:pt x="1174750" y="4356"/>
                </a:lnTo>
                <a:lnTo>
                  <a:pt x="1199222" y="4356"/>
                </a:lnTo>
                <a:lnTo>
                  <a:pt x="119922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405325" y="2447675"/>
            <a:ext cx="24765" cy="4445"/>
          </a:xfrm>
          <a:custGeom>
            <a:avLst/>
            <a:gdLst/>
            <a:ahLst/>
            <a:cxnLst/>
            <a:rect l="l" t="t" r="r" b="b"/>
            <a:pathLst>
              <a:path w="24764" h="4444">
                <a:moveTo>
                  <a:pt x="24473" y="4363"/>
                </a:moveTo>
                <a:lnTo>
                  <a:pt x="0" y="4363"/>
                </a:lnTo>
                <a:lnTo>
                  <a:pt x="0" y="0"/>
                </a:lnTo>
                <a:lnTo>
                  <a:pt x="24473" y="0"/>
                </a:lnTo>
                <a:lnTo>
                  <a:pt x="24473" y="4363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650058" y="2447683"/>
            <a:ext cx="1395095" cy="4445"/>
          </a:xfrm>
          <a:custGeom>
            <a:avLst/>
            <a:gdLst/>
            <a:ahLst/>
            <a:cxnLst/>
            <a:rect l="l" t="t" r="r" b="b"/>
            <a:pathLst>
              <a:path w="1395095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1395095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1395095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1395095" h="4444">
                <a:moveTo>
                  <a:pt x="171323" y="0"/>
                </a:moveTo>
                <a:lnTo>
                  <a:pt x="146850" y="0"/>
                </a:lnTo>
                <a:lnTo>
                  <a:pt x="146850" y="4356"/>
                </a:lnTo>
                <a:lnTo>
                  <a:pt x="171323" y="4356"/>
                </a:lnTo>
                <a:lnTo>
                  <a:pt x="171323" y="0"/>
                </a:lnTo>
                <a:close/>
              </a:path>
              <a:path w="1395095" h="4444">
                <a:moveTo>
                  <a:pt x="220268" y="0"/>
                </a:moveTo>
                <a:lnTo>
                  <a:pt x="195795" y="0"/>
                </a:lnTo>
                <a:lnTo>
                  <a:pt x="195795" y="4356"/>
                </a:lnTo>
                <a:lnTo>
                  <a:pt x="220268" y="4356"/>
                </a:lnTo>
                <a:lnTo>
                  <a:pt x="220268" y="0"/>
                </a:lnTo>
                <a:close/>
              </a:path>
              <a:path w="1395095" h="4444">
                <a:moveTo>
                  <a:pt x="269214" y="0"/>
                </a:moveTo>
                <a:lnTo>
                  <a:pt x="244741" y="0"/>
                </a:lnTo>
                <a:lnTo>
                  <a:pt x="244741" y="4356"/>
                </a:lnTo>
                <a:lnTo>
                  <a:pt x="269214" y="4356"/>
                </a:lnTo>
                <a:lnTo>
                  <a:pt x="269214" y="0"/>
                </a:lnTo>
                <a:close/>
              </a:path>
              <a:path w="1395095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1395095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1395095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1395095" h="4444">
                <a:moveTo>
                  <a:pt x="465010" y="0"/>
                </a:moveTo>
                <a:lnTo>
                  <a:pt x="440537" y="0"/>
                </a:lnTo>
                <a:lnTo>
                  <a:pt x="440537" y="4356"/>
                </a:lnTo>
                <a:lnTo>
                  <a:pt x="465010" y="4356"/>
                </a:lnTo>
                <a:lnTo>
                  <a:pt x="465010" y="0"/>
                </a:lnTo>
                <a:close/>
              </a:path>
              <a:path w="1395095" h="4444">
                <a:moveTo>
                  <a:pt x="513956" y="0"/>
                </a:moveTo>
                <a:lnTo>
                  <a:pt x="489483" y="0"/>
                </a:lnTo>
                <a:lnTo>
                  <a:pt x="489483" y="4356"/>
                </a:lnTo>
                <a:lnTo>
                  <a:pt x="513956" y="4356"/>
                </a:lnTo>
                <a:lnTo>
                  <a:pt x="513956" y="0"/>
                </a:lnTo>
                <a:close/>
              </a:path>
              <a:path w="1395095" h="4444">
                <a:moveTo>
                  <a:pt x="562902" y="0"/>
                </a:moveTo>
                <a:lnTo>
                  <a:pt x="538429" y="0"/>
                </a:lnTo>
                <a:lnTo>
                  <a:pt x="538429" y="4356"/>
                </a:lnTo>
                <a:lnTo>
                  <a:pt x="562902" y="4356"/>
                </a:lnTo>
                <a:lnTo>
                  <a:pt x="562902" y="0"/>
                </a:lnTo>
                <a:close/>
              </a:path>
              <a:path w="1395095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1395095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1395095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1395095" h="4444">
                <a:moveTo>
                  <a:pt x="758698" y="0"/>
                </a:moveTo>
                <a:lnTo>
                  <a:pt x="734225" y="0"/>
                </a:lnTo>
                <a:lnTo>
                  <a:pt x="734225" y="4356"/>
                </a:lnTo>
                <a:lnTo>
                  <a:pt x="758698" y="4356"/>
                </a:lnTo>
                <a:lnTo>
                  <a:pt x="758698" y="0"/>
                </a:lnTo>
                <a:close/>
              </a:path>
              <a:path w="1395095" h="4444">
                <a:moveTo>
                  <a:pt x="807643" y="0"/>
                </a:moveTo>
                <a:lnTo>
                  <a:pt x="783170" y="0"/>
                </a:lnTo>
                <a:lnTo>
                  <a:pt x="783170" y="4356"/>
                </a:lnTo>
                <a:lnTo>
                  <a:pt x="807643" y="4356"/>
                </a:lnTo>
                <a:lnTo>
                  <a:pt x="807643" y="0"/>
                </a:lnTo>
                <a:close/>
              </a:path>
              <a:path w="1395095" h="4444">
                <a:moveTo>
                  <a:pt x="856589" y="0"/>
                </a:moveTo>
                <a:lnTo>
                  <a:pt x="832116" y="0"/>
                </a:lnTo>
                <a:lnTo>
                  <a:pt x="832116" y="4356"/>
                </a:lnTo>
                <a:lnTo>
                  <a:pt x="856589" y="4356"/>
                </a:lnTo>
                <a:lnTo>
                  <a:pt x="856589" y="0"/>
                </a:lnTo>
                <a:close/>
              </a:path>
              <a:path w="1395095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1395095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  <a:path w="1395095" h="4444">
                <a:moveTo>
                  <a:pt x="1003427" y="0"/>
                </a:moveTo>
                <a:lnTo>
                  <a:pt x="978954" y="0"/>
                </a:lnTo>
                <a:lnTo>
                  <a:pt x="978954" y="4356"/>
                </a:lnTo>
                <a:lnTo>
                  <a:pt x="1003427" y="4356"/>
                </a:lnTo>
                <a:lnTo>
                  <a:pt x="1003427" y="0"/>
                </a:lnTo>
                <a:close/>
              </a:path>
              <a:path w="1395095" h="4444">
                <a:moveTo>
                  <a:pt x="1052385" y="0"/>
                </a:moveTo>
                <a:lnTo>
                  <a:pt x="1027912" y="0"/>
                </a:lnTo>
                <a:lnTo>
                  <a:pt x="1027912" y="4356"/>
                </a:lnTo>
                <a:lnTo>
                  <a:pt x="1052385" y="4356"/>
                </a:lnTo>
                <a:lnTo>
                  <a:pt x="1052385" y="0"/>
                </a:lnTo>
                <a:close/>
              </a:path>
              <a:path w="1395095" h="4444">
                <a:moveTo>
                  <a:pt x="1101331" y="0"/>
                </a:moveTo>
                <a:lnTo>
                  <a:pt x="1076858" y="0"/>
                </a:lnTo>
                <a:lnTo>
                  <a:pt x="1076858" y="4356"/>
                </a:lnTo>
                <a:lnTo>
                  <a:pt x="1101331" y="4356"/>
                </a:lnTo>
                <a:lnTo>
                  <a:pt x="1101331" y="0"/>
                </a:lnTo>
                <a:close/>
              </a:path>
              <a:path w="1395095" h="4444">
                <a:moveTo>
                  <a:pt x="1150277" y="0"/>
                </a:moveTo>
                <a:lnTo>
                  <a:pt x="1125804" y="0"/>
                </a:lnTo>
                <a:lnTo>
                  <a:pt x="1125804" y="4356"/>
                </a:lnTo>
                <a:lnTo>
                  <a:pt x="1150277" y="4356"/>
                </a:lnTo>
                <a:lnTo>
                  <a:pt x="1150277" y="0"/>
                </a:lnTo>
                <a:close/>
              </a:path>
              <a:path w="1395095" h="4444">
                <a:moveTo>
                  <a:pt x="1199222" y="0"/>
                </a:moveTo>
                <a:lnTo>
                  <a:pt x="1174750" y="0"/>
                </a:lnTo>
                <a:lnTo>
                  <a:pt x="1174750" y="4356"/>
                </a:lnTo>
                <a:lnTo>
                  <a:pt x="1199222" y="4356"/>
                </a:lnTo>
                <a:lnTo>
                  <a:pt x="1199222" y="0"/>
                </a:lnTo>
                <a:close/>
              </a:path>
              <a:path w="1395095" h="4444">
                <a:moveTo>
                  <a:pt x="1248168" y="0"/>
                </a:moveTo>
                <a:lnTo>
                  <a:pt x="1223695" y="0"/>
                </a:lnTo>
                <a:lnTo>
                  <a:pt x="1223695" y="4356"/>
                </a:lnTo>
                <a:lnTo>
                  <a:pt x="1248168" y="4356"/>
                </a:lnTo>
                <a:lnTo>
                  <a:pt x="1248168" y="0"/>
                </a:lnTo>
                <a:close/>
              </a:path>
              <a:path w="1395095" h="4444">
                <a:moveTo>
                  <a:pt x="1297114" y="0"/>
                </a:moveTo>
                <a:lnTo>
                  <a:pt x="1272641" y="0"/>
                </a:lnTo>
                <a:lnTo>
                  <a:pt x="1272641" y="4356"/>
                </a:lnTo>
                <a:lnTo>
                  <a:pt x="1297114" y="4356"/>
                </a:lnTo>
                <a:lnTo>
                  <a:pt x="1297114" y="0"/>
                </a:lnTo>
                <a:close/>
              </a:path>
              <a:path w="1395095" h="4444">
                <a:moveTo>
                  <a:pt x="1346073" y="0"/>
                </a:moveTo>
                <a:lnTo>
                  <a:pt x="1321600" y="0"/>
                </a:lnTo>
                <a:lnTo>
                  <a:pt x="1321600" y="4356"/>
                </a:lnTo>
                <a:lnTo>
                  <a:pt x="1346073" y="4356"/>
                </a:lnTo>
                <a:lnTo>
                  <a:pt x="1346073" y="0"/>
                </a:lnTo>
                <a:close/>
              </a:path>
              <a:path w="1395095" h="4444">
                <a:moveTo>
                  <a:pt x="1395018" y="0"/>
                </a:moveTo>
                <a:lnTo>
                  <a:pt x="1370545" y="0"/>
                </a:lnTo>
                <a:lnTo>
                  <a:pt x="1370545" y="4356"/>
                </a:lnTo>
                <a:lnTo>
                  <a:pt x="1395018" y="4356"/>
                </a:lnTo>
                <a:lnTo>
                  <a:pt x="139501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38987" y="1712150"/>
            <a:ext cx="1052830" cy="4445"/>
          </a:xfrm>
          <a:custGeom>
            <a:avLst/>
            <a:gdLst/>
            <a:ahLst/>
            <a:cxnLst/>
            <a:rect l="l" t="t" r="r" b="b"/>
            <a:pathLst>
              <a:path w="1052830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052830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052830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052830" h="4444">
                <a:moveTo>
                  <a:pt x="171310" y="0"/>
                </a:moveTo>
                <a:lnTo>
                  <a:pt x="146837" y="0"/>
                </a:lnTo>
                <a:lnTo>
                  <a:pt x="146837" y="4368"/>
                </a:lnTo>
                <a:lnTo>
                  <a:pt x="171310" y="4368"/>
                </a:lnTo>
                <a:lnTo>
                  <a:pt x="171310" y="0"/>
                </a:lnTo>
                <a:close/>
              </a:path>
              <a:path w="1052830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052830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052830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052830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052830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052830" h="4444">
                <a:moveTo>
                  <a:pt x="464997" y="0"/>
                </a:moveTo>
                <a:lnTo>
                  <a:pt x="440524" y="0"/>
                </a:lnTo>
                <a:lnTo>
                  <a:pt x="440524" y="4368"/>
                </a:lnTo>
                <a:lnTo>
                  <a:pt x="464997" y="4368"/>
                </a:lnTo>
                <a:lnTo>
                  <a:pt x="464997" y="0"/>
                </a:lnTo>
                <a:close/>
              </a:path>
              <a:path w="1052830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052830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052830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052830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052830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052830" h="4444">
                <a:moveTo>
                  <a:pt x="758685" y="0"/>
                </a:moveTo>
                <a:lnTo>
                  <a:pt x="734212" y="0"/>
                </a:lnTo>
                <a:lnTo>
                  <a:pt x="734212" y="4368"/>
                </a:lnTo>
                <a:lnTo>
                  <a:pt x="758685" y="4368"/>
                </a:lnTo>
                <a:lnTo>
                  <a:pt x="758685" y="0"/>
                </a:lnTo>
                <a:close/>
              </a:path>
              <a:path w="1052830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052830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052830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052830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052830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052830" h="4444">
                <a:moveTo>
                  <a:pt x="1052372" y="0"/>
                </a:moveTo>
                <a:lnTo>
                  <a:pt x="1027899" y="0"/>
                </a:lnTo>
                <a:lnTo>
                  <a:pt x="1027899" y="4368"/>
                </a:lnTo>
                <a:lnTo>
                  <a:pt x="1052372" y="4368"/>
                </a:lnTo>
                <a:lnTo>
                  <a:pt x="105237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111629" y="1712150"/>
            <a:ext cx="122555" cy="4445"/>
          </a:xfrm>
          <a:custGeom>
            <a:avLst/>
            <a:gdLst/>
            <a:ahLst/>
            <a:cxnLst/>
            <a:rect l="l" t="t" r="r" b="b"/>
            <a:pathLst>
              <a:path w="122555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22555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22555" h="4444">
                <a:moveTo>
                  <a:pt x="122377" y="0"/>
                </a:moveTo>
                <a:lnTo>
                  <a:pt x="97904" y="0"/>
                </a:lnTo>
                <a:lnTo>
                  <a:pt x="97904" y="4368"/>
                </a:lnTo>
                <a:lnTo>
                  <a:pt x="122377" y="4368"/>
                </a:lnTo>
                <a:lnTo>
                  <a:pt x="122377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99004" y="1712150"/>
            <a:ext cx="1346200" cy="4445"/>
          </a:xfrm>
          <a:custGeom>
            <a:avLst/>
            <a:gdLst/>
            <a:ahLst/>
            <a:cxnLst/>
            <a:rect l="l" t="t" r="r" b="b"/>
            <a:pathLst>
              <a:path w="1346200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346200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346200" h="4444">
                <a:moveTo>
                  <a:pt x="122377" y="0"/>
                </a:moveTo>
                <a:lnTo>
                  <a:pt x="97904" y="0"/>
                </a:lnTo>
                <a:lnTo>
                  <a:pt x="97904" y="4368"/>
                </a:lnTo>
                <a:lnTo>
                  <a:pt x="122377" y="4368"/>
                </a:lnTo>
                <a:lnTo>
                  <a:pt x="122377" y="0"/>
                </a:lnTo>
                <a:close/>
              </a:path>
              <a:path w="1346200" h="4444">
                <a:moveTo>
                  <a:pt x="171323" y="0"/>
                </a:moveTo>
                <a:lnTo>
                  <a:pt x="146850" y="0"/>
                </a:lnTo>
                <a:lnTo>
                  <a:pt x="146850" y="4368"/>
                </a:lnTo>
                <a:lnTo>
                  <a:pt x="171323" y="4368"/>
                </a:lnTo>
                <a:lnTo>
                  <a:pt x="171323" y="0"/>
                </a:lnTo>
                <a:close/>
              </a:path>
              <a:path w="1346200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346200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346200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346200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346200" h="4444">
                <a:moveTo>
                  <a:pt x="416064" y="0"/>
                </a:moveTo>
                <a:lnTo>
                  <a:pt x="391591" y="0"/>
                </a:lnTo>
                <a:lnTo>
                  <a:pt x="391591" y="4368"/>
                </a:lnTo>
                <a:lnTo>
                  <a:pt x="416064" y="4368"/>
                </a:lnTo>
                <a:lnTo>
                  <a:pt x="416064" y="0"/>
                </a:lnTo>
                <a:close/>
              </a:path>
              <a:path w="1346200" h="4444">
                <a:moveTo>
                  <a:pt x="465010" y="0"/>
                </a:moveTo>
                <a:lnTo>
                  <a:pt x="440537" y="0"/>
                </a:lnTo>
                <a:lnTo>
                  <a:pt x="440537" y="4368"/>
                </a:lnTo>
                <a:lnTo>
                  <a:pt x="465010" y="4368"/>
                </a:lnTo>
                <a:lnTo>
                  <a:pt x="465010" y="0"/>
                </a:lnTo>
                <a:close/>
              </a:path>
              <a:path w="1346200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346200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346200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346200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346200" h="4444">
                <a:moveTo>
                  <a:pt x="709752" y="0"/>
                </a:moveTo>
                <a:lnTo>
                  <a:pt x="685279" y="0"/>
                </a:lnTo>
                <a:lnTo>
                  <a:pt x="685279" y="4368"/>
                </a:lnTo>
                <a:lnTo>
                  <a:pt x="709752" y="4368"/>
                </a:lnTo>
                <a:lnTo>
                  <a:pt x="709752" y="0"/>
                </a:lnTo>
                <a:close/>
              </a:path>
              <a:path w="1346200" h="4444">
                <a:moveTo>
                  <a:pt x="758698" y="0"/>
                </a:moveTo>
                <a:lnTo>
                  <a:pt x="734225" y="0"/>
                </a:lnTo>
                <a:lnTo>
                  <a:pt x="734225" y="4368"/>
                </a:lnTo>
                <a:lnTo>
                  <a:pt x="758698" y="4368"/>
                </a:lnTo>
                <a:lnTo>
                  <a:pt x="758698" y="0"/>
                </a:lnTo>
                <a:close/>
              </a:path>
              <a:path w="1346200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346200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346200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346200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346200" h="4444">
                <a:moveTo>
                  <a:pt x="1003439" y="0"/>
                </a:moveTo>
                <a:lnTo>
                  <a:pt x="978966" y="0"/>
                </a:lnTo>
                <a:lnTo>
                  <a:pt x="978966" y="4368"/>
                </a:lnTo>
                <a:lnTo>
                  <a:pt x="1003439" y="4368"/>
                </a:lnTo>
                <a:lnTo>
                  <a:pt x="1003439" y="0"/>
                </a:lnTo>
                <a:close/>
              </a:path>
              <a:path w="1346200" h="4444">
                <a:moveTo>
                  <a:pt x="1052385" y="0"/>
                </a:moveTo>
                <a:lnTo>
                  <a:pt x="1027912" y="0"/>
                </a:lnTo>
                <a:lnTo>
                  <a:pt x="1027912" y="4368"/>
                </a:lnTo>
                <a:lnTo>
                  <a:pt x="1052385" y="4368"/>
                </a:lnTo>
                <a:lnTo>
                  <a:pt x="1052385" y="0"/>
                </a:lnTo>
                <a:close/>
              </a:path>
              <a:path w="1346200" h="4444">
                <a:moveTo>
                  <a:pt x="1101331" y="0"/>
                </a:moveTo>
                <a:lnTo>
                  <a:pt x="1076858" y="0"/>
                </a:lnTo>
                <a:lnTo>
                  <a:pt x="1076858" y="4368"/>
                </a:lnTo>
                <a:lnTo>
                  <a:pt x="1101331" y="4368"/>
                </a:lnTo>
                <a:lnTo>
                  <a:pt x="1101331" y="0"/>
                </a:lnTo>
                <a:close/>
              </a:path>
              <a:path w="1346200" h="4444">
                <a:moveTo>
                  <a:pt x="1150277" y="0"/>
                </a:moveTo>
                <a:lnTo>
                  <a:pt x="1125804" y="0"/>
                </a:lnTo>
                <a:lnTo>
                  <a:pt x="1125804" y="4368"/>
                </a:lnTo>
                <a:lnTo>
                  <a:pt x="1150277" y="4368"/>
                </a:lnTo>
                <a:lnTo>
                  <a:pt x="1150277" y="0"/>
                </a:lnTo>
                <a:close/>
              </a:path>
              <a:path w="1346200" h="4444">
                <a:moveTo>
                  <a:pt x="1199222" y="0"/>
                </a:moveTo>
                <a:lnTo>
                  <a:pt x="1174750" y="0"/>
                </a:lnTo>
                <a:lnTo>
                  <a:pt x="1174750" y="4368"/>
                </a:lnTo>
                <a:lnTo>
                  <a:pt x="1199222" y="4368"/>
                </a:lnTo>
                <a:lnTo>
                  <a:pt x="1199222" y="0"/>
                </a:lnTo>
                <a:close/>
              </a:path>
              <a:path w="1346200" h="4444">
                <a:moveTo>
                  <a:pt x="1248168" y="0"/>
                </a:moveTo>
                <a:lnTo>
                  <a:pt x="1223695" y="0"/>
                </a:lnTo>
                <a:lnTo>
                  <a:pt x="1223695" y="4368"/>
                </a:lnTo>
                <a:lnTo>
                  <a:pt x="1248168" y="4368"/>
                </a:lnTo>
                <a:lnTo>
                  <a:pt x="1248168" y="0"/>
                </a:lnTo>
                <a:close/>
              </a:path>
              <a:path w="1346200" h="4444">
                <a:moveTo>
                  <a:pt x="1297127" y="0"/>
                </a:moveTo>
                <a:lnTo>
                  <a:pt x="1272654" y="0"/>
                </a:lnTo>
                <a:lnTo>
                  <a:pt x="1272654" y="4368"/>
                </a:lnTo>
                <a:lnTo>
                  <a:pt x="1297127" y="4368"/>
                </a:lnTo>
                <a:lnTo>
                  <a:pt x="1297127" y="0"/>
                </a:lnTo>
                <a:close/>
              </a:path>
              <a:path w="1346200" h="4444">
                <a:moveTo>
                  <a:pt x="1346073" y="0"/>
                </a:moveTo>
                <a:lnTo>
                  <a:pt x="1321600" y="0"/>
                </a:lnTo>
                <a:lnTo>
                  <a:pt x="1321600" y="4368"/>
                </a:lnTo>
                <a:lnTo>
                  <a:pt x="1346073" y="4368"/>
                </a:lnTo>
                <a:lnTo>
                  <a:pt x="1346073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616209" y="459540"/>
            <a:ext cx="3439795" cy="3430270"/>
            <a:chOff x="616209" y="459540"/>
            <a:chExt cx="3439795" cy="3430270"/>
          </a:xfrm>
        </p:grpSpPr>
        <p:sp>
          <p:nvSpPr>
            <p:cNvPr id="11" name="object 11" descr=""/>
            <p:cNvSpPr/>
            <p:nvPr/>
          </p:nvSpPr>
          <p:spPr>
            <a:xfrm>
              <a:off x="838992" y="978793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35001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077847" y="485507"/>
              <a:ext cx="734695" cy="3215005"/>
            </a:xfrm>
            <a:custGeom>
              <a:avLst/>
              <a:gdLst/>
              <a:ahLst/>
              <a:cxnLst/>
              <a:rect l="l" t="t" r="r" b="b"/>
              <a:pathLst>
                <a:path w="734694" h="3215004">
                  <a:moveTo>
                    <a:pt x="4343" y="3190214"/>
                  </a:moveTo>
                  <a:lnTo>
                    <a:pt x="0" y="3190214"/>
                  </a:lnTo>
                  <a:lnTo>
                    <a:pt x="0" y="3214751"/>
                  </a:lnTo>
                  <a:lnTo>
                    <a:pt x="4343" y="3214751"/>
                  </a:lnTo>
                  <a:lnTo>
                    <a:pt x="4343" y="3190214"/>
                  </a:lnTo>
                  <a:close/>
                </a:path>
                <a:path w="734694" h="3215004">
                  <a:moveTo>
                    <a:pt x="4343" y="3141129"/>
                  </a:moveTo>
                  <a:lnTo>
                    <a:pt x="0" y="3141129"/>
                  </a:lnTo>
                  <a:lnTo>
                    <a:pt x="0" y="3165665"/>
                  </a:lnTo>
                  <a:lnTo>
                    <a:pt x="4343" y="3165665"/>
                  </a:lnTo>
                  <a:lnTo>
                    <a:pt x="4343" y="3141129"/>
                  </a:lnTo>
                  <a:close/>
                </a:path>
                <a:path w="734694" h="3215004">
                  <a:moveTo>
                    <a:pt x="4343" y="3092043"/>
                  </a:moveTo>
                  <a:lnTo>
                    <a:pt x="0" y="3092043"/>
                  </a:lnTo>
                  <a:lnTo>
                    <a:pt x="0" y="3116592"/>
                  </a:lnTo>
                  <a:lnTo>
                    <a:pt x="4343" y="3116592"/>
                  </a:lnTo>
                  <a:lnTo>
                    <a:pt x="4343" y="3092043"/>
                  </a:lnTo>
                  <a:close/>
                </a:path>
                <a:path w="734694" h="3215004">
                  <a:moveTo>
                    <a:pt x="4343" y="3042970"/>
                  </a:moveTo>
                  <a:lnTo>
                    <a:pt x="0" y="3042970"/>
                  </a:lnTo>
                  <a:lnTo>
                    <a:pt x="0" y="3067507"/>
                  </a:lnTo>
                  <a:lnTo>
                    <a:pt x="4343" y="3067507"/>
                  </a:lnTo>
                  <a:lnTo>
                    <a:pt x="4343" y="3042970"/>
                  </a:lnTo>
                  <a:close/>
                </a:path>
                <a:path w="734694" h="3215004">
                  <a:moveTo>
                    <a:pt x="4343" y="2993885"/>
                  </a:moveTo>
                  <a:lnTo>
                    <a:pt x="0" y="2993885"/>
                  </a:lnTo>
                  <a:lnTo>
                    <a:pt x="0" y="3018434"/>
                  </a:lnTo>
                  <a:lnTo>
                    <a:pt x="4343" y="3018434"/>
                  </a:lnTo>
                  <a:lnTo>
                    <a:pt x="4343" y="2993885"/>
                  </a:lnTo>
                  <a:close/>
                </a:path>
                <a:path w="734694" h="3215004">
                  <a:moveTo>
                    <a:pt x="4343" y="2944812"/>
                  </a:moveTo>
                  <a:lnTo>
                    <a:pt x="0" y="2944812"/>
                  </a:lnTo>
                  <a:lnTo>
                    <a:pt x="0" y="2969349"/>
                  </a:lnTo>
                  <a:lnTo>
                    <a:pt x="4343" y="2969349"/>
                  </a:lnTo>
                  <a:lnTo>
                    <a:pt x="4343" y="2944812"/>
                  </a:lnTo>
                  <a:close/>
                </a:path>
                <a:path w="734694" h="3215004">
                  <a:moveTo>
                    <a:pt x="4343" y="2895727"/>
                  </a:moveTo>
                  <a:lnTo>
                    <a:pt x="0" y="2895727"/>
                  </a:lnTo>
                  <a:lnTo>
                    <a:pt x="0" y="2920263"/>
                  </a:lnTo>
                  <a:lnTo>
                    <a:pt x="4343" y="2920263"/>
                  </a:lnTo>
                  <a:lnTo>
                    <a:pt x="4343" y="2895727"/>
                  </a:lnTo>
                  <a:close/>
                </a:path>
                <a:path w="734694" h="3215004">
                  <a:moveTo>
                    <a:pt x="4343" y="2846654"/>
                  </a:moveTo>
                  <a:lnTo>
                    <a:pt x="0" y="2846654"/>
                  </a:lnTo>
                  <a:lnTo>
                    <a:pt x="0" y="2871190"/>
                  </a:lnTo>
                  <a:lnTo>
                    <a:pt x="4343" y="2871190"/>
                  </a:lnTo>
                  <a:lnTo>
                    <a:pt x="4343" y="2846654"/>
                  </a:lnTo>
                  <a:close/>
                </a:path>
                <a:path w="734694" h="3215004">
                  <a:moveTo>
                    <a:pt x="4343" y="2797568"/>
                  </a:moveTo>
                  <a:lnTo>
                    <a:pt x="0" y="2797568"/>
                  </a:lnTo>
                  <a:lnTo>
                    <a:pt x="0" y="2822105"/>
                  </a:lnTo>
                  <a:lnTo>
                    <a:pt x="4343" y="2822105"/>
                  </a:lnTo>
                  <a:lnTo>
                    <a:pt x="4343" y="2797568"/>
                  </a:lnTo>
                  <a:close/>
                </a:path>
                <a:path w="734694" h="3215004">
                  <a:moveTo>
                    <a:pt x="4343" y="2748483"/>
                  </a:moveTo>
                  <a:lnTo>
                    <a:pt x="0" y="2748483"/>
                  </a:lnTo>
                  <a:lnTo>
                    <a:pt x="0" y="2773032"/>
                  </a:lnTo>
                  <a:lnTo>
                    <a:pt x="4343" y="2773032"/>
                  </a:lnTo>
                  <a:lnTo>
                    <a:pt x="4343" y="2748483"/>
                  </a:lnTo>
                  <a:close/>
                </a:path>
                <a:path w="734694" h="3215004">
                  <a:moveTo>
                    <a:pt x="4343" y="2699410"/>
                  </a:moveTo>
                  <a:lnTo>
                    <a:pt x="0" y="2699410"/>
                  </a:lnTo>
                  <a:lnTo>
                    <a:pt x="0" y="2723946"/>
                  </a:lnTo>
                  <a:lnTo>
                    <a:pt x="4343" y="2723946"/>
                  </a:lnTo>
                  <a:lnTo>
                    <a:pt x="4343" y="2699410"/>
                  </a:lnTo>
                  <a:close/>
                </a:path>
                <a:path w="734694" h="3215004">
                  <a:moveTo>
                    <a:pt x="4343" y="2650325"/>
                  </a:moveTo>
                  <a:lnTo>
                    <a:pt x="0" y="2650325"/>
                  </a:lnTo>
                  <a:lnTo>
                    <a:pt x="0" y="2674874"/>
                  </a:lnTo>
                  <a:lnTo>
                    <a:pt x="4343" y="2674874"/>
                  </a:lnTo>
                  <a:lnTo>
                    <a:pt x="4343" y="2650325"/>
                  </a:lnTo>
                  <a:close/>
                </a:path>
                <a:path w="734694" h="3215004">
                  <a:moveTo>
                    <a:pt x="4343" y="2601252"/>
                  </a:moveTo>
                  <a:lnTo>
                    <a:pt x="0" y="2601252"/>
                  </a:lnTo>
                  <a:lnTo>
                    <a:pt x="0" y="2625788"/>
                  </a:lnTo>
                  <a:lnTo>
                    <a:pt x="4343" y="2625788"/>
                  </a:lnTo>
                  <a:lnTo>
                    <a:pt x="4343" y="2601252"/>
                  </a:lnTo>
                  <a:close/>
                </a:path>
                <a:path w="734694" h="3215004">
                  <a:moveTo>
                    <a:pt x="4343" y="2552166"/>
                  </a:moveTo>
                  <a:lnTo>
                    <a:pt x="0" y="2552166"/>
                  </a:lnTo>
                  <a:lnTo>
                    <a:pt x="0" y="2576703"/>
                  </a:lnTo>
                  <a:lnTo>
                    <a:pt x="4343" y="2576703"/>
                  </a:lnTo>
                  <a:lnTo>
                    <a:pt x="4343" y="2552166"/>
                  </a:lnTo>
                  <a:close/>
                </a:path>
                <a:path w="734694" h="3215004">
                  <a:moveTo>
                    <a:pt x="4343" y="2503081"/>
                  </a:moveTo>
                  <a:lnTo>
                    <a:pt x="0" y="2503081"/>
                  </a:lnTo>
                  <a:lnTo>
                    <a:pt x="0" y="2527630"/>
                  </a:lnTo>
                  <a:lnTo>
                    <a:pt x="4343" y="2527630"/>
                  </a:lnTo>
                  <a:lnTo>
                    <a:pt x="4343" y="2503081"/>
                  </a:lnTo>
                  <a:close/>
                </a:path>
                <a:path w="734694" h="3215004">
                  <a:moveTo>
                    <a:pt x="4343" y="2454008"/>
                  </a:moveTo>
                  <a:lnTo>
                    <a:pt x="0" y="2454008"/>
                  </a:lnTo>
                  <a:lnTo>
                    <a:pt x="0" y="2478544"/>
                  </a:lnTo>
                  <a:lnTo>
                    <a:pt x="4343" y="2478544"/>
                  </a:lnTo>
                  <a:lnTo>
                    <a:pt x="4343" y="2454008"/>
                  </a:lnTo>
                  <a:close/>
                </a:path>
                <a:path w="734694" h="3215004">
                  <a:moveTo>
                    <a:pt x="4343" y="2404922"/>
                  </a:moveTo>
                  <a:lnTo>
                    <a:pt x="0" y="2404922"/>
                  </a:lnTo>
                  <a:lnTo>
                    <a:pt x="0" y="2429472"/>
                  </a:lnTo>
                  <a:lnTo>
                    <a:pt x="4343" y="2429472"/>
                  </a:lnTo>
                  <a:lnTo>
                    <a:pt x="4343" y="2404922"/>
                  </a:lnTo>
                  <a:close/>
                </a:path>
                <a:path w="734694" h="3215004">
                  <a:moveTo>
                    <a:pt x="4343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43" y="2380386"/>
                  </a:lnTo>
                  <a:lnTo>
                    <a:pt x="4343" y="2355850"/>
                  </a:lnTo>
                  <a:close/>
                </a:path>
                <a:path w="734694" h="3215004">
                  <a:moveTo>
                    <a:pt x="4343" y="2306764"/>
                  </a:moveTo>
                  <a:lnTo>
                    <a:pt x="0" y="2306764"/>
                  </a:lnTo>
                  <a:lnTo>
                    <a:pt x="0" y="2331301"/>
                  </a:lnTo>
                  <a:lnTo>
                    <a:pt x="4343" y="2331301"/>
                  </a:lnTo>
                  <a:lnTo>
                    <a:pt x="4343" y="2306764"/>
                  </a:lnTo>
                  <a:close/>
                </a:path>
                <a:path w="734694" h="3215004">
                  <a:moveTo>
                    <a:pt x="4343" y="1914131"/>
                  </a:moveTo>
                  <a:lnTo>
                    <a:pt x="0" y="1914131"/>
                  </a:lnTo>
                  <a:lnTo>
                    <a:pt x="0" y="1938667"/>
                  </a:lnTo>
                  <a:lnTo>
                    <a:pt x="4343" y="1938667"/>
                  </a:lnTo>
                  <a:lnTo>
                    <a:pt x="4343" y="1914131"/>
                  </a:lnTo>
                  <a:close/>
                </a:path>
                <a:path w="734694" h="3215004">
                  <a:moveTo>
                    <a:pt x="4343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43" y="1889582"/>
                  </a:lnTo>
                  <a:lnTo>
                    <a:pt x="4343" y="1865045"/>
                  </a:lnTo>
                  <a:close/>
                </a:path>
                <a:path w="734694" h="3215004">
                  <a:moveTo>
                    <a:pt x="4343" y="1815960"/>
                  </a:moveTo>
                  <a:lnTo>
                    <a:pt x="0" y="1815960"/>
                  </a:lnTo>
                  <a:lnTo>
                    <a:pt x="0" y="1840509"/>
                  </a:lnTo>
                  <a:lnTo>
                    <a:pt x="4343" y="1840509"/>
                  </a:lnTo>
                  <a:lnTo>
                    <a:pt x="4343" y="1815960"/>
                  </a:lnTo>
                  <a:close/>
                </a:path>
                <a:path w="734694" h="3215004">
                  <a:moveTo>
                    <a:pt x="4343" y="1423327"/>
                  </a:moveTo>
                  <a:lnTo>
                    <a:pt x="0" y="1423327"/>
                  </a:lnTo>
                  <a:lnTo>
                    <a:pt x="0" y="1447863"/>
                  </a:lnTo>
                  <a:lnTo>
                    <a:pt x="4343" y="1447863"/>
                  </a:lnTo>
                  <a:lnTo>
                    <a:pt x="4343" y="1423327"/>
                  </a:lnTo>
                  <a:close/>
                </a:path>
                <a:path w="734694" h="3215004">
                  <a:moveTo>
                    <a:pt x="4343" y="1374241"/>
                  </a:moveTo>
                  <a:lnTo>
                    <a:pt x="0" y="1374241"/>
                  </a:lnTo>
                  <a:lnTo>
                    <a:pt x="0" y="1398778"/>
                  </a:lnTo>
                  <a:lnTo>
                    <a:pt x="4343" y="1398778"/>
                  </a:lnTo>
                  <a:lnTo>
                    <a:pt x="4343" y="1374241"/>
                  </a:lnTo>
                  <a:close/>
                </a:path>
                <a:path w="734694" h="3215004">
                  <a:moveTo>
                    <a:pt x="4343" y="1128839"/>
                  </a:moveTo>
                  <a:lnTo>
                    <a:pt x="0" y="1128839"/>
                  </a:lnTo>
                  <a:lnTo>
                    <a:pt x="0" y="1153375"/>
                  </a:lnTo>
                  <a:lnTo>
                    <a:pt x="4343" y="1153375"/>
                  </a:lnTo>
                  <a:lnTo>
                    <a:pt x="4343" y="1128839"/>
                  </a:lnTo>
                  <a:close/>
                </a:path>
                <a:path w="734694" h="3215004">
                  <a:moveTo>
                    <a:pt x="4343" y="1079766"/>
                  </a:moveTo>
                  <a:lnTo>
                    <a:pt x="0" y="1079766"/>
                  </a:lnTo>
                  <a:lnTo>
                    <a:pt x="0" y="1104303"/>
                  </a:lnTo>
                  <a:lnTo>
                    <a:pt x="4343" y="1104303"/>
                  </a:lnTo>
                  <a:lnTo>
                    <a:pt x="4343" y="1079766"/>
                  </a:lnTo>
                  <a:close/>
                </a:path>
                <a:path w="734694" h="3215004">
                  <a:moveTo>
                    <a:pt x="4343" y="1030681"/>
                  </a:moveTo>
                  <a:lnTo>
                    <a:pt x="0" y="1030681"/>
                  </a:lnTo>
                  <a:lnTo>
                    <a:pt x="0" y="1055217"/>
                  </a:lnTo>
                  <a:lnTo>
                    <a:pt x="4343" y="1055217"/>
                  </a:lnTo>
                  <a:lnTo>
                    <a:pt x="4343" y="1030681"/>
                  </a:lnTo>
                  <a:close/>
                </a:path>
                <a:path w="734694" h="3215004">
                  <a:moveTo>
                    <a:pt x="4343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43" y="1006144"/>
                  </a:lnTo>
                  <a:lnTo>
                    <a:pt x="4343" y="981595"/>
                  </a:lnTo>
                  <a:close/>
                </a:path>
                <a:path w="734694" h="3215004">
                  <a:moveTo>
                    <a:pt x="4343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43" y="957059"/>
                  </a:lnTo>
                  <a:lnTo>
                    <a:pt x="4343" y="932522"/>
                  </a:lnTo>
                  <a:close/>
                </a:path>
                <a:path w="734694" h="3215004">
                  <a:moveTo>
                    <a:pt x="4343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43" y="907986"/>
                  </a:lnTo>
                  <a:lnTo>
                    <a:pt x="4343" y="883437"/>
                  </a:lnTo>
                  <a:close/>
                </a:path>
                <a:path w="734694" h="3215004">
                  <a:moveTo>
                    <a:pt x="4343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43" y="858901"/>
                  </a:lnTo>
                  <a:lnTo>
                    <a:pt x="4343" y="834364"/>
                  </a:lnTo>
                  <a:close/>
                </a:path>
                <a:path w="734694" h="3215004">
                  <a:moveTo>
                    <a:pt x="4343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43" y="809815"/>
                  </a:lnTo>
                  <a:lnTo>
                    <a:pt x="4343" y="785279"/>
                  </a:lnTo>
                  <a:close/>
                </a:path>
                <a:path w="734694" h="3215004">
                  <a:moveTo>
                    <a:pt x="4343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43" y="760742"/>
                  </a:lnTo>
                  <a:lnTo>
                    <a:pt x="4343" y="736206"/>
                  </a:lnTo>
                  <a:close/>
                </a:path>
                <a:path w="734694" h="3215004">
                  <a:moveTo>
                    <a:pt x="4343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43" y="711657"/>
                  </a:lnTo>
                  <a:lnTo>
                    <a:pt x="4343" y="687120"/>
                  </a:lnTo>
                  <a:close/>
                </a:path>
                <a:path w="734694" h="3215004">
                  <a:moveTo>
                    <a:pt x="4343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43" y="662584"/>
                  </a:lnTo>
                  <a:lnTo>
                    <a:pt x="4343" y="638035"/>
                  </a:lnTo>
                  <a:close/>
                </a:path>
                <a:path w="734694" h="3215004">
                  <a:moveTo>
                    <a:pt x="4343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43" y="613498"/>
                  </a:lnTo>
                  <a:lnTo>
                    <a:pt x="4343" y="588962"/>
                  </a:lnTo>
                  <a:close/>
                </a:path>
                <a:path w="734694" h="3215004">
                  <a:moveTo>
                    <a:pt x="4343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43" y="564413"/>
                  </a:lnTo>
                  <a:lnTo>
                    <a:pt x="4343" y="539877"/>
                  </a:lnTo>
                  <a:close/>
                </a:path>
                <a:path w="734694" h="3215004">
                  <a:moveTo>
                    <a:pt x="4343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43" y="515340"/>
                  </a:lnTo>
                  <a:lnTo>
                    <a:pt x="4343" y="490804"/>
                  </a:lnTo>
                  <a:close/>
                </a:path>
                <a:path w="734694" h="3215004">
                  <a:moveTo>
                    <a:pt x="4343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43" y="466255"/>
                  </a:lnTo>
                  <a:lnTo>
                    <a:pt x="4343" y="441718"/>
                  </a:lnTo>
                  <a:close/>
                </a:path>
                <a:path w="734694" h="3215004">
                  <a:moveTo>
                    <a:pt x="4343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43" y="417182"/>
                  </a:lnTo>
                  <a:lnTo>
                    <a:pt x="4343" y="392633"/>
                  </a:lnTo>
                  <a:close/>
                </a:path>
                <a:path w="734694" h="3215004">
                  <a:moveTo>
                    <a:pt x="4343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43" y="368096"/>
                  </a:lnTo>
                  <a:lnTo>
                    <a:pt x="4343" y="343560"/>
                  </a:lnTo>
                  <a:close/>
                </a:path>
                <a:path w="734694" h="3215004">
                  <a:moveTo>
                    <a:pt x="4343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43" y="319024"/>
                  </a:lnTo>
                  <a:lnTo>
                    <a:pt x="4343" y="294474"/>
                  </a:lnTo>
                  <a:close/>
                </a:path>
                <a:path w="734694" h="3215004">
                  <a:moveTo>
                    <a:pt x="4343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43" y="269938"/>
                  </a:lnTo>
                  <a:lnTo>
                    <a:pt x="4343" y="245402"/>
                  </a:lnTo>
                  <a:close/>
                </a:path>
                <a:path w="734694" h="3215004">
                  <a:moveTo>
                    <a:pt x="4343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43" y="220853"/>
                  </a:lnTo>
                  <a:lnTo>
                    <a:pt x="4343" y="196316"/>
                  </a:lnTo>
                  <a:close/>
                </a:path>
                <a:path w="734694" h="3215004">
                  <a:moveTo>
                    <a:pt x="4343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43" y="171780"/>
                  </a:lnTo>
                  <a:lnTo>
                    <a:pt x="4343" y="147243"/>
                  </a:lnTo>
                  <a:close/>
                </a:path>
                <a:path w="734694" h="3215004">
                  <a:moveTo>
                    <a:pt x="4343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43" y="122694"/>
                  </a:lnTo>
                  <a:lnTo>
                    <a:pt x="4343" y="98158"/>
                  </a:lnTo>
                  <a:close/>
                </a:path>
                <a:path w="734694" h="3215004">
                  <a:moveTo>
                    <a:pt x="4343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43" y="73621"/>
                  </a:lnTo>
                  <a:lnTo>
                    <a:pt x="4343" y="49072"/>
                  </a:lnTo>
                  <a:close/>
                </a:path>
                <a:path w="734694" h="3215004">
                  <a:moveTo>
                    <a:pt x="4343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43" y="24536"/>
                  </a:lnTo>
                  <a:lnTo>
                    <a:pt x="4343" y="0"/>
                  </a:lnTo>
                  <a:close/>
                </a:path>
                <a:path w="734694" h="3215004">
                  <a:moveTo>
                    <a:pt x="734364" y="3190214"/>
                  </a:moveTo>
                  <a:lnTo>
                    <a:pt x="730008" y="3190214"/>
                  </a:lnTo>
                  <a:lnTo>
                    <a:pt x="730008" y="3214751"/>
                  </a:lnTo>
                  <a:lnTo>
                    <a:pt x="734364" y="3214751"/>
                  </a:lnTo>
                  <a:lnTo>
                    <a:pt x="734364" y="3190214"/>
                  </a:lnTo>
                  <a:close/>
                </a:path>
                <a:path w="734694" h="3215004">
                  <a:moveTo>
                    <a:pt x="734364" y="3141129"/>
                  </a:moveTo>
                  <a:lnTo>
                    <a:pt x="730008" y="3141129"/>
                  </a:lnTo>
                  <a:lnTo>
                    <a:pt x="730008" y="3165665"/>
                  </a:lnTo>
                  <a:lnTo>
                    <a:pt x="734364" y="3165665"/>
                  </a:lnTo>
                  <a:lnTo>
                    <a:pt x="734364" y="3141129"/>
                  </a:lnTo>
                  <a:close/>
                </a:path>
                <a:path w="734694" h="3215004">
                  <a:moveTo>
                    <a:pt x="734364" y="3092043"/>
                  </a:moveTo>
                  <a:lnTo>
                    <a:pt x="730008" y="3092043"/>
                  </a:lnTo>
                  <a:lnTo>
                    <a:pt x="730008" y="3116592"/>
                  </a:lnTo>
                  <a:lnTo>
                    <a:pt x="734364" y="3116592"/>
                  </a:lnTo>
                  <a:lnTo>
                    <a:pt x="734364" y="3092043"/>
                  </a:lnTo>
                  <a:close/>
                </a:path>
                <a:path w="734694" h="3215004">
                  <a:moveTo>
                    <a:pt x="734364" y="3042970"/>
                  </a:moveTo>
                  <a:lnTo>
                    <a:pt x="730008" y="3042970"/>
                  </a:lnTo>
                  <a:lnTo>
                    <a:pt x="730008" y="3067507"/>
                  </a:lnTo>
                  <a:lnTo>
                    <a:pt x="734364" y="3067507"/>
                  </a:lnTo>
                  <a:lnTo>
                    <a:pt x="734364" y="3042970"/>
                  </a:lnTo>
                  <a:close/>
                </a:path>
                <a:path w="734694" h="3215004">
                  <a:moveTo>
                    <a:pt x="734364" y="2993885"/>
                  </a:moveTo>
                  <a:lnTo>
                    <a:pt x="730008" y="2993885"/>
                  </a:lnTo>
                  <a:lnTo>
                    <a:pt x="730008" y="3018434"/>
                  </a:lnTo>
                  <a:lnTo>
                    <a:pt x="734364" y="3018434"/>
                  </a:lnTo>
                  <a:lnTo>
                    <a:pt x="734364" y="2993885"/>
                  </a:lnTo>
                  <a:close/>
                </a:path>
                <a:path w="734694" h="3215004">
                  <a:moveTo>
                    <a:pt x="734364" y="2944812"/>
                  </a:moveTo>
                  <a:lnTo>
                    <a:pt x="730008" y="2944812"/>
                  </a:lnTo>
                  <a:lnTo>
                    <a:pt x="730008" y="2969349"/>
                  </a:lnTo>
                  <a:lnTo>
                    <a:pt x="734364" y="2969349"/>
                  </a:lnTo>
                  <a:lnTo>
                    <a:pt x="734364" y="2944812"/>
                  </a:lnTo>
                  <a:close/>
                </a:path>
                <a:path w="734694" h="3215004">
                  <a:moveTo>
                    <a:pt x="734364" y="2895727"/>
                  </a:moveTo>
                  <a:lnTo>
                    <a:pt x="730008" y="2895727"/>
                  </a:lnTo>
                  <a:lnTo>
                    <a:pt x="730008" y="2920263"/>
                  </a:lnTo>
                  <a:lnTo>
                    <a:pt x="734364" y="2920263"/>
                  </a:lnTo>
                  <a:lnTo>
                    <a:pt x="734364" y="2895727"/>
                  </a:lnTo>
                  <a:close/>
                </a:path>
                <a:path w="734694" h="3215004">
                  <a:moveTo>
                    <a:pt x="734364" y="2846654"/>
                  </a:moveTo>
                  <a:lnTo>
                    <a:pt x="730008" y="2846654"/>
                  </a:lnTo>
                  <a:lnTo>
                    <a:pt x="730008" y="2871190"/>
                  </a:lnTo>
                  <a:lnTo>
                    <a:pt x="734364" y="2871190"/>
                  </a:lnTo>
                  <a:lnTo>
                    <a:pt x="734364" y="2846654"/>
                  </a:lnTo>
                  <a:close/>
                </a:path>
                <a:path w="734694" h="3215004">
                  <a:moveTo>
                    <a:pt x="734364" y="2797568"/>
                  </a:moveTo>
                  <a:lnTo>
                    <a:pt x="730008" y="2797568"/>
                  </a:lnTo>
                  <a:lnTo>
                    <a:pt x="730008" y="2822105"/>
                  </a:lnTo>
                  <a:lnTo>
                    <a:pt x="734364" y="2822105"/>
                  </a:lnTo>
                  <a:lnTo>
                    <a:pt x="734364" y="2797568"/>
                  </a:lnTo>
                  <a:close/>
                </a:path>
                <a:path w="734694" h="3215004">
                  <a:moveTo>
                    <a:pt x="734364" y="2748483"/>
                  </a:moveTo>
                  <a:lnTo>
                    <a:pt x="730008" y="2748483"/>
                  </a:lnTo>
                  <a:lnTo>
                    <a:pt x="730008" y="2773032"/>
                  </a:lnTo>
                  <a:lnTo>
                    <a:pt x="734364" y="2773032"/>
                  </a:lnTo>
                  <a:lnTo>
                    <a:pt x="734364" y="2748483"/>
                  </a:lnTo>
                  <a:close/>
                </a:path>
                <a:path w="734694" h="3215004">
                  <a:moveTo>
                    <a:pt x="734364" y="2699410"/>
                  </a:moveTo>
                  <a:lnTo>
                    <a:pt x="730008" y="2699410"/>
                  </a:lnTo>
                  <a:lnTo>
                    <a:pt x="730008" y="2723946"/>
                  </a:lnTo>
                  <a:lnTo>
                    <a:pt x="734364" y="2723946"/>
                  </a:lnTo>
                  <a:lnTo>
                    <a:pt x="734364" y="2699410"/>
                  </a:lnTo>
                  <a:close/>
                </a:path>
                <a:path w="734694" h="3215004">
                  <a:moveTo>
                    <a:pt x="734364" y="2650325"/>
                  </a:moveTo>
                  <a:lnTo>
                    <a:pt x="730008" y="2650325"/>
                  </a:lnTo>
                  <a:lnTo>
                    <a:pt x="730008" y="2674874"/>
                  </a:lnTo>
                  <a:lnTo>
                    <a:pt x="734364" y="2674874"/>
                  </a:lnTo>
                  <a:lnTo>
                    <a:pt x="734364" y="2650325"/>
                  </a:lnTo>
                  <a:close/>
                </a:path>
                <a:path w="734694" h="3215004">
                  <a:moveTo>
                    <a:pt x="734364" y="2601252"/>
                  </a:moveTo>
                  <a:lnTo>
                    <a:pt x="730008" y="2601252"/>
                  </a:lnTo>
                  <a:lnTo>
                    <a:pt x="730008" y="2625788"/>
                  </a:lnTo>
                  <a:lnTo>
                    <a:pt x="734364" y="2625788"/>
                  </a:lnTo>
                  <a:lnTo>
                    <a:pt x="734364" y="2601252"/>
                  </a:lnTo>
                  <a:close/>
                </a:path>
                <a:path w="734694" h="3215004">
                  <a:moveTo>
                    <a:pt x="734364" y="2552166"/>
                  </a:moveTo>
                  <a:lnTo>
                    <a:pt x="730008" y="2552166"/>
                  </a:lnTo>
                  <a:lnTo>
                    <a:pt x="730008" y="2576703"/>
                  </a:lnTo>
                  <a:lnTo>
                    <a:pt x="734364" y="2576703"/>
                  </a:lnTo>
                  <a:lnTo>
                    <a:pt x="734364" y="2552166"/>
                  </a:lnTo>
                  <a:close/>
                </a:path>
                <a:path w="734694" h="3215004">
                  <a:moveTo>
                    <a:pt x="734364" y="2503081"/>
                  </a:moveTo>
                  <a:lnTo>
                    <a:pt x="730008" y="2503081"/>
                  </a:lnTo>
                  <a:lnTo>
                    <a:pt x="730008" y="2527630"/>
                  </a:lnTo>
                  <a:lnTo>
                    <a:pt x="734364" y="2527630"/>
                  </a:lnTo>
                  <a:lnTo>
                    <a:pt x="734364" y="2503081"/>
                  </a:lnTo>
                  <a:close/>
                </a:path>
                <a:path w="734694" h="3215004">
                  <a:moveTo>
                    <a:pt x="734364" y="2454008"/>
                  </a:moveTo>
                  <a:lnTo>
                    <a:pt x="730008" y="2454008"/>
                  </a:lnTo>
                  <a:lnTo>
                    <a:pt x="730008" y="2478544"/>
                  </a:lnTo>
                  <a:lnTo>
                    <a:pt x="734364" y="2478544"/>
                  </a:lnTo>
                  <a:lnTo>
                    <a:pt x="734364" y="2454008"/>
                  </a:lnTo>
                  <a:close/>
                </a:path>
                <a:path w="734694" h="3215004">
                  <a:moveTo>
                    <a:pt x="734364" y="2404922"/>
                  </a:moveTo>
                  <a:lnTo>
                    <a:pt x="730008" y="2404922"/>
                  </a:lnTo>
                  <a:lnTo>
                    <a:pt x="730008" y="2429472"/>
                  </a:lnTo>
                  <a:lnTo>
                    <a:pt x="734364" y="2429472"/>
                  </a:lnTo>
                  <a:lnTo>
                    <a:pt x="734364" y="2404922"/>
                  </a:lnTo>
                  <a:close/>
                </a:path>
                <a:path w="734694" h="3215004">
                  <a:moveTo>
                    <a:pt x="734364" y="2355850"/>
                  </a:moveTo>
                  <a:lnTo>
                    <a:pt x="730008" y="2355850"/>
                  </a:lnTo>
                  <a:lnTo>
                    <a:pt x="730008" y="2380386"/>
                  </a:lnTo>
                  <a:lnTo>
                    <a:pt x="734364" y="2380386"/>
                  </a:lnTo>
                  <a:lnTo>
                    <a:pt x="734364" y="2355850"/>
                  </a:lnTo>
                  <a:close/>
                </a:path>
                <a:path w="734694" h="3215004">
                  <a:moveTo>
                    <a:pt x="734364" y="2306764"/>
                  </a:moveTo>
                  <a:lnTo>
                    <a:pt x="730008" y="2306764"/>
                  </a:lnTo>
                  <a:lnTo>
                    <a:pt x="730008" y="2331301"/>
                  </a:lnTo>
                  <a:lnTo>
                    <a:pt x="734364" y="2331301"/>
                  </a:lnTo>
                  <a:lnTo>
                    <a:pt x="734364" y="2306764"/>
                  </a:lnTo>
                  <a:close/>
                </a:path>
                <a:path w="734694" h="3215004">
                  <a:moveTo>
                    <a:pt x="734364" y="2257691"/>
                  </a:moveTo>
                  <a:lnTo>
                    <a:pt x="730008" y="2257691"/>
                  </a:lnTo>
                  <a:lnTo>
                    <a:pt x="730008" y="2282228"/>
                  </a:lnTo>
                  <a:lnTo>
                    <a:pt x="734364" y="2282228"/>
                  </a:lnTo>
                  <a:lnTo>
                    <a:pt x="734364" y="2257691"/>
                  </a:lnTo>
                  <a:close/>
                </a:path>
                <a:path w="734694" h="3215004">
                  <a:moveTo>
                    <a:pt x="734364" y="2208606"/>
                  </a:moveTo>
                  <a:lnTo>
                    <a:pt x="730008" y="2208606"/>
                  </a:lnTo>
                  <a:lnTo>
                    <a:pt x="730008" y="2233142"/>
                  </a:lnTo>
                  <a:lnTo>
                    <a:pt x="734364" y="2233142"/>
                  </a:lnTo>
                  <a:lnTo>
                    <a:pt x="734364" y="2208606"/>
                  </a:lnTo>
                  <a:close/>
                </a:path>
                <a:path w="734694" h="3215004">
                  <a:moveTo>
                    <a:pt x="734364" y="2159520"/>
                  </a:moveTo>
                  <a:lnTo>
                    <a:pt x="730008" y="2159520"/>
                  </a:lnTo>
                  <a:lnTo>
                    <a:pt x="730008" y="2184069"/>
                  </a:lnTo>
                  <a:lnTo>
                    <a:pt x="734364" y="2184069"/>
                  </a:lnTo>
                  <a:lnTo>
                    <a:pt x="734364" y="2159520"/>
                  </a:lnTo>
                  <a:close/>
                </a:path>
                <a:path w="734694" h="3215004">
                  <a:moveTo>
                    <a:pt x="734364" y="2110448"/>
                  </a:moveTo>
                  <a:lnTo>
                    <a:pt x="730008" y="2110448"/>
                  </a:lnTo>
                  <a:lnTo>
                    <a:pt x="730008" y="2134984"/>
                  </a:lnTo>
                  <a:lnTo>
                    <a:pt x="734364" y="2134984"/>
                  </a:lnTo>
                  <a:lnTo>
                    <a:pt x="734364" y="2110448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807855" y="485507"/>
              <a:ext cx="4445" cy="2135505"/>
            </a:xfrm>
            <a:custGeom>
              <a:avLst/>
              <a:gdLst/>
              <a:ahLst/>
              <a:cxnLst/>
              <a:rect l="l" t="t" r="r" b="b"/>
              <a:pathLst>
                <a:path w="4444" h="2135505">
                  <a:moveTo>
                    <a:pt x="4356" y="2110448"/>
                  </a:moveTo>
                  <a:lnTo>
                    <a:pt x="0" y="2110448"/>
                  </a:lnTo>
                  <a:lnTo>
                    <a:pt x="0" y="2134984"/>
                  </a:lnTo>
                  <a:lnTo>
                    <a:pt x="4356" y="2134984"/>
                  </a:lnTo>
                  <a:lnTo>
                    <a:pt x="4356" y="2110448"/>
                  </a:lnTo>
                  <a:close/>
                </a:path>
                <a:path w="4444" h="2135505">
                  <a:moveTo>
                    <a:pt x="4356" y="2061362"/>
                  </a:moveTo>
                  <a:lnTo>
                    <a:pt x="0" y="2061362"/>
                  </a:lnTo>
                  <a:lnTo>
                    <a:pt x="0" y="2085911"/>
                  </a:lnTo>
                  <a:lnTo>
                    <a:pt x="4356" y="2085911"/>
                  </a:lnTo>
                  <a:lnTo>
                    <a:pt x="4356" y="2061362"/>
                  </a:lnTo>
                  <a:close/>
                </a:path>
                <a:path w="4444" h="2135505">
                  <a:moveTo>
                    <a:pt x="4356" y="2012289"/>
                  </a:moveTo>
                  <a:lnTo>
                    <a:pt x="0" y="2012289"/>
                  </a:lnTo>
                  <a:lnTo>
                    <a:pt x="0" y="2036826"/>
                  </a:lnTo>
                  <a:lnTo>
                    <a:pt x="4356" y="2036826"/>
                  </a:lnTo>
                  <a:lnTo>
                    <a:pt x="4356" y="2012289"/>
                  </a:lnTo>
                  <a:close/>
                </a:path>
                <a:path w="4444" h="2135505">
                  <a:moveTo>
                    <a:pt x="4356" y="1963204"/>
                  </a:moveTo>
                  <a:lnTo>
                    <a:pt x="0" y="1963204"/>
                  </a:lnTo>
                  <a:lnTo>
                    <a:pt x="0" y="1987740"/>
                  </a:lnTo>
                  <a:lnTo>
                    <a:pt x="4356" y="1987740"/>
                  </a:lnTo>
                  <a:lnTo>
                    <a:pt x="4356" y="1963204"/>
                  </a:lnTo>
                  <a:close/>
                </a:path>
                <a:path w="4444" h="2135505">
                  <a:moveTo>
                    <a:pt x="4356" y="1914131"/>
                  </a:moveTo>
                  <a:lnTo>
                    <a:pt x="0" y="1914131"/>
                  </a:lnTo>
                  <a:lnTo>
                    <a:pt x="0" y="1938667"/>
                  </a:lnTo>
                  <a:lnTo>
                    <a:pt x="4356" y="1938667"/>
                  </a:lnTo>
                  <a:lnTo>
                    <a:pt x="4356" y="1914131"/>
                  </a:lnTo>
                  <a:close/>
                </a:path>
                <a:path w="4444" h="2135505">
                  <a:moveTo>
                    <a:pt x="4356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56" y="1889582"/>
                  </a:lnTo>
                  <a:lnTo>
                    <a:pt x="4356" y="1865045"/>
                  </a:lnTo>
                  <a:close/>
                </a:path>
                <a:path w="4444" h="2135505">
                  <a:moveTo>
                    <a:pt x="4356" y="1815960"/>
                  </a:moveTo>
                  <a:lnTo>
                    <a:pt x="0" y="1815960"/>
                  </a:lnTo>
                  <a:lnTo>
                    <a:pt x="0" y="1840509"/>
                  </a:lnTo>
                  <a:lnTo>
                    <a:pt x="4356" y="1840509"/>
                  </a:lnTo>
                  <a:lnTo>
                    <a:pt x="4356" y="1815960"/>
                  </a:lnTo>
                  <a:close/>
                </a:path>
                <a:path w="4444" h="2135505">
                  <a:moveTo>
                    <a:pt x="4356" y="1766887"/>
                  </a:moveTo>
                  <a:lnTo>
                    <a:pt x="0" y="1766887"/>
                  </a:lnTo>
                  <a:lnTo>
                    <a:pt x="0" y="1791423"/>
                  </a:lnTo>
                  <a:lnTo>
                    <a:pt x="4356" y="1791423"/>
                  </a:lnTo>
                  <a:lnTo>
                    <a:pt x="4356" y="1766887"/>
                  </a:lnTo>
                  <a:close/>
                </a:path>
                <a:path w="4444" h="2135505">
                  <a:moveTo>
                    <a:pt x="4356" y="1717802"/>
                  </a:moveTo>
                  <a:lnTo>
                    <a:pt x="0" y="1717802"/>
                  </a:lnTo>
                  <a:lnTo>
                    <a:pt x="0" y="1742338"/>
                  </a:lnTo>
                  <a:lnTo>
                    <a:pt x="4356" y="1742338"/>
                  </a:lnTo>
                  <a:lnTo>
                    <a:pt x="4356" y="1717802"/>
                  </a:lnTo>
                  <a:close/>
                </a:path>
                <a:path w="4444" h="2135505">
                  <a:moveTo>
                    <a:pt x="4356" y="1668729"/>
                  </a:moveTo>
                  <a:lnTo>
                    <a:pt x="0" y="1668729"/>
                  </a:lnTo>
                  <a:lnTo>
                    <a:pt x="0" y="1693265"/>
                  </a:lnTo>
                  <a:lnTo>
                    <a:pt x="4356" y="1693265"/>
                  </a:lnTo>
                  <a:lnTo>
                    <a:pt x="4356" y="1668729"/>
                  </a:lnTo>
                  <a:close/>
                </a:path>
                <a:path w="4444" h="2135505">
                  <a:moveTo>
                    <a:pt x="4356" y="1619643"/>
                  </a:moveTo>
                  <a:lnTo>
                    <a:pt x="0" y="1619643"/>
                  </a:lnTo>
                  <a:lnTo>
                    <a:pt x="0" y="1644180"/>
                  </a:lnTo>
                  <a:lnTo>
                    <a:pt x="4356" y="1644180"/>
                  </a:lnTo>
                  <a:lnTo>
                    <a:pt x="4356" y="1619643"/>
                  </a:lnTo>
                  <a:close/>
                </a:path>
                <a:path w="4444" h="2135505">
                  <a:moveTo>
                    <a:pt x="4356" y="1570558"/>
                  </a:moveTo>
                  <a:lnTo>
                    <a:pt x="0" y="1570558"/>
                  </a:lnTo>
                  <a:lnTo>
                    <a:pt x="0" y="1595107"/>
                  </a:lnTo>
                  <a:lnTo>
                    <a:pt x="4356" y="1595107"/>
                  </a:lnTo>
                  <a:lnTo>
                    <a:pt x="4356" y="1570558"/>
                  </a:lnTo>
                  <a:close/>
                </a:path>
                <a:path w="4444" h="2135505">
                  <a:moveTo>
                    <a:pt x="4356" y="1325168"/>
                  </a:moveTo>
                  <a:lnTo>
                    <a:pt x="0" y="1325168"/>
                  </a:lnTo>
                  <a:lnTo>
                    <a:pt x="0" y="1349705"/>
                  </a:lnTo>
                  <a:lnTo>
                    <a:pt x="4356" y="1349705"/>
                  </a:lnTo>
                  <a:lnTo>
                    <a:pt x="4356" y="1325168"/>
                  </a:lnTo>
                  <a:close/>
                </a:path>
                <a:path w="4444" h="2135505">
                  <a:moveTo>
                    <a:pt x="4356" y="1276083"/>
                  </a:moveTo>
                  <a:lnTo>
                    <a:pt x="0" y="1276083"/>
                  </a:lnTo>
                  <a:lnTo>
                    <a:pt x="0" y="1300619"/>
                  </a:lnTo>
                  <a:lnTo>
                    <a:pt x="4356" y="1300619"/>
                  </a:lnTo>
                  <a:lnTo>
                    <a:pt x="4356" y="1276083"/>
                  </a:lnTo>
                  <a:close/>
                </a:path>
                <a:path w="4444" h="2135505">
                  <a:moveTo>
                    <a:pt x="4356" y="1226997"/>
                  </a:moveTo>
                  <a:lnTo>
                    <a:pt x="0" y="1226997"/>
                  </a:lnTo>
                  <a:lnTo>
                    <a:pt x="0" y="1251546"/>
                  </a:lnTo>
                  <a:lnTo>
                    <a:pt x="4356" y="1251546"/>
                  </a:lnTo>
                  <a:lnTo>
                    <a:pt x="4356" y="1226997"/>
                  </a:lnTo>
                  <a:close/>
                </a:path>
                <a:path w="4444" h="2135505">
                  <a:moveTo>
                    <a:pt x="4356" y="1177925"/>
                  </a:moveTo>
                  <a:lnTo>
                    <a:pt x="0" y="1177925"/>
                  </a:lnTo>
                  <a:lnTo>
                    <a:pt x="0" y="1202461"/>
                  </a:lnTo>
                  <a:lnTo>
                    <a:pt x="4356" y="1202461"/>
                  </a:lnTo>
                  <a:lnTo>
                    <a:pt x="4356" y="1177925"/>
                  </a:lnTo>
                  <a:close/>
                </a:path>
                <a:path w="4444" h="2135505">
                  <a:moveTo>
                    <a:pt x="4356" y="1128839"/>
                  </a:moveTo>
                  <a:lnTo>
                    <a:pt x="0" y="1128839"/>
                  </a:lnTo>
                  <a:lnTo>
                    <a:pt x="0" y="1153375"/>
                  </a:lnTo>
                  <a:lnTo>
                    <a:pt x="4356" y="1153375"/>
                  </a:lnTo>
                  <a:lnTo>
                    <a:pt x="4356" y="1128839"/>
                  </a:lnTo>
                  <a:close/>
                </a:path>
                <a:path w="4444" h="2135505">
                  <a:moveTo>
                    <a:pt x="4356" y="1079766"/>
                  </a:moveTo>
                  <a:lnTo>
                    <a:pt x="0" y="1079766"/>
                  </a:lnTo>
                  <a:lnTo>
                    <a:pt x="0" y="1104303"/>
                  </a:lnTo>
                  <a:lnTo>
                    <a:pt x="4356" y="1104303"/>
                  </a:lnTo>
                  <a:lnTo>
                    <a:pt x="4356" y="1079766"/>
                  </a:lnTo>
                  <a:close/>
                </a:path>
                <a:path w="4444" h="2135505">
                  <a:moveTo>
                    <a:pt x="4356" y="1030681"/>
                  </a:moveTo>
                  <a:lnTo>
                    <a:pt x="0" y="1030681"/>
                  </a:lnTo>
                  <a:lnTo>
                    <a:pt x="0" y="1055217"/>
                  </a:lnTo>
                  <a:lnTo>
                    <a:pt x="4356" y="1055217"/>
                  </a:lnTo>
                  <a:lnTo>
                    <a:pt x="4356" y="1030681"/>
                  </a:lnTo>
                  <a:close/>
                </a:path>
                <a:path w="4444" h="2135505">
                  <a:moveTo>
                    <a:pt x="4356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56" y="1006144"/>
                  </a:lnTo>
                  <a:lnTo>
                    <a:pt x="4356" y="981595"/>
                  </a:lnTo>
                  <a:close/>
                </a:path>
                <a:path w="4444" h="2135505">
                  <a:moveTo>
                    <a:pt x="4356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56" y="957059"/>
                  </a:lnTo>
                  <a:lnTo>
                    <a:pt x="4356" y="932522"/>
                  </a:lnTo>
                  <a:close/>
                </a:path>
                <a:path w="4444" h="2135505">
                  <a:moveTo>
                    <a:pt x="4356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56" y="907986"/>
                  </a:lnTo>
                  <a:lnTo>
                    <a:pt x="4356" y="883437"/>
                  </a:lnTo>
                  <a:close/>
                </a:path>
                <a:path w="4444" h="2135505">
                  <a:moveTo>
                    <a:pt x="4356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56" y="858901"/>
                  </a:lnTo>
                  <a:lnTo>
                    <a:pt x="4356" y="834364"/>
                  </a:lnTo>
                  <a:close/>
                </a:path>
                <a:path w="4444" h="2135505">
                  <a:moveTo>
                    <a:pt x="4356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56" y="809815"/>
                  </a:lnTo>
                  <a:lnTo>
                    <a:pt x="4356" y="785279"/>
                  </a:lnTo>
                  <a:close/>
                </a:path>
                <a:path w="4444" h="2135505">
                  <a:moveTo>
                    <a:pt x="4356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56" y="760742"/>
                  </a:lnTo>
                  <a:lnTo>
                    <a:pt x="4356" y="736206"/>
                  </a:lnTo>
                  <a:close/>
                </a:path>
                <a:path w="4444" h="2135505">
                  <a:moveTo>
                    <a:pt x="4356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56" y="711657"/>
                  </a:lnTo>
                  <a:lnTo>
                    <a:pt x="4356" y="687120"/>
                  </a:lnTo>
                  <a:close/>
                </a:path>
                <a:path w="4444" h="2135505">
                  <a:moveTo>
                    <a:pt x="4356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56" y="662584"/>
                  </a:lnTo>
                  <a:lnTo>
                    <a:pt x="4356" y="638035"/>
                  </a:lnTo>
                  <a:close/>
                </a:path>
                <a:path w="4444" h="2135505">
                  <a:moveTo>
                    <a:pt x="4356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56" y="613498"/>
                  </a:lnTo>
                  <a:lnTo>
                    <a:pt x="4356" y="588962"/>
                  </a:lnTo>
                  <a:close/>
                </a:path>
                <a:path w="4444" h="2135505">
                  <a:moveTo>
                    <a:pt x="4356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56" y="564413"/>
                  </a:lnTo>
                  <a:lnTo>
                    <a:pt x="4356" y="539877"/>
                  </a:lnTo>
                  <a:close/>
                </a:path>
                <a:path w="4444" h="2135505">
                  <a:moveTo>
                    <a:pt x="4356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56" y="515340"/>
                  </a:lnTo>
                  <a:lnTo>
                    <a:pt x="4356" y="490804"/>
                  </a:lnTo>
                  <a:close/>
                </a:path>
                <a:path w="4444" h="2135505">
                  <a:moveTo>
                    <a:pt x="4356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56" y="466255"/>
                  </a:lnTo>
                  <a:lnTo>
                    <a:pt x="4356" y="441718"/>
                  </a:lnTo>
                  <a:close/>
                </a:path>
                <a:path w="4444" h="2135505">
                  <a:moveTo>
                    <a:pt x="4356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56" y="417182"/>
                  </a:lnTo>
                  <a:lnTo>
                    <a:pt x="4356" y="392633"/>
                  </a:lnTo>
                  <a:close/>
                </a:path>
                <a:path w="4444" h="2135505">
                  <a:moveTo>
                    <a:pt x="4356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56" y="368096"/>
                  </a:lnTo>
                  <a:lnTo>
                    <a:pt x="4356" y="343560"/>
                  </a:lnTo>
                  <a:close/>
                </a:path>
                <a:path w="4444" h="2135505">
                  <a:moveTo>
                    <a:pt x="4356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56" y="319024"/>
                  </a:lnTo>
                  <a:lnTo>
                    <a:pt x="4356" y="294474"/>
                  </a:lnTo>
                  <a:close/>
                </a:path>
                <a:path w="4444" h="2135505">
                  <a:moveTo>
                    <a:pt x="4356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56" y="269938"/>
                  </a:lnTo>
                  <a:lnTo>
                    <a:pt x="4356" y="245402"/>
                  </a:lnTo>
                  <a:close/>
                </a:path>
                <a:path w="4444" h="2135505">
                  <a:moveTo>
                    <a:pt x="4356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56" y="220853"/>
                  </a:lnTo>
                  <a:lnTo>
                    <a:pt x="4356" y="196316"/>
                  </a:lnTo>
                  <a:close/>
                </a:path>
                <a:path w="4444" h="2135505">
                  <a:moveTo>
                    <a:pt x="4356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56" y="171780"/>
                  </a:lnTo>
                  <a:lnTo>
                    <a:pt x="4356" y="147243"/>
                  </a:lnTo>
                  <a:close/>
                </a:path>
                <a:path w="4444" h="2135505">
                  <a:moveTo>
                    <a:pt x="4356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56" y="122694"/>
                  </a:lnTo>
                  <a:lnTo>
                    <a:pt x="4356" y="98158"/>
                  </a:lnTo>
                  <a:close/>
                </a:path>
                <a:path w="4444" h="2135505">
                  <a:moveTo>
                    <a:pt x="4356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56" y="73621"/>
                  </a:lnTo>
                  <a:lnTo>
                    <a:pt x="4356" y="49072"/>
                  </a:lnTo>
                  <a:close/>
                </a:path>
                <a:path w="4444" h="2135505">
                  <a:moveTo>
                    <a:pt x="4356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56" y="24536"/>
                  </a:lnTo>
                  <a:lnTo>
                    <a:pt x="435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40050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8992" y="3553139"/>
              <a:ext cx="3168650" cy="0"/>
            </a:xfrm>
            <a:custGeom>
              <a:avLst/>
              <a:gdLst/>
              <a:ahLst/>
              <a:cxnLst/>
              <a:rect l="l" t="t" r="r" b="b"/>
              <a:pathLst>
                <a:path w="3168650" h="0">
                  <a:moveTo>
                    <a:pt x="0" y="0"/>
                  </a:moveTo>
                  <a:lnTo>
                    <a:pt x="3168398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8987" y="2813252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4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4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08627" y="2817607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8987" y="1342211"/>
              <a:ext cx="3212465" cy="1480185"/>
            </a:xfrm>
            <a:custGeom>
              <a:avLst/>
              <a:gdLst/>
              <a:ahLst/>
              <a:cxnLst/>
              <a:rect l="l" t="t" r="r" b="b"/>
              <a:pathLst>
                <a:path w="3212465" h="1480185">
                  <a:moveTo>
                    <a:pt x="34810" y="735533"/>
                  </a:moveTo>
                  <a:lnTo>
                    <a:pt x="0" y="735533"/>
                  </a:lnTo>
                  <a:lnTo>
                    <a:pt x="0" y="744270"/>
                  </a:lnTo>
                  <a:lnTo>
                    <a:pt x="34810" y="744270"/>
                  </a:lnTo>
                  <a:lnTo>
                    <a:pt x="34810" y="735533"/>
                  </a:lnTo>
                  <a:close/>
                </a:path>
                <a:path w="3212465" h="1480185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480185">
                  <a:moveTo>
                    <a:pt x="104457" y="735533"/>
                  </a:moveTo>
                  <a:lnTo>
                    <a:pt x="69634" y="735533"/>
                  </a:lnTo>
                  <a:lnTo>
                    <a:pt x="69634" y="744270"/>
                  </a:lnTo>
                  <a:lnTo>
                    <a:pt x="104457" y="744270"/>
                  </a:lnTo>
                  <a:lnTo>
                    <a:pt x="104457" y="735533"/>
                  </a:lnTo>
                  <a:close/>
                </a:path>
                <a:path w="3212465" h="1480185">
                  <a:moveTo>
                    <a:pt x="174091" y="735533"/>
                  </a:moveTo>
                  <a:lnTo>
                    <a:pt x="139268" y="735533"/>
                  </a:lnTo>
                  <a:lnTo>
                    <a:pt x="139268" y="744270"/>
                  </a:lnTo>
                  <a:lnTo>
                    <a:pt x="174091" y="744270"/>
                  </a:lnTo>
                  <a:lnTo>
                    <a:pt x="174091" y="735533"/>
                  </a:lnTo>
                  <a:close/>
                </a:path>
                <a:path w="3212465" h="1480185">
                  <a:moveTo>
                    <a:pt x="243725" y="735533"/>
                  </a:moveTo>
                  <a:lnTo>
                    <a:pt x="208902" y="735533"/>
                  </a:lnTo>
                  <a:lnTo>
                    <a:pt x="208902" y="744270"/>
                  </a:lnTo>
                  <a:lnTo>
                    <a:pt x="243725" y="744270"/>
                  </a:lnTo>
                  <a:lnTo>
                    <a:pt x="243725" y="735533"/>
                  </a:lnTo>
                  <a:close/>
                </a:path>
                <a:path w="3212465" h="1480185">
                  <a:moveTo>
                    <a:pt x="313359" y="735533"/>
                  </a:moveTo>
                  <a:lnTo>
                    <a:pt x="278536" y="735533"/>
                  </a:lnTo>
                  <a:lnTo>
                    <a:pt x="278536" y="744270"/>
                  </a:lnTo>
                  <a:lnTo>
                    <a:pt x="313359" y="744270"/>
                  </a:lnTo>
                  <a:lnTo>
                    <a:pt x="313359" y="735533"/>
                  </a:lnTo>
                  <a:close/>
                </a:path>
                <a:path w="3212465" h="1480185">
                  <a:moveTo>
                    <a:pt x="382993" y="735533"/>
                  </a:moveTo>
                  <a:lnTo>
                    <a:pt x="348170" y="735533"/>
                  </a:lnTo>
                  <a:lnTo>
                    <a:pt x="348170" y="744270"/>
                  </a:lnTo>
                  <a:lnTo>
                    <a:pt x="382993" y="744270"/>
                  </a:lnTo>
                  <a:lnTo>
                    <a:pt x="382993" y="735533"/>
                  </a:lnTo>
                  <a:close/>
                </a:path>
                <a:path w="3212465" h="1480185">
                  <a:moveTo>
                    <a:pt x="452628" y="735533"/>
                  </a:moveTo>
                  <a:lnTo>
                    <a:pt x="417804" y="735533"/>
                  </a:lnTo>
                  <a:lnTo>
                    <a:pt x="417804" y="744270"/>
                  </a:lnTo>
                  <a:lnTo>
                    <a:pt x="452628" y="744270"/>
                  </a:lnTo>
                  <a:lnTo>
                    <a:pt x="452628" y="735533"/>
                  </a:lnTo>
                  <a:close/>
                </a:path>
                <a:path w="3212465" h="1480185">
                  <a:moveTo>
                    <a:pt x="522262" y="735533"/>
                  </a:moveTo>
                  <a:lnTo>
                    <a:pt x="487438" y="735533"/>
                  </a:lnTo>
                  <a:lnTo>
                    <a:pt x="487438" y="744270"/>
                  </a:lnTo>
                  <a:lnTo>
                    <a:pt x="522262" y="744270"/>
                  </a:lnTo>
                  <a:lnTo>
                    <a:pt x="522262" y="735533"/>
                  </a:lnTo>
                  <a:close/>
                </a:path>
                <a:path w="3212465" h="1480185">
                  <a:moveTo>
                    <a:pt x="591896" y="735533"/>
                  </a:moveTo>
                  <a:lnTo>
                    <a:pt x="557085" y="735533"/>
                  </a:lnTo>
                  <a:lnTo>
                    <a:pt x="557085" y="744270"/>
                  </a:lnTo>
                  <a:lnTo>
                    <a:pt x="591896" y="744270"/>
                  </a:lnTo>
                  <a:lnTo>
                    <a:pt x="591896" y="735533"/>
                  </a:lnTo>
                  <a:close/>
                </a:path>
                <a:path w="3212465" h="1480185">
                  <a:moveTo>
                    <a:pt x="661530" y="735533"/>
                  </a:moveTo>
                  <a:lnTo>
                    <a:pt x="626719" y="735533"/>
                  </a:lnTo>
                  <a:lnTo>
                    <a:pt x="626719" y="744270"/>
                  </a:lnTo>
                  <a:lnTo>
                    <a:pt x="661530" y="744270"/>
                  </a:lnTo>
                  <a:lnTo>
                    <a:pt x="661530" y="735533"/>
                  </a:lnTo>
                  <a:close/>
                </a:path>
                <a:path w="3212465" h="1480185">
                  <a:moveTo>
                    <a:pt x="731164" y="735533"/>
                  </a:moveTo>
                  <a:lnTo>
                    <a:pt x="696353" y="735533"/>
                  </a:lnTo>
                  <a:lnTo>
                    <a:pt x="696353" y="744270"/>
                  </a:lnTo>
                  <a:lnTo>
                    <a:pt x="731164" y="744270"/>
                  </a:lnTo>
                  <a:lnTo>
                    <a:pt x="731164" y="735533"/>
                  </a:lnTo>
                  <a:close/>
                </a:path>
                <a:path w="3212465" h="1480185">
                  <a:moveTo>
                    <a:pt x="800798" y="735533"/>
                  </a:moveTo>
                  <a:lnTo>
                    <a:pt x="765987" y="735533"/>
                  </a:lnTo>
                  <a:lnTo>
                    <a:pt x="765987" y="744270"/>
                  </a:lnTo>
                  <a:lnTo>
                    <a:pt x="800798" y="744270"/>
                  </a:lnTo>
                  <a:lnTo>
                    <a:pt x="800798" y="735533"/>
                  </a:lnTo>
                  <a:close/>
                </a:path>
                <a:path w="3212465" h="1480185">
                  <a:moveTo>
                    <a:pt x="870432" y="735533"/>
                  </a:moveTo>
                  <a:lnTo>
                    <a:pt x="835621" y="735533"/>
                  </a:lnTo>
                  <a:lnTo>
                    <a:pt x="835621" y="744270"/>
                  </a:lnTo>
                  <a:lnTo>
                    <a:pt x="870432" y="744270"/>
                  </a:lnTo>
                  <a:lnTo>
                    <a:pt x="870432" y="735533"/>
                  </a:lnTo>
                  <a:close/>
                </a:path>
                <a:path w="3212465" h="1480185">
                  <a:moveTo>
                    <a:pt x="940079" y="735533"/>
                  </a:moveTo>
                  <a:lnTo>
                    <a:pt x="905256" y="735533"/>
                  </a:lnTo>
                  <a:lnTo>
                    <a:pt x="905256" y="744270"/>
                  </a:lnTo>
                  <a:lnTo>
                    <a:pt x="940079" y="744270"/>
                  </a:lnTo>
                  <a:lnTo>
                    <a:pt x="940079" y="735533"/>
                  </a:lnTo>
                  <a:close/>
                </a:path>
                <a:path w="3212465" h="1480185">
                  <a:moveTo>
                    <a:pt x="1009713" y="735533"/>
                  </a:moveTo>
                  <a:lnTo>
                    <a:pt x="974890" y="735533"/>
                  </a:lnTo>
                  <a:lnTo>
                    <a:pt x="974890" y="744270"/>
                  </a:lnTo>
                  <a:lnTo>
                    <a:pt x="1009713" y="744270"/>
                  </a:lnTo>
                  <a:lnTo>
                    <a:pt x="1009713" y="735533"/>
                  </a:lnTo>
                  <a:close/>
                </a:path>
                <a:path w="3212465" h="1480185">
                  <a:moveTo>
                    <a:pt x="1079347" y="735533"/>
                  </a:moveTo>
                  <a:lnTo>
                    <a:pt x="1044524" y="735533"/>
                  </a:lnTo>
                  <a:lnTo>
                    <a:pt x="1044524" y="744270"/>
                  </a:lnTo>
                  <a:lnTo>
                    <a:pt x="1079347" y="744270"/>
                  </a:lnTo>
                  <a:lnTo>
                    <a:pt x="1079347" y="735533"/>
                  </a:lnTo>
                  <a:close/>
                </a:path>
                <a:path w="3212465" h="1480185">
                  <a:moveTo>
                    <a:pt x="1148981" y="735533"/>
                  </a:moveTo>
                  <a:lnTo>
                    <a:pt x="1114158" y="735533"/>
                  </a:lnTo>
                  <a:lnTo>
                    <a:pt x="1114158" y="744270"/>
                  </a:lnTo>
                  <a:lnTo>
                    <a:pt x="1148981" y="744270"/>
                  </a:lnTo>
                  <a:lnTo>
                    <a:pt x="1148981" y="735533"/>
                  </a:lnTo>
                  <a:close/>
                </a:path>
                <a:path w="3212465" h="1480185">
                  <a:moveTo>
                    <a:pt x="1984603" y="735533"/>
                  </a:moveTo>
                  <a:lnTo>
                    <a:pt x="1949780" y="735533"/>
                  </a:lnTo>
                  <a:lnTo>
                    <a:pt x="1949780" y="744270"/>
                  </a:lnTo>
                  <a:lnTo>
                    <a:pt x="1984603" y="744270"/>
                  </a:lnTo>
                  <a:lnTo>
                    <a:pt x="1984603" y="735533"/>
                  </a:lnTo>
                  <a:close/>
                </a:path>
                <a:path w="3212465" h="1480185">
                  <a:moveTo>
                    <a:pt x="2054237" y="735533"/>
                  </a:moveTo>
                  <a:lnTo>
                    <a:pt x="2019414" y="735533"/>
                  </a:lnTo>
                  <a:lnTo>
                    <a:pt x="2019414" y="744270"/>
                  </a:lnTo>
                  <a:lnTo>
                    <a:pt x="2054237" y="744270"/>
                  </a:lnTo>
                  <a:lnTo>
                    <a:pt x="2054237" y="735533"/>
                  </a:lnTo>
                  <a:close/>
                </a:path>
                <a:path w="3212465" h="1480185">
                  <a:moveTo>
                    <a:pt x="2123871" y="735533"/>
                  </a:moveTo>
                  <a:lnTo>
                    <a:pt x="2089048" y="735533"/>
                  </a:lnTo>
                  <a:lnTo>
                    <a:pt x="2089048" y="744270"/>
                  </a:lnTo>
                  <a:lnTo>
                    <a:pt x="2123871" y="744270"/>
                  </a:lnTo>
                  <a:lnTo>
                    <a:pt x="2123871" y="735533"/>
                  </a:lnTo>
                  <a:close/>
                </a:path>
                <a:path w="3212465" h="1480185">
                  <a:moveTo>
                    <a:pt x="2193506" y="735533"/>
                  </a:moveTo>
                  <a:lnTo>
                    <a:pt x="2158682" y="735533"/>
                  </a:lnTo>
                  <a:lnTo>
                    <a:pt x="2158682" y="744270"/>
                  </a:lnTo>
                  <a:lnTo>
                    <a:pt x="2193506" y="744270"/>
                  </a:lnTo>
                  <a:lnTo>
                    <a:pt x="2193506" y="735533"/>
                  </a:lnTo>
                  <a:close/>
                </a:path>
                <a:path w="3212465" h="1480185">
                  <a:moveTo>
                    <a:pt x="2263140" y="735533"/>
                  </a:moveTo>
                  <a:lnTo>
                    <a:pt x="2228329" y="735533"/>
                  </a:lnTo>
                  <a:lnTo>
                    <a:pt x="2228329" y="744270"/>
                  </a:lnTo>
                  <a:lnTo>
                    <a:pt x="2263140" y="744270"/>
                  </a:lnTo>
                  <a:lnTo>
                    <a:pt x="2263140" y="735533"/>
                  </a:lnTo>
                  <a:close/>
                </a:path>
                <a:path w="3212465" h="1480185">
                  <a:moveTo>
                    <a:pt x="2332774" y="735533"/>
                  </a:moveTo>
                  <a:lnTo>
                    <a:pt x="2297963" y="735533"/>
                  </a:lnTo>
                  <a:lnTo>
                    <a:pt x="2297963" y="744270"/>
                  </a:lnTo>
                  <a:lnTo>
                    <a:pt x="2332774" y="744270"/>
                  </a:lnTo>
                  <a:lnTo>
                    <a:pt x="2332774" y="735533"/>
                  </a:lnTo>
                  <a:close/>
                </a:path>
                <a:path w="3212465" h="1480185">
                  <a:moveTo>
                    <a:pt x="2402408" y="735533"/>
                  </a:moveTo>
                  <a:lnTo>
                    <a:pt x="2367597" y="735533"/>
                  </a:lnTo>
                  <a:lnTo>
                    <a:pt x="2367597" y="744270"/>
                  </a:lnTo>
                  <a:lnTo>
                    <a:pt x="2402408" y="744270"/>
                  </a:lnTo>
                  <a:lnTo>
                    <a:pt x="2402408" y="735533"/>
                  </a:lnTo>
                  <a:close/>
                </a:path>
                <a:path w="3212465" h="1480185">
                  <a:moveTo>
                    <a:pt x="2472042" y="735533"/>
                  </a:moveTo>
                  <a:lnTo>
                    <a:pt x="2437231" y="735533"/>
                  </a:lnTo>
                  <a:lnTo>
                    <a:pt x="2437231" y="744270"/>
                  </a:lnTo>
                  <a:lnTo>
                    <a:pt x="2472042" y="744270"/>
                  </a:lnTo>
                  <a:lnTo>
                    <a:pt x="2472042" y="735533"/>
                  </a:lnTo>
                  <a:close/>
                </a:path>
                <a:path w="3212465" h="1480185">
                  <a:moveTo>
                    <a:pt x="2541676" y="735533"/>
                  </a:moveTo>
                  <a:lnTo>
                    <a:pt x="2506865" y="735533"/>
                  </a:lnTo>
                  <a:lnTo>
                    <a:pt x="2506865" y="744270"/>
                  </a:lnTo>
                  <a:lnTo>
                    <a:pt x="2541676" y="744270"/>
                  </a:lnTo>
                  <a:lnTo>
                    <a:pt x="2541676" y="735533"/>
                  </a:lnTo>
                  <a:close/>
                </a:path>
                <a:path w="3212465" h="1480185">
                  <a:moveTo>
                    <a:pt x="2611310" y="735533"/>
                  </a:moveTo>
                  <a:lnTo>
                    <a:pt x="2576499" y="735533"/>
                  </a:lnTo>
                  <a:lnTo>
                    <a:pt x="2576499" y="744270"/>
                  </a:lnTo>
                  <a:lnTo>
                    <a:pt x="2611310" y="744270"/>
                  </a:lnTo>
                  <a:lnTo>
                    <a:pt x="2611310" y="735533"/>
                  </a:lnTo>
                  <a:close/>
                </a:path>
                <a:path w="3212465" h="1480185">
                  <a:moveTo>
                    <a:pt x="2680957" y="735533"/>
                  </a:moveTo>
                  <a:lnTo>
                    <a:pt x="2646134" y="735533"/>
                  </a:lnTo>
                  <a:lnTo>
                    <a:pt x="2646134" y="744270"/>
                  </a:lnTo>
                  <a:lnTo>
                    <a:pt x="2680957" y="744270"/>
                  </a:lnTo>
                  <a:lnTo>
                    <a:pt x="2680957" y="735533"/>
                  </a:lnTo>
                  <a:close/>
                </a:path>
                <a:path w="3212465" h="1480185">
                  <a:moveTo>
                    <a:pt x="2750591" y="735533"/>
                  </a:moveTo>
                  <a:lnTo>
                    <a:pt x="2715768" y="735533"/>
                  </a:lnTo>
                  <a:lnTo>
                    <a:pt x="2715768" y="744270"/>
                  </a:lnTo>
                  <a:lnTo>
                    <a:pt x="2750591" y="744270"/>
                  </a:lnTo>
                  <a:lnTo>
                    <a:pt x="2750591" y="735533"/>
                  </a:lnTo>
                  <a:close/>
                </a:path>
                <a:path w="3212465" h="1480185">
                  <a:moveTo>
                    <a:pt x="2820225" y="735533"/>
                  </a:moveTo>
                  <a:lnTo>
                    <a:pt x="2785402" y="735533"/>
                  </a:lnTo>
                  <a:lnTo>
                    <a:pt x="2785402" y="744270"/>
                  </a:lnTo>
                  <a:lnTo>
                    <a:pt x="2820225" y="744270"/>
                  </a:lnTo>
                  <a:lnTo>
                    <a:pt x="2820225" y="735533"/>
                  </a:lnTo>
                  <a:close/>
                </a:path>
                <a:path w="3212465" h="1480185">
                  <a:moveTo>
                    <a:pt x="2889859" y="735533"/>
                  </a:moveTo>
                  <a:lnTo>
                    <a:pt x="2855036" y="735533"/>
                  </a:lnTo>
                  <a:lnTo>
                    <a:pt x="2855036" y="744270"/>
                  </a:lnTo>
                  <a:lnTo>
                    <a:pt x="2889859" y="744270"/>
                  </a:lnTo>
                  <a:lnTo>
                    <a:pt x="2889859" y="735533"/>
                  </a:lnTo>
                  <a:close/>
                </a:path>
                <a:path w="3212465" h="1480185">
                  <a:moveTo>
                    <a:pt x="2959493" y="735533"/>
                  </a:moveTo>
                  <a:lnTo>
                    <a:pt x="2924670" y="735533"/>
                  </a:lnTo>
                  <a:lnTo>
                    <a:pt x="2924670" y="744270"/>
                  </a:lnTo>
                  <a:lnTo>
                    <a:pt x="2959493" y="744270"/>
                  </a:lnTo>
                  <a:lnTo>
                    <a:pt x="2959493" y="735533"/>
                  </a:lnTo>
                  <a:close/>
                </a:path>
                <a:path w="3212465" h="1480185">
                  <a:moveTo>
                    <a:pt x="3029127" y="735533"/>
                  </a:moveTo>
                  <a:lnTo>
                    <a:pt x="2994304" y="735533"/>
                  </a:lnTo>
                  <a:lnTo>
                    <a:pt x="2994304" y="744270"/>
                  </a:lnTo>
                  <a:lnTo>
                    <a:pt x="3029127" y="744270"/>
                  </a:lnTo>
                  <a:lnTo>
                    <a:pt x="3029127" y="735533"/>
                  </a:lnTo>
                  <a:close/>
                </a:path>
                <a:path w="3212465" h="1480185">
                  <a:moveTo>
                    <a:pt x="3098762" y="735533"/>
                  </a:moveTo>
                  <a:lnTo>
                    <a:pt x="3063951" y="735533"/>
                  </a:lnTo>
                  <a:lnTo>
                    <a:pt x="3063951" y="744270"/>
                  </a:lnTo>
                  <a:lnTo>
                    <a:pt x="3098762" y="744270"/>
                  </a:lnTo>
                  <a:lnTo>
                    <a:pt x="3098762" y="735533"/>
                  </a:lnTo>
                  <a:close/>
                </a:path>
                <a:path w="3212465" h="1480185">
                  <a:moveTo>
                    <a:pt x="3168396" y="735533"/>
                  </a:moveTo>
                  <a:lnTo>
                    <a:pt x="3133585" y="735533"/>
                  </a:lnTo>
                  <a:lnTo>
                    <a:pt x="3133585" y="744270"/>
                  </a:lnTo>
                  <a:lnTo>
                    <a:pt x="3168396" y="744270"/>
                  </a:lnTo>
                  <a:lnTo>
                    <a:pt x="3168396" y="735533"/>
                  </a:lnTo>
                  <a:close/>
                </a:path>
                <a:path w="3212465" h="1480185">
                  <a:moveTo>
                    <a:pt x="3212046" y="1471041"/>
                  </a:moveTo>
                  <a:lnTo>
                    <a:pt x="3203219" y="1471041"/>
                  </a:lnTo>
                  <a:lnTo>
                    <a:pt x="3203219" y="1479765"/>
                  </a:lnTo>
                  <a:lnTo>
                    <a:pt x="3212046" y="1479765"/>
                  </a:lnTo>
                  <a:lnTo>
                    <a:pt x="3212046" y="1471041"/>
                  </a:lnTo>
                  <a:close/>
                </a:path>
                <a:path w="3212465" h="1480185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70"/>
                  </a:lnTo>
                  <a:lnTo>
                    <a:pt x="3212046" y="744270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08627" y="134657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38987" y="606691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5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5">
                  <a:moveTo>
                    <a:pt x="3212046" y="735520"/>
                  </a:moveTo>
                  <a:lnTo>
                    <a:pt x="3203219" y="735520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2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08627" y="61104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980643" y="606691"/>
              <a:ext cx="3070860" cy="3093720"/>
            </a:xfrm>
            <a:custGeom>
              <a:avLst/>
              <a:gdLst/>
              <a:ahLst/>
              <a:cxnLst/>
              <a:rect l="l" t="t" r="r" b="b"/>
              <a:pathLst>
                <a:path w="3070860" h="3093720">
                  <a:moveTo>
                    <a:pt x="8712" y="3058655"/>
                  </a:moveTo>
                  <a:lnTo>
                    <a:pt x="0" y="3058655"/>
                  </a:lnTo>
                  <a:lnTo>
                    <a:pt x="0" y="3093567"/>
                  </a:lnTo>
                  <a:lnTo>
                    <a:pt x="8712" y="3093567"/>
                  </a:lnTo>
                  <a:lnTo>
                    <a:pt x="8712" y="3058655"/>
                  </a:lnTo>
                  <a:close/>
                </a:path>
                <a:path w="3070860" h="3093720">
                  <a:moveTo>
                    <a:pt x="3070390" y="0"/>
                  </a:moveTo>
                  <a:lnTo>
                    <a:pt x="3061563" y="0"/>
                  </a:lnTo>
                  <a:lnTo>
                    <a:pt x="3061563" y="8724"/>
                  </a:lnTo>
                  <a:lnTo>
                    <a:pt x="3070390" y="8724"/>
                  </a:lnTo>
                  <a:lnTo>
                    <a:pt x="30703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85007" y="463930"/>
              <a:ext cx="0" cy="3166745"/>
            </a:xfrm>
            <a:custGeom>
              <a:avLst/>
              <a:gdLst/>
              <a:ahLst/>
              <a:cxnLst/>
              <a:rect l="l" t="t" r="r" b="b"/>
              <a:pathLst>
                <a:path w="0" h="3166745">
                  <a:moveTo>
                    <a:pt x="0" y="0"/>
                  </a:moveTo>
                  <a:lnTo>
                    <a:pt x="0" y="3166498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15020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40673" y="463930"/>
              <a:ext cx="8890" cy="3236595"/>
            </a:xfrm>
            <a:custGeom>
              <a:avLst/>
              <a:gdLst/>
              <a:ahLst/>
              <a:cxnLst/>
              <a:rect l="l" t="t" r="r" b="b"/>
              <a:pathLst>
                <a:path w="8889" h="3236595">
                  <a:moveTo>
                    <a:pt x="8699" y="3201416"/>
                  </a:moveTo>
                  <a:lnTo>
                    <a:pt x="0" y="3201416"/>
                  </a:lnTo>
                  <a:lnTo>
                    <a:pt x="0" y="3236328"/>
                  </a:lnTo>
                  <a:lnTo>
                    <a:pt x="8699" y="3236328"/>
                  </a:lnTo>
                  <a:lnTo>
                    <a:pt x="8699" y="3201416"/>
                  </a:lnTo>
                  <a:close/>
                </a:path>
                <a:path w="8889" h="3236595">
                  <a:moveTo>
                    <a:pt x="8699" y="3131591"/>
                  </a:moveTo>
                  <a:lnTo>
                    <a:pt x="0" y="3131591"/>
                  </a:lnTo>
                  <a:lnTo>
                    <a:pt x="0" y="3166503"/>
                  </a:lnTo>
                  <a:lnTo>
                    <a:pt x="8699" y="3166503"/>
                  </a:lnTo>
                  <a:lnTo>
                    <a:pt x="8699" y="3131591"/>
                  </a:lnTo>
                  <a:close/>
                </a:path>
                <a:path w="8889" h="3236595">
                  <a:moveTo>
                    <a:pt x="8699" y="3061766"/>
                  </a:moveTo>
                  <a:lnTo>
                    <a:pt x="0" y="3061766"/>
                  </a:lnTo>
                  <a:lnTo>
                    <a:pt x="0" y="3096679"/>
                  </a:lnTo>
                  <a:lnTo>
                    <a:pt x="8699" y="3096679"/>
                  </a:lnTo>
                  <a:lnTo>
                    <a:pt x="8699" y="3061766"/>
                  </a:lnTo>
                  <a:close/>
                </a:path>
                <a:path w="8889" h="3236595">
                  <a:moveTo>
                    <a:pt x="8699" y="2991942"/>
                  </a:moveTo>
                  <a:lnTo>
                    <a:pt x="0" y="2991942"/>
                  </a:lnTo>
                  <a:lnTo>
                    <a:pt x="0" y="3026854"/>
                  </a:lnTo>
                  <a:lnTo>
                    <a:pt x="8699" y="3026854"/>
                  </a:lnTo>
                  <a:lnTo>
                    <a:pt x="8699" y="2991942"/>
                  </a:lnTo>
                  <a:close/>
                </a:path>
                <a:path w="8889" h="3236595">
                  <a:moveTo>
                    <a:pt x="8699" y="2922117"/>
                  </a:moveTo>
                  <a:lnTo>
                    <a:pt x="0" y="2922117"/>
                  </a:lnTo>
                  <a:lnTo>
                    <a:pt x="0" y="2957030"/>
                  </a:lnTo>
                  <a:lnTo>
                    <a:pt x="8699" y="2957030"/>
                  </a:lnTo>
                  <a:lnTo>
                    <a:pt x="8699" y="2922117"/>
                  </a:lnTo>
                  <a:close/>
                </a:path>
                <a:path w="8889" h="3236595">
                  <a:moveTo>
                    <a:pt x="8699" y="2852293"/>
                  </a:moveTo>
                  <a:lnTo>
                    <a:pt x="0" y="2852293"/>
                  </a:lnTo>
                  <a:lnTo>
                    <a:pt x="0" y="2887205"/>
                  </a:lnTo>
                  <a:lnTo>
                    <a:pt x="8699" y="2887205"/>
                  </a:lnTo>
                  <a:lnTo>
                    <a:pt x="8699" y="2852293"/>
                  </a:lnTo>
                  <a:close/>
                </a:path>
                <a:path w="8889" h="3236595">
                  <a:moveTo>
                    <a:pt x="8699" y="2782481"/>
                  </a:moveTo>
                  <a:lnTo>
                    <a:pt x="0" y="2782481"/>
                  </a:lnTo>
                  <a:lnTo>
                    <a:pt x="0" y="2817393"/>
                  </a:lnTo>
                  <a:lnTo>
                    <a:pt x="8699" y="2817393"/>
                  </a:lnTo>
                  <a:lnTo>
                    <a:pt x="8699" y="2782481"/>
                  </a:lnTo>
                  <a:close/>
                </a:path>
                <a:path w="8889" h="3236595">
                  <a:moveTo>
                    <a:pt x="8699" y="2712656"/>
                  </a:moveTo>
                  <a:lnTo>
                    <a:pt x="0" y="2712656"/>
                  </a:lnTo>
                  <a:lnTo>
                    <a:pt x="0" y="2747568"/>
                  </a:lnTo>
                  <a:lnTo>
                    <a:pt x="8699" y="2747568"/>
                  </a:lnTo>
                  <a:lnTo>
                    <a:pt x="8699" y="2712656"/>
                  </a:lnTo>
                  <a:close/>
                </a:path>
                <a:path w="8889" h="3236595">
                  <a:moveTo>
                    <a:pt x="8699" y="2642832"/>
                  </a:moveTo>
                  <a:lnTo>
                    <a:pt x="0" y="2642832"/>
                  </a:lnTo>
                  <a:lnTo>
                    <a:pt x="0" y="2677744"/>
                  </a:lnTo>
                  <a:lnTo>
                    <a:pt x="8699" y="2677744"/>
                  </a:lnTo>
                  <a:lnTo>
                    <a:pt x="8699" y="2642832"/>
                  </a:lnTo>
                  <a:close/>
                </a:path>
                <a:path w="8889" h="3236595">
                  <a:moveTo>
                    <a:pt x="8699" y="2573007"/>
                  </a:moveTo>
                  <a:lnTo>
                    <a:pt x="0" y="2573007"/>
                  </a:lnTo>
                  <a:lnTo>
                    <a:pt x="0" y="2607919"/>
                  </a:lnTo>
                  <a:lnTo>
                    <a:pt x="8699" y="2607919"/>
                  </a:lnTo>
                  <a:lnTo>
                    <a:pt x="8699" y="2573007"/>
                  </a:lnTo>
                  <a:close/>
                </a:path>
                <a:path w="8889" h="3236595">
                  <a:moveTo>
                    <a:pt x="8699" y="2503182"/>
                  </a:moveTo>
                  <a:lnTo>
                    <a:pt x="0" y="2503182"/>
                  </a:lnTo>
                  <a:lnTo>
                    <a:pt x="0" y="2538095"/>
                  </a:lnTo>
                  <a:lnTo>
                    <a:pt x="8699" y="2538095"/>
                  </a:lnTo>
                  <a:lnTo>
                    <a:pt x="8699" y="2503182"/>
                  </a:lnTo>
                  <a:close/>
                </a:path>
                <a:path w="8889" h="3236595">
                  <a:moveTo>
                    <a:pt x="8699" y="2433358"/>
                  </a:moveTo>
                  <a:lnTo>
                    <a:pt x="0" y="2433358"/>
                  </a:lnTo>
                  <a:lnTo>
                    <a:pt x="0" y="2468270"/>
                  </a:lnTo>
                  <a:lnTo>
                    <a:pt x="8699" y="2468270"/>
                  </a:lnTo>
                  <a:lnTo>
                    <a:pt x="8699" y="2433358"/>
                  </a:lnTo>
                  <a:close/>
                </a:path>
                <a:path w="8889" h="3236595">
                  <a:moveTo>
                    <a:pt x="8699" y="2363533"/>
                  </a:moveTo>
                  <a:lnTo>
                    <a:pt x="0" y="2363533"/>
                  </a:lnTo>
                  <a:lnTo>
                    <a:pt x="0" y="2398445"/>
                  </a:lnTo>
                  <a:lnTo>
                    <a:pt x="8699" y="2398445"/>
                  </a:lnTo>
                  <a:lnTo>
                    <a:pt x="8699" y="2363533"/>
                  </a:lnTo>
                  <a:close/>
                </a:path>
                <a:path w="8889" h="3236595">
                  <a:moveTo>
                    <a:pt x="8699" y="2293709"/>
                  </a:moveTo>
                  <a:lnTo>
                    <a:pt x="0" y="2293709"/>
                  </a:lnTo>
                  <a:lnTo>
                    <a:pt x="0" y="2328621"/>
                  </a:lnTo>
                  <a:lnTo>
                    <a:pt x="8699" y="2328621"/>
                  </a:lnTo>
                  <a:lnTo>
                    <a:pt x="8699" y="2293709"/>
                  </a:lnTo>
                  <a:close/>
                </a:path>
                <a:path w="8889" h="3236595">
                  <a:moveTo>
                    <a:pt x="8699" y="2223884"/>
                  </a:moveTo>
                  <a:lnTo>
                    <a:pt x="0" y="2223884"/>
                  </a:lnTo>
                  <a:lnTo>
                    <a:pt x="0" y="2258796"/>
                  </a:lnTo>
                  <a:lnTo>
                    <a:pt x="8699" y="2258796"/>
                  </a:lnTo>
                  <a:lnTo>
                    <a:pt x="8699" y="2223884"/>
                  </a:lnTo>
                  <a:close/>
                </a:path>
                <a:path w="8889" h="3236595">
                  <a:moveTo>
                    <a:pt x="8699" y="2154059"/>
                  </a:moveTo>
                  <a:lnTo>
                    <a:pt x="0" y="2154059"/>
                  </a:lnTo>
                  <a:lnTo>
                    <a:pt x="0" y="2188972"/>
                  </a:lnTo>
                  <a:lnTo>
                    <a:pt x="8699" y="2188972"/>
                  </a:lnTo>
                  <a:lnTo>
                    <a:pt x="8699" y="2154059"/>
                  </a:lnTo>
                  <a:close/>
                </a:path>
                <a:path w="8889" h="3236595">
                  <a:moveTo>
                    <a:pt x="8699" y="2084247"/>
                  </a:moveTo>
                  <a:lnTo>
                    <a:pt x="0" y="2084247"/>
                  </a:lnTo>
                  <a:lnTo>
                    <a:pt x="0" y="2119160"/>
                  </a:lnTo>
                  <a:lnTo>
                    <a:pt x="8699" y="2119160"/>
                  </a:lnTo>
                  <a:lnTo>
                    <a:pt x="8699" y="2084247"/>
                  </a:lnTo>
                  <a:close/>
                </a:path>
                <a:path w="8889" h="3236595">
                  <a:moveTo>
                    <a:pt x="8699" y="2014423"/>
                  </a:moveTo>
                  <a:lnTo>
                    <a:pt x="0" y="2014423"/>
                  </a:lnTo>
                  <a:lnTo>
                    <a:pt x="0" y="2049335"/>
                  </a:lnTo>
                  <a:lnTo>
                    <a:pt x="8699" y="2049335"/>
                  </a:lnTo>
                  <a:lnTo>
                    <a:pt x="8699" y="2014423"/>
                  </a:lnTo>
                  <a:close/>
                </a:path>
                <a:path w="8889" h="3236595">
                  <a:moveTo>
                    <a:pt x="8699" y="1176540"/>
                  </a:moveTo>
                  <a:lnTo>
                    <a:pt x="0" y="1176540"/>
                  </a:lnTo>
                  <a:lnTo>
                    <a:pt x="0" y="1211453"/>
                  </a:lnTo>
                  <a:lnTo>
                    <a:pt x="8699" y="1211453"/>
                  </a:lnTo>
                  <a:lnTo>
                    <a:pt x="8699" y="1176540"/>
                  </a:lnTo>
                  <a:close/>
                </a:path>
                <a:path w="8889" h="3236595">
                  <a:moveTo>
                    <a:pt x="8699" y="1106716"/>
                  </a:moveTo>
                  <a:lnTo>
                    <a:pt x="0" y="1106716"/>
                  </a:lnTo>
                  <a:lnTo>
                    <a:pt x="0" y="1141628"/>
                  </a:lnTo>
                  <a:lnTo>
                    <a:pt x="8699" y="1141628"/>
                  </a:lnTo>
                  <a:lnTo>
                    <a:pt x="8699" y="1106716"/>
                  </a:lnTo>
                  <a:close/>
                </a:path>
                <a:path w="8889" h="3236595">
                  <a:moveTo>
                    <a:pt x="8699" y="1036891"/>
                  </a:moveTo>
                  <a:lnTo>
                    <a:pt x="0" y="1036891"/>
                  </a:lnTo>
                  <a:lnTo>
                    <a:pt x="0" y="1071803"/>
                  </a:lnTo>
                  <a:lnTo>
                    <a:pt x="8699" y="1071803"/>
                  </a:lnTo>
                  <a:lnTo>
                    <a:pt x="8699" y="1036891"/>
                  </a:lnTo>
                  <a:close/>
                </a:path>
                <a:path w="8889" h="3236595">
                  <a:moveTo>
                    <a:pt x="8699" y="967066"/>
                  </a:moveTo>
                  <a:lnTo>
                    <a:pt x="0" y="967066"/>
                  </a:lnTo>
                  <a:lnTo>
                    <a:pt x="0" y="1001979"/>
                  </a:lnTo>
                  <a:lnTo>
                    <a:pt x="8699" y="1001979"/>
                  </a:lnTo>
                  <a:lnTo>
                    <a:pt x="8699" y="967066"/>
                  </a:lnTo>
                  <a:close/>
                </a:path>
                <a:path w="8889" h="3236595">
                  <a:moveTo>
                    <a:pt x="8699" y="897242"/>
                  </a:moveTo>
                  <a:lnTo>
                    <a:pt x="0" y="897242"/>
                  </a:lnTo>
                  <a:lnTo>
                    <a:pt x="0" y="932154"/>
                  </a:lnTo>
                  <a:lnTo>
                    <a:pt x="8699" y="932154"/>
                  </a:lnTo>
                  <a:lnTo>
                    <a:pt x="8699" y="897242"/>
                  </a:lnTo>
                  <a:close/>
                </a:path>
                <a:path w="8889" h="3236595">
                  <a:moveTo>
                    <a:pt x="8699" y="827417"/>
                  </a:moveTo>
                  <a:lnTo>
                    <a:pt x="0" y="827417"/>
                  </a:lnTo>
                  <a:lnTo>
                    <a:pt x="0" y="862330"/>
                  </a:lnTo>
                  <a:lnTo>
                    <a:pt x="8699" y="862330"/>
                  </a:lnTo>
                  <a:lnTo>
                    <a:pt x="8699" y="827417"/>
                  </a:lnTo>
                  <a:close/>
                </a:path>
                <a:path w="8889" h="3236595">
                  <a:moveTo>
                    <a:pt x="8699" y="757593"/>
                  </a:moveTo>
                  <a:lnTo>
                    <a:pt x="0" y="757593"/>
                  </a:lnTo>
                  <a:lnTo>
                    <a:pt x="0" y="792505"/>
                  </a:lnTo>
                  <a:lnTo>
                    <a:pt x="8699" y="792505"/>
                  </a:lnTo>
                  <a:lnTo>
                    <a:pt x="8699" y="757593"/>
                  </a:lnTo>
                  <a:close/>
                </a:path>
                <a:path w="8889" h="3236595">
                  <a:moveTo>
                    <a:pt x="8699" y="687781"/>
                  </a:moveTo>
                  <a:lnTo>
                    <a:pt x="0" y="687781"/>
                  </a:lnTo>
                  <a:lnTo>
                    <a:pt x="0" y="722693"/>
                  </a:lnTo>
                  <a:lnTo>
                    <a:pt x="8699" y="722693"/>
                  </a:lnTo>
                  <a:lnTo>
                    <a:pt x="8699" y="687781"/>
                  </a:lnTo>
                  <a:close/>
                </a:path>
                <a:path w="8889" h="3236595">
                  <a:moveTo>
                    <a:pt x="8699" y="617956"/>
                  </a:moveTo>
                  <a:lnTo>
                    <a:pt x="0" y="617956"/>
                  </a:lnTo>
                  <a:lnTo>
                    <a:pt x="0" y="652868"/>
                  </a:lnTo>
                  <a:lnTo>
                    <a:pt x="8699" y="652868"/>
                  </a:lnTo>
                  <a:lnTo>
                    <a:pt x="8699" y="617956"/>
                  </a:lnTo>
                  <a:close/>
                </a:path>
                <a:path w="8889" h="3236595">
                  <a:moveTo>
                    <a:pt x="8699" y="548132"/>
                  </a:moveTo>
                  <a:lnTo>
                    <a:pt x="0" y="548132"/>
                  </a:lnTo>
                  <a:lnTo>
                    <a:pt x="0" y="583044"/>
                  </a:lnTo>
                  <a:lnTo>
                    <a:pt x="8699" y="583044"/>
                  </a:lnTo>
                  <a:lnTo>
                    <a:pt x="8699" y="548132"/>
                  </a:lnTo>
                  <a:close/>
                </a:path>
                <a:path w="8889" h="3236595">
                  <a:moveTo>
                    <a:pt x="8699" y="478307"/>
                  </a:moveTo>
                  <a:lnTo>
                    <a:pt x="0" y="478307"/>
                  </a:lnTo>
                  <a:lnTo>
                    <a:pt x="0" y="513219"/>
                  </a:lnTo>
                  <a:lnTo>
                    <a:pt x="8699" y="513219"/>
                  </a:lnTo>
                  <a:lnTo>
                    <a:pt x="8699" y="478307"/>
                  </a:lnTo>
                  <a:close/>
                </a:path>
                <a:path w="8889" h="3236595">
                  <a:moveTo>
                    <a:pt x="8699" y="408482"/>
                  </a:moveTo>
                  <a:lnTo>
                    <a:pt x="0" y="408482"/>
                  </a:lnTo>
                  <a:lnTo>
                    <a:pt x="0" y="443395"/>
                  </a:lnTo>
                  <a:lnTo>
                    <a:pt x="8699" y="443395"/>
                  </a:lnTo>
                  <a:lnTo>
                    <a:pt x="8699" y="408482"/>
                  </a:lnTo>
                  <a:close/>
                </a:path>
                <a:path w="8889" h="3236595">
                  <a:moveTo>
                    <a:pt x="8699" y="338658"/>
                  </a:moveTo>
                  <a:lnTo>
                    <a:pt x="0" y="338658"/>
                  </a:lnTo>
                  <a:lnTo>
                    <a:pt x="0" y="373570"/>
                  </a:lnTo>
                  <a:lnTo>
                    <a:pt x="8699" y="373570"/>
                  </a:lnTo>
                  <a:lnTo>
                    <a:pt x="8699" y="338658"/>
                  </a:lnTo>
                  <a:close/>
                </a:path>
                <a:path w="8889" h="3236595">
                  <a:moveTo>
                    <a:pt x="8699" y="268833"/>
                  </a:moveTo>
                  <a:lnTo>
                    <a:pt x="0" y="268833"/>
                  </a:lnTo>
                  <a:lnTo>
                    <a:pt x="0" y="303745"/>
                  </a:lnTo>
                  <a:lnTo>
                    <a:pt x="8699" y="303745"/>
                  </a:lnTo>
                  <a:lnTo>
                    <a:pt x="8699" y="268833"/>
                  </a:lnTo>
                  <a:close/>
                </a:path>
                <a:path w="8889" h="3236595">
                  <a:moveTo>
                    <a:pt x="8699" y="199009"/>
                  </a:moveTo>
                  <a:lnTo>
                    <a:pt x="0" y="199009"/>
                  </a:lnTo>
                  <a:lnTo>
                    <a:pt x="0" y="233921"/>
                  </a:lnTo>
                  <a:lnTo>
                    <a:pt x="8699" y="233921"/>
                  </a:lnTo>
                  <a:lnTo>
                    <a:pt x="8699" y="199009"/>
                  </a:lnTo>
                  <a:close/>
                </a:path>
                <a:path w="8889" h="3236595">
                  <a:moveTo>
                    <a:pt x="8699" y="129184"/>
                  </a:moveTo>
                  <a:lnTo>
                    <a:pt x="0" y="129184"/>
                  </a:lnTo>
                  <a:lnTo>
                    <a:pt x="0" y="164096"/>
                  </a:lnTo>
                  <a:lnTo>
                    <a:pt x="8699" y="164096"/>
                  </a:lnTo>
                  <a:lnTo>
                    <a:pt x="8699" y="129184"/>
                  </a:lnTo>
                  <a:close/>
                </a:path>
                <a:path w="8889" h="3236595">
                  <a:moveTo>
                    <a:pt x="8699" y="59359"/>
                  </a:moveTo>
                  <a:lnTo>
                    <a:pt x="0" y="59359"/>
                  </a:lnTo>
                  <a:lnTo>
                    <a:pt x="0" y="94272"/>
                  </a:lnTo>
                  <a:lnTo>
                    <a:pt x="8699" y="94272"/>
                  </a:lnTo>
                  <a:lnTo>
                    <a:pt x="8699" y="59359"/>
                  </a:lnTo>
                  <a:close/>
                </a:path>
                <a:path w="8889" h="3236595">
                  <a:moveTo>
                    <a:pt x="8699" y="0"/>
                  </a:moveTo>
                  <a:lnTo>
                    <a:pt x="0" y="0"/>
                  </a:lnTo>
                  <a:lnTo>
                    <a:pt x="0" y="24460"/>
                  </a:lnTo>
                  <a:lnTo>
                    <a:pt x="8699" y="24460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175044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905056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5846" y="1663423"/>
              <a:ext cx="900878" cy="1104304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2694583" y="143919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694583" y="143919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194929" y="155020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194929" y="155020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269626" y="142657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269626" y="142657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537000" y="147588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537000" y="147588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352490" y="279996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352490" y="279996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2606439" y="262818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33" y="31969"/>
                  </a:move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73"/>
                  </a:lnTo>
                  <a:lnTo>
                    <a:pt x="15933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606439" y="262818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67" y="15984"/>
                  </a:moveTo>
                  <a:lnTo>
                    <a:pt x="26887" y="27973"/>
                  </a:lnTo>
                  <a:lnTo>
                    <a:pt x="15933" y="31969"/>
                  </a:ln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814945" y="149767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814945" y="149767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870171" y="155717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33" y="31993"/>
                  </a:moveTo>
                  <a:lnTo>
                    <a:pt x="4979" y="27991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91"/>
                  </a:lnTo>
                  <a:lnTo>
                    <a:pt x="15933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870171" y="155717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67" y="15984"/>
                  </a:moveTo>
                  <a:lnTo>
                    <a:pt x="26887" y="27991"/>
                  </a:lnTo>
                  <a:lnTo>
                    <a:pt x="15933" y="31993"/>
                  </a:lnTo>
                  <a:lnTo>
                    <a:pt x="4979" y="27991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505388" y="131301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505388" y="1313016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985498" y="132995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985498" y="132995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851698" y="214499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51698" y="214499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38992" y="463898"/>
              <a:ext cx="3212465" cy="3236595"/>
            </a:xfrm>
            <a:custGeom>
              <a:avLst/>
              <a:gdLst/>
              <a:ahLst/>
              <a:cxnLst/>
              <a:rect l="l" t="t" r="r" b="b"/>
              <a:pathLst>
                <a:path w="3212465" h="3236595">
                  <a:moveTo>
                    <a:pt x="0" y="3236353"/>
                  </a:moveTo>
                  <a:lnTo>
                    <a:pt x="3212047" y="3236353"/>
                  </a:lnTo>
                  <a:lnTo>
                    <a:pt x="3212047" y="0"/>
                  </a:lnTo>
                  <a:lnTo>
                    <a:pt x="0" y="0"/>
                  </a:lnTo>
                  <a:lnTo>
                    <a:pt x="0" y="3236353"/>
                  </a:lnTo>
                  <a:close/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20572" y="2056777"/>
              <a:ext cx="74930" cy="1522095"/>
            </a:xfrm>
            <a:custGeom>
              <a:avLst/>
              <a:gdLst/>
              <a:ahLst/>
              <a:cxnLst/>
              <a:rect l="l" t="t" r="r" b="b"/>
              <a:pathLst>
                <a:path w="74929" h="1522095">
                  <a:moveTo>
                    <a:pt x="34632" y="780237"/>
                  </a:moveTo>
                  <a:lnTo>
                    <a:pt x="8890" y="780237"/>
                  </a:lnTo>
                  <a:lnTo>
                    <a:pt x="10388" y="777519"/>
                  </a:lnTo>
                  <a:lnTo>
                    <a:pt x="13893" y="773455"/>
                  </a:lnTo>
                  <a:lnTo>
                    <a:pt x="19177" y="768858"/>
                  </a:lnTo>
                  <a:lnTo>
                    <a:pt x="28295" y="760742"/>
                  </a:lnTo>
                  <a:lnTo>
                    <a:pt x="33870" y="748284"/>
                  </a:lnTo>
                  <a:lnTo>
                    <a:pt x="33705" y="746391"/>
                  </a:lnTo>
                  <a:lnTo>
                    <a:pt x="19113" y="735368"/>
                  </a:lnTo>
                  <a:lnTo>
                    <a:pt x="16217" y="735431"/>
                  </a:lnTo>
                  <a:lnTo>
                    <a:pt x="2222" y="748309"/>
                  </a:lnTo>
                  <a:lnTo>
                    <a:pt x="8661" y="748919"/>
                  </a:lnTo>
                  <a:lnTo>
                    <a:pt x="8953" y="747356"/>
                  </a:lnTo>
                  <a:lnTo>
                    <a:pt x="9550" y="745629"/>
                  </a:lnTo>
                  <a:lnTo>
                    <a:pt x="19939" y="740638"/>
                  </a:lnTo>
                  <a:lnTo>
                    <a:pt x="21031" y="740829"/>
                  </a:lnTo>
                  <a:lnTo>
                    <a:pt x="27406" y="748728"/>
                  </a:lnTo>
                  <a:lnTo>
                    <a:pt x="27178" y="751446"/>
                  </a:lnTo>
                  <a:lnTo>
                    <a:pt x="26504" y="753554"/>
                  </a:lnTo>
                  <a:lnTo>
                    <a:pt x="24752" y="756424"/>
                  </a:lnTo>
                  <a:lnTo>
                    <a:pt x="21920" y="759561"/>
                  </a:lnTo>
                  <a:lnTo>
                    <a:pt x="11150" y="768731"/>
                  </a:lnTo>
                  <a:lnTo>
                    <a:pt x="7327" y="772655"/>
                  </a:lnTo>
                  <a:lnTo>
                    <a:pt x="4356" y="776554"/>
                  </a:lnTo>
                  <a:lnTo>
                    <a:pt x="3086" y="778764"/>
                  </a:lnTo>
                  <a:lnTo>
                    <a:pt x="1943" y="781164"/>
                  </a:lnTo>
                  <a:lnTo>
                    <a:pt x="1943" y="785596"/>
                  </a:lnTo>
                  <a:lnTo>
                    <a:pt x="34632" y="785596"/>
                  </a:lnTo>
                  <a:lnTo>
                    <a:pt x="34632" y="780237"/>
                  </a:lnTo>
                  <a:close/>
                </a:path>
                <a:path w="74929" h="1522095">
                  <a:moveTo>
                    <a:pt x="36169" y="33769"/>
                  </a:moveTo>
                  <a:lnTo>
                    <a:pt x="29222" y="33769"/>
                  </a:lnTo>
                  <a:lnTo>
                    <a:pt x="29222" y="7696"/>
                  </a:lnTo>
                  <a:lnTo>
                    <a:pt x="29222" y="571"/>
                  </a:lnTo>
                  <a:lnTo>
                    <a:pt x="23253" y="571"/>
                  </a:lnTo>
                  <a:lnTo>
                    <a:pt x="23253" y="7696"/>
                  </a:lnTo>
                  <a:lnTo>
                    <a:pt x="23253" y="33769"/>
                  </a:lnTo>
                  <a:lnTo>
                    <a:pt x="5892" y="33769"/>
                  </a:lnTo>
                  <a:lnTo>
                    <a:pt x="5981" y="33642"/>
                  </a:lnTo>
                  <a:lnTo>
                    <a:pt x="6108" y="33515"/>
                  </a:lnTo>
                  <a:lnTo>
                    <a:pt x="7010" y="32359"/>
                  </a:lnTo>
                  <a:lnTo>
                    <a:pt x="8191" y="30708"/>
                  </a:lnTo>
                  <a:lnTo>
                    <a:pt x="8255" y="30581"/>
                  </a:lnTo>
                  <a:lnTo>
                    <a:pt x="21285" y="11303"/>
                  </a:lnTo>
                  <a:lnTo>
                    <a:pt x="21755" y="10414"/>
                  </a:lnTo>
                  <a:lnTo>
                    <a:pt x="21856" y="10287"/>
                  </a:lnTo>
                  <a:lnTo>
                    <a:pt x="22047" y="9906"/>
                  </a:lnTo>
                  <a:lnTo>
                    <a:pt x="22148" y="9779"/>
                  </a:lnTo>
                  <a:lnTo>
                    <a:pt x="22682" y="8813"/>
                  </a:lnTo>
                  <a:lnTo>
                    <a:pt x="22720" y="8686"/>
                  </a:lnTo>
                  <a:lnTo>
                    <a:pt x="23101" y="8013"/>
                  </a:lnTo>
                  <a:lnTo>
                    <a:pt x="23253" y="7696"/>
                  </a:lnTo>
                  <a:lnTo>
                    <a:pt x="23253" y="571"/>
                  </a:lnTo>
                  <a:lnTo>
                    <a:pt x="22593" y="571"/>
                  </a:lnTo>
                  <a:lnTo>
                    <a:pt x="127" y="33769"/>
                  </a:lnTo>
                  <a:lnTo>
                    <a:pt x="0" y="33769"/>
                  </a:lnTo>
                  <a:lnTo>
                    <a:pt x="0" y="38887"/>
                  </a:lnTo>
                  <a:lnTo>
                    <a:pt x="23253" y="38887"/>
                  </a:lnTo>
                  <a:lnTo>
                    <a:pt x="23253" y="50063"/>
                  </a:lnTo>
                  <a:lnTo>
                    <a:pt x="29222" y="50063"/>
                  </a:lnTo>
                  <a:lnTo>
                    <a:pt x="29222" y="38887"/>
                  </a:lnTo>
                  <a:lnTo>
                    <a:pt x="36169" y="38887"/>
                  </a:lnTo>
                  <a:lnTo>
                    <a:pt x="36169" y="33769"/>
                  </a:lnTo>
                  <a:close/>
                </a:path>
                <a:path w="74929" h="1522095">
                  <a:moveTo>
                    <a:pt x="74891" y="1488186"/>
                  </a:moveTo>
                  <a:lnTo>
                    <a:pt x="68643" y="1474304"/>
                  </a:lnTo>
                  <a:lnTo>
                    <a:pt x="68643" y="1489087"/>
                  </a:lnTo>
                  <a:lnTo>
                    <a:pt x="68605" y="1503464"/>
                  </a:lnTo>
                  <a:lnTo>
                    <a:pt x="68503" y="1504137"/>
                  </a:lnTo>
                  <a:lnTo>
                    <a:pt x="68478" y="1504327"/>
                  </a:lnTo>
                  <a:lnTo>
                    <a:pt x="68351" y="1505153"/>
                  </a:lnTo>
                  <a:lnTo>
                    <a:pt x="60579" y="1516430"/>
                  </a:lnTo>
                  <a:lnTo>
                    <a:pt x="55791" y="1516430"/>
                  </a:lnTo>
                  <a:lnTo>
                    <a:pt x="47891" y="1504327"/>
                  </a:lnTo>
                  <a:lnTo>
                    <a:pt x="47891" y="1488186"/>
                  </a:lnTo>
                  <a:lnTo>
                    <a:pt x="48158" y="1486560"/>
                  </a:lnTo>
                  <a:lnTo>
                    <a:pt x="48260" y="1486052"/>
                  </a:lnTo>
                  <a:lnTo>
                    <a:pt x="48323" y="1485785"/>
                  </a:lnTo>
                  <a:lnTo>
                    <a:pt x="48628" y="1484388"/>
                  </a:lnTo>
                  <a:lnTo>
                    <a:pt x="48742" y="1484007"/>
                  </a:lnTo>
                  <a:lnTo>
                    <a:pt x="49034" y="1483017"/>
                  </a:lnTo>
                  <a:lnTo>
                    <a:pt x="49453" y="1481861"/>
                  </a:lnTo>
                  <a:lnTo>
                    <a:pt x="55384" y="1476362"/>
                  </a:lnTo>
                  <a:lnTo>
                    <a:pt x="61175" y="1476362"/>
                  </a:lnTo>
                  <a:lnTo>
                    <a:pt x="68249" y="1486560"/>
                  </a:lnTo>
                  <a:lnTo>
                    <a:pt x="68414" y="1487360"/>
                  </a:lnTo>
                  <a:lnTo>
                    <a:pt x="68503" y="1488186"/>
                  </a:lnTo>
                  <a:lnTo>
                    <a:pt x="68643" y="1489087"/>
                  </a:lnTo>
                  <a:lnTo>
                    <a:pt x="68643" y="1474304"/>
                  </a:lnTo>
                  <a:lnTo>
                    <a:pt x="61112" y="1471066"/>
                  </a:lnTo>
                  <a:lnTo>
                    <a:pt x="55473" y="1471066"/>
                  </a:lnTo>
                  <a:lnTo>
                    <a:pt x="42265" y="1484388"/>
                  </a:lnTo>
                  <a:lnTo>
                    <a:pt x="41897" y="1486052"/>
                  </a:lnTo>
                  <a:lnTo>
                    <a:pt x="41808" y="1486560"/>
                  </a:lnTo>
                  <a:lnTo>
                    <a:pt x="41541" y="1488186"/>
                  </a:lnTo>
                  <a:lnTo>
                    <a:pt x="41554" y="1504327"/>
                  </a:lnTo>
                  <a:lnTo>
                    <a:pt x="55321" y="1521637"/>
                  </a:lnTo>
                  <a:lnTo>
                    <a:pt x="60921" y="1521637"/>
                  </a:lnTo>
                  <a:lnTo>
                    <a:pt x="70916" y="1515440"/>
                  </a:lnTo>
                  <a:lnTo>
                    <a:pt x="71666" y="1514297"/>
                  </a:lnTo>
                  <a:lnTo>
                    <a:pt x="74853" y="1504327"/>
                  </a:lnTo>
                  <a:lnTo>
                    <a:pt x="74891" y="1488186"/>
                  </a:lnTo>
                  <a:close/>
                </a:path>
                <a:path w="74929" h="1522095">
                  <a:moveTo>
                    <a:pt x="74891" y="752652"/>
                  </a:moveTo>
                  <a:lnTo>
                    <a:pt x="71996" y="743102"/>
                  </a:lnTo>
                  <a:lnTo>
                    <a:pt x="71158" y="741667"/>
                  </a:lnTo>
                  <a:lnTo>
                    <a:pt x="68643" y="738771"/>
                  </a:lnTo>
                  <a:lnTo>
                    <a:pt x="68643" y="753554"/>
                  </a:lnTo>
                  <a:lnTo>
                    <a:pt x="68605" y="767930"/>
                  </a:lnTo>
                  <a:lnTo>
                    <a:pt x="68503" y="768604"/>
                  </a:lnTo>
                  <a:lnTo>
                    <a:pt x="68478" y="768794"/>
                  </a:lnTo>
                  <a:lnTo>
                    <a:pt x="68351" y="769620"/>
                  </a:lnTo>
                  <a:lnTo>
                    <a:pt x="60579" y="780897"/>
                  </a:lnTo>
                  <a:lnTo>
                    <a:pt x="55791" y="780897"/>
                  </a:lnTo>
                  <a:lnTo>
                    <a:pt x="47891" y="768794"/>
                  </a:lnTo>
                  <a:lnTo>
                    <a:pt x="47891" y="752652"/>
                  </a:lnTo>
                  <a:lnTo>
                    <a:pt x="48158" y="751027"/>
                  </a:lnTo>
                  <a:lnTo>
                    <a:pt x="48260" y="750519"/>
                  </a:lnTo>
                  <a:lnTo>
                    <a:pt x="48323" y="750265"/>
                  </a:lnTo>
                  <a:lnTo>
                    <a:pt x="48628" y="748855"/>
                  </a:lnTo>
                  <a:lnTo>
                    <a:pt x="48742" y="748474"/>
                  </a:lnTo>
                  <a:lnTo>
                    <a:pt x="49034" y="747483"/>
                  </a:lnTo>
                  <a:lnTo>
                    <a:pt x="49453" y="746328"/>
                  </a:lnTo>
                  <a:lnTo>
                    <a:pt x="55384" y="740829"/>
                  </a:lnTo>
                  <a:lnTo>
                    <a:pt x="61175" y="740829"/>
                  </a:lnTo>
                  <a:lnTo>
                    <a:pt x="68249" y="751027"/>
                  </a:lnTo>
                  <a:lnTo>
                    <a:pt x="68414" y="751827"/>
                  </a:lnTo>
                  <a:lnTo>
                    <a:pt x="68503" y="752652"/>
                  </a:lnTo>
                  <a:lnTo>
                    <a:pt x="68643" y="753554"/>
                  </a:lnTo>
                  <a:lnTo>
                    <a:pt x="68643" y="738771"/>
                  </a:lnTo>
                  <a:lnTo>
                    <a:pt x="61112" y="735533"/>
                  </a:lnTo>
                  <a:lnTo>
                    <a:pt x="55473" y="735533"/>
                  </a:lnTo>
                  <a:lnTo>
                    <a:pt x="42265" y="748855"/>
                  </a:lnTo>
                  <a:lnTo>
                    <a:pt x="41897" y="750519"/>
                  </a:lnTo>
                  <a:lnTo>
                    <a:pt x="41808" y="751027"/>
                  </a:lnTo>
                  <a:lnTo>
                    <a:pt x="41541" y="752652"/>
                  </a:lnTo>
                  <a:lnTo>
                    <a:pt x="41554" y="768794"/>
                  </a:lnTo>
                  <a:lnTo>
                    <a:pt x="55321" y="786117"/>
                  </a:lnTo>
                  <a:lnTo>
                    <a:pt x="60921" y="786117"/>
                  </a:lnTo>
                  <a:lnTo>
                    <a:pt x="70916" y="779907"/>
                  </a:lnTo>
                  <a:lnTo>
                    <a:pt x="71666" y="778764"/>
                  </a:lnTo>
                  <a:lnTo>
                    <a:pt x="74853" y="768794"/>
                  </a:lnTo>
                  <a:lnTo>
                    <a:pt x="74891" y="752652"/>
                  </a:lnTo>
                  <a:close/>
                </a:path>
                <a:path w="74929" h="1522095">
                  <a:moveTo>
                    <a:pt x="74891" y="17119"/>
                  </a:moveTo>
                  <a:lnTo>
                    <a:pt x="71996" y="7569"/>
                  </a:lnTo>
                  <a:lnTo>
                    <a:pt x="71158" y="6134"/>
                  </a:lnTo>
                  <a:lnTo>
                    <a:pt x="68643" y="3238"/>
                  </a:lnTo>
                  <a:lnTo>
                    <a:pt x="68643" y="18021"/>
                  </a:lnTo>
                  <a:lnTo>
                    <a:pt x="68605" y="32397"/>
                  </a:lnTo>
                  <a:lnTo>
                    <a:pt x="68503" y="33070"/>
                  </a:lnTo>
                  <a:lnTo>
                    <a:pt x="68478" y="33261"/>
                  </a:lnTo>
                  <a:lnTo>
                    <a:pt x="68351" y="34086"/>
                  </a:lnTo>
                  <a:lnTo>
                    <a:pt x="60579" y="45364"/>
                  </a:lnTo>
                  <a:lnTo>
                    <a:pt x="55791" y="45364"/>
                  </a:lnTo>
                  <a:lnTo>
                    <a:pt x="47891" y="33261"/>
                  </a:lnTo>
                  <a:lnTo>
                    <a:pt x="47891" y="17119"/>
                  </a:lnTo>
                  <a:lnTo>
                    <a:pt x="48158" y="15494"/>
                  </a:lnTo>
                  <a:lnTo>
                    <a:pt x="48260" y="14986"/>
                  </a:lnTo>
                  <a:lnTo>
                    <a:pt x="48323" y="14732"/>
                  </a:lnTo>
                  <a:lnTo>
                    <a:pt x="48628" y="13322"/>
                  </a:lnTo>
                  <a:lnTo>
                    <a:pt x="48742" y="12941"/>
                  </a:lnTo>
                  <a:lnTo>
                    <a:pt x="49022" y="11976"/>
                  </a:lnTo>
                  <a:lnTo>
                    <a:pt x="49466" y="10769"/>
                  </a:lnTo>
                  <a:lnTo>
                    <a:pt x="55384" y="5295"/>
                  </a:lnTo>
                  <a:lnTo>
                    <a:pt x="61175" y="5295"/>
                  </a:lnTo>
                  <a:lnTo>
                    <a:pt x="68249" y="15494"/>
                  </a:lnTo>
                  <a:lnTo>
                    <a:pt x="68414" y="16294"/>
                  </a:lnTo>
                  <a:lnTo>
                    <a:pt x="68503" y="17119"/>
                  </a:lnTo>
                  <a:lnTo>
                    <a:pt x="68643" y="18021"/>
                  </a:lnTo>
                  <a:lnTo>
                    <a:pt x="68643" y="3238"/>
                  </a:lnTo>
                  <a:lnTo>
                    <a:pt x="61112" y="0"/>
                  </a:lnTo>
                  <a:lnTo>
                    <a:pt x="55473" y="0"/>
                  </a:lnTo>
                  <a:lnTo>
                    <a:pt x="42265" y="13322"/>
                  </a:lnTo>
                  <a:lnTo>
                    <a:pt x="41897" y="14986"/>
                  </a:lnTo>
                  <a:lnTo>
                    <a:pt x="41808" y="15494"/>
                  </a:lnTo>
                  <a:lnTo>
                    <a:pt x="41541" y="17119"/>
                  </a:lnTo>
                  <a:lnTo>
                    <a:pt x="41554" y="33261"/>
                  </a:lnTo>
                  <a:lnTo>
                    <a:pt x="55321" y="50584"/>
                  </a:lnTo>
                  <a:lnTo>
                    <a:pt x="60921" y="50584"/>
                  </a:lnTo>
                  <a:lnTo>
                    <a:pt x="70916" y="44386"/>
                  </a:lnTo>
                  <a:lnTo>
                    <a:pt x="71666" y="43230"/>
                  </a:lnTo>
                  <a:lnTo>
                    <a:pt x="74853" y="33261"/>
                  </a:lnTo>
                  <a:lnTo>
                    <a:pt x="74891" y="1711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13" y="1321236"/>
              <a:ext cx="72359" cy="50645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327" y="585704"/>
              <a:ext cx="73145" cy="50581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816653" y="611043"/>
              <a:ext cx="3088640" cy="3112135"/>
            </a:xfrm>
            <a:custGeom>
              <a:avLst/>
              <a:gdLst/>
              <a:ahLst/>
              <a:cxnLst/>
              <a:rect l="l" t="t" r="r" b="b"/>
              <a:pathLst>
                <a:path w="3088640" h="3112135">
                  <a:moveTo>
                    <a:pt x="0" y="2942096"/>
                  </a:moveTo>
                  <a:lnTo>
                    <a:pt x="22338" y="2942096"/>
                  </a:lnTo>
                </a:path>
                <a:path w="3088640" h="3112135">
                  <a:moveTo>
                    <a:pt x="0" y="2206564"/>
                  </a:moveTo>
                  <a:lnTo>
                    <a:pt x="22338" y="2206564"/>
                  </a:lnTo>
                </a:path>
                <a:path w="3088640" h="3112135">
                  <a:moveTo>
                    <a:pt x="0" y="1471064"/>
                  </a:moveTo>
                  <a:lnTo>
                    <a:pt x="22338" y="1471064"/>
                  </a:lnTo>
                </a:path>
                <a:path w="3088640" h="3112135">
                  <a:moveTo>
                    <a:pt x="0" y="735532"/>
                  </a:moveTo>
                  <a:lnTo>
                    <a:pt x="22338" y="735532"/>
                  </a:lnTo>
                </a:path>
                <a:path w="3088640" h="3112135">
                  <a:moveTo>
                    <a:pt x="0" y="0"/>
                  </a:moveTo>
                  <a:lnTo>
                    <a:pt x="22338" y="0"/>
                  </a:lnTo>
                </a:path>
                <a:path w="3088640" h="3112135">
                  <a:moveTo>
                    <a:pt x="168354" y="3111640"/>
                  </a:moveTo>
                  <a:lnTo>
                    <a:pt x="168354" y="3089208"/>
                  </a:lnTo>
                </a:path>
                <a:path w="3088640" h="3112135">
                  <a:moveTo>
                    <a:pt x="898366" y="3111640"/>
                  </a:moveTo>
                  <a:lnTo>
                    <a:pt x="898366" y="3089208"/>
                  </a:lnTo>
                </a:path>
                <a:path w="3088640" h="3112135">
                  <a:moveTo>
                    <a:pt x="2358390" y="3111640"/>
                  </a:moveTo>
                  <a:lnTo>
                    <a:pt x="2358390" y="3089208"/>
                  </a:lnTo>
                </a:path>
                <a:path w="3088640" h="3112135">
                  <a:moveTo>
                    <a:pt x="3088402" y="3111640"/>
                  </a:moveTo>
                  <a:lnTo>
                    <a:pt x="3088402" y="3089208"/>
                  </a:lnTo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47940" y="3739883"/>
              <a:ext cx="2243455" cy="51435"/>
            </a:xfrm>
            <a:custGeom>
              <a:avLst/>
              <a:gdLst/>
              <a:ahLst/>
              <a:cxnLst/>
              <a:rect l="l" t="t" r="r" b="b"/>
              <a:pathLst>
                <a:path w="2243455" h="51435">
                  <a:moveTo>
                    <a:pt x="34036" y="34124"/>
                  </a:moveTo>
                  <a:lnTo>
                    <a:pt x="17399" y="18656"/>
                  </a:lnTo>
                  <a:lnTo>
                    <a:pt x="15455" y="18783"/>
                  </a:lnTo>
                  <a:lnTo>
                    <a:pt x="12103" y="19583"/>
                  </a:lnTo>
                  <a:lnTo>
                    <a:pt x="9372" y="20828"/>
                  </a:lnTo>
                  <a:lnTo>
                    <a:pt x="7899" y="21818"/>
                  </a:lnTo>
                  <a:lnTo>
                    <a:pt x="8826" y="6096"/>
                  </a:lnTo>
                  <a:lnTo>
                    <a:pt x="31165" y="6096"/>
                  </a:lnTo>
                  <a:lnTo>
                    <a:pt x="31165" y="736"/>
                  </a:lnTo>
                  <a:lnTo>
                    <a:pt x="3086" y="736"/>
                  </a:lnTo>
                  <a:lnTo>
                    <a:pt x="1435" y="27381"/>
                  </a:lnTo>
                  <a:lnTo>
                    <a:pt x="7620" y="27381"/>
                  </a:lnTo>
                  <a:lnTo>
                    <a:pt x="10096" y="25527"/>
                  </a:lnTo>
                  <a:lnTo>
                    <a:pt x="11404" y="24853"/>
                  </a:lnTo>
                  <a:lnTo>
                    <a:pt x="15265" y="23901"/>
                  </a:lnTo>
                  <a:lnTo>
                    <a:pt x="18707" y="23926"/>
                  </a:lnTo>
                  <a:lnTo>
                    <a:pt x="20866" y="24447"/>
                  </a:lnTo>
                  <a:lnTo>
                    <a:pt x="27470" y="33807"/>
                  </a:lnTo>
                  <a:lnTo>
                    <a:pt x="27368" y="36360"/>
                  </a:lnTo>
                  <a:lnTo>
                    <a:pt x="18072" y="45720"/>
                  </a:lnTo>
                  <a:lnTo>
                    <a:pt x="15201" y="45720"/>
                  </a:lnTo>
                  <a:lnTo>
                    <a:pt x="6375" y="38442"/>
                  </a:lnTo>
                  <a:lnTo>
                    <a:pt x="0" y="39166"/>
                  </a:lnTo>
                  <a:lnTo>
                    <a:pt x="15748" y="50927"/>
                  </a:lnTo>
                  <a:lnTo>
                    <a:pt x="18199" y="50901"/>
                  </a:lnTo>
                  <a:lnTo>
                    <a:pt x="33743" y="37668"/>
                  </a:lnTo>
                  <a:lnTo>
                    <a:pt x="34036" y="34124"/>
                  </a:lnTo>
                  <a:close/>
                </a:path>
                <a:path w="2243455" h="51435">
                  <a:moveTo>
                    <a:pt x="73698" y="17310"/>
                  </a:moveTo>
                  <a:lnTo>
                    <a:pt x="67424" y="3390"/>
                  </a:lnTo>
                  <a:lnTo>
                    <a:pt x="67424" y="18173"/>
                  </a:lnTo>
                  <a:lnTo>
                    <a:pt x="67360" y="32562"/>
                  </a:lnTo>
                  <a:lnTo>
                    <a:pt x="59372" y="45529"/>
                  </a:lnTo>
                  <a:lnTo>
                    <a:pt x="59639" y="45529"/>
                  </a:lnTo>
                  <a:lnTo>
                    <a:pt x="57962" y="45758"/>
                  </a:lnTo>
                  <a:lnTo>
                    <a:pt x="55994" y="45758"/>
                  </a:lnTo>
                  <a:lnTo>
                    <a:pt x="54317" y="45529"/>
                  </a:lnTo>
                  <a:lnTo>
                    <a:pt x="54584" y="45529"/>
                  </a:lnTo>
                  <a:lnTo>
                    <a:pt x="53251" y="45148"/>
                  </a:lnTo>
                  <a:lnTo>
                    <a:pt x="46685" y="33426"/>
                  </a:lnTo>
                  <a:lnTo>
                    <a:pt x="46685" y="17310"/>
                  </a:lnTo>
                  <a:lnTo>
                    <a:pt x="46951" y="15659"/>
                  </a:lnTo>
                  <a:lnTo>
                    <a:pt x="47053" y="15138"/>
                  </a:lnTo>
                  <a:lnTo>
                    <a:pt x="47117" y="14884"/>
                  </a:lnTo>
                  <a:lnTo>
                    <a:pt x="47421" y="13487"/>
                  </a:lnTo>
                  <a:lnTo>
                    <a:pt x="54178" y="5461"/>
                  </a:lnTo>
                  <a:lnTo>
                    <a:pt x="59969" y="5461"/>
                  </a:lnTo>
                  <a:lnTo>
                    <a:pt x="67043" y="15659"/>
                  </a:lnTo>
                  <a:lnTo>
                    <a:pt x="67208" y="16459"/>
                  </a:lnTo>
                  <a:lnTo>
                    <a:pt x="67297" y="17310"/>
                  </a:lnTo>
                  <a:lnTo>
                    <a:pt x="67424" y="18173"/>
                  </a:lnTo>
                  <a:lnTo>
                    <a:pt x="67424" y="3390"/>
                  </a:lnTo>
                  <a:lnTo>
                    <a:pt x="60579" y="279"/>
                  </a:lnTo>
                  <a:lnTo>
                    <a:pt x="53568" y="279"/>
                  </a:lnTo>
                  <a:lnTo>
                    <a:pt x="43383" y="7416"/>
                  </a:lnTo>
                  <a:lnTo>
                    <a:pt x="42621" y="8940"/>
                  </a:lnTo>
                  <a:lnTo>
                    <a:pt x="42037" y="10312"/>
                  </a:lnTo>
                  <a:lnTo>
                    <a:pt x="41719" y="11214"/>
                  </a:lnTo>
                  <a:lnTo>
                    <a:pt x="41135" y="13093"/>
                  </a:lnTo>
                  <a:lnTo>
                    <a:pt x="41059" y="13487"/>
                  </a:lnTo>
                  <a:lnTo>
                    <a:pt x="40690" y="15138"/>
                  </a:lnTo>
                  <a:lnTo>
                    <a:pt x="40601" y="15659"/>
                  </a:lnTo>
                  <a:lnTo>
                    <a:pt x="40322" y="17310"/>
                  </a:lnTo>
                  <a:lnTo>
                    <a:pt x="40335" y="33426"/>
                  </a:lnTo>
                  <a:lnTo>
                    <a:pt x="54114" y="50736"/>
                  </a:lnTo>
                  <a:lnTo>
                    <a:pt x="59715" y="50736"/>
                  </a:lnTo>
                  <a:lnTo>
                    <a:pt x="73647" y="33426"/>
                  </a:lnTo>
                  <a:lnTo>
                    <a:pt x="73698" y="17310"/>
                  </a:lnTo>
                  <a:close/>
                </a:path>
                <a:path w="2243455" h="51435">
                  <a:moveTo>
                    <a:pt x="763435" y="736"/>
                  </a:moveTo>
                  <a:lnTo>
                    <a:pt x="730808" y="736"/>
                  </a:lnTo>
                  <a:lnTo>
                    <a:pt x="730808" y="6096"/>
                  </a:lnTo>
                  <a:lnTo>
                    <a:pt x="757351" y="6096"/>
                  </a:lnTo>
                  <a:lnTo>
                    <a:pt x="752576" y="13423"/>
                  </a:lnTo>
                  <a:lnTo>
                    <a:pt x="739927" y="50253"/>
                  </a:lnTo>
                  <a:lnTo>
                    <a:pt x="746518" y="50253"/>
                  </a:lnTo>
                  <a:lnTo>
                    <a:pt x="746709" y="45300"/>
                  </a:lnTo>
                  <a:lnTo>
                    <a:pt x="747509" y="39458"/>
                  </a:lnTo>
                  <a:lnTo>
                    <a:pt x="763435" y="5842"/>
                  </a:lnTo>
                  <a:lnTo>
                    <a:pt x="763435" y="736"/>
                  </a:lnTo>
                  <a:close/>
                </a:path>
                <a:path w="2243455" h="51435">
                  <a:moveTo>
                    <a:pt x="803973" y="34124"/>
                  </a:moveTo>
                  <a:lnTo>
                    <a:pt x="787336" y="18656"/>
                  </a:lnTo>
                  <a:lnTo>
                    <a:pt x="784212" y="18973"/>
                  </a:lnTo>
                  <a:lnTo>
                    <a:pt x="781062" y="19964"/>
                  </a:lnTo>
                  <a:lnTo>
                    <a:pt x="778891" y="21056"/>
                  </a:lnTo>
                  <a:lnTo>
                    <a:pt x="777811" y="21818"/>
                  </a:lnTo>
                  <a:lnTo>
                    <a:pt x="778764" y="6096"/>
                  </a:lnTo>
                  <a:lnTo>
                    <a:pt x="801103" y="6096"/>
                  </a:lnTo>
                  <a:lnTo>
                    <a:pt x="801103" y="736"/>
                  </a:lnTo>
                  <a:lnTo>
                    <a:pt x="773036" y="736"/>
                  </a:lnTo>
                  <a:lnTo>
                    <a:pt x="771372" y="27381"/>
                  </a:lnTo>
                  <a:lnTo>
                    <a:pt x="777557" y="27381"/>
                  </a:lnTo>
                  <a:lnTo>
                    <a:pt x="780046" y="25527"/>
                  </a:lnTo>
                  <a:lnTo>
                    <a:pt x="783551" y="24155"/>
                  </a:lnTo>
                  <a:lnTo>
                    <a:pt x="786739" y="23799"/>
                  </a:lnTo>
                  <a:lnTo>
                    <a:pt x="789127" y="23990"/>
                  </a:lnTo>
                  <a:lnTo>
                    <a:pt x="791997" y="24917"/>
                  </a:lnTo>
                  <a:lnTo>
                    <a:pt x="797407" y="34798"/>
                  </a:lnTo>
                  <a:lnTo>
                    <a:pt x="796937" y="38303"/>
                  </a:lnTo>
                  <a:lnTo>
                    <a:pt x="788009" y="45720"/>
                  </a:lnTo>
                  <a:lnTo>
                    <a:pt x="785139" y="45720"/>
                  </a:lnTo>
                  <a:lnTo>
                    <a:pt x="776312" y="38442"/>
                  </a:lnTo>
                  <a:lnTo>
                    <a:pt x="769937" y="39166"/>
                  </a:lnTo>
                  <a:lnTo>
                    <a:pt x="786447" y="50965"/>
                  </a:lnTo>
                  <a:lnTo>
                    <a:pt x="788136" y="50901"/>
                  </a:lnTo>
                  <a:lnTo>
                    <a:pt x="803694" y="37668"/>
                  </a:lnTo>
                  <a:lnTo>
                    <a:pt x="803973" y="34124"/>
                  </a:lnTo>
                  <a:close/>
                </a:path>
                <a:path w="2243455" h="51435">
                  <a:moveTo>
                    <a:pt x="2203615" y="44856"/>
                  </a:moveTo>
                  <a:lnTo>
                    <a:pt x="2191601" y="44856"/>
                  </a:lnTo>
                  <a:lnTo>
                    <a:pt x="2191601" y="736"/>
                  </a:lnTo>
                  <a:lnTo>
                    <a:pt x="2185771" y="736"/>
                  </a:lnTo>
                  <a:lnTo>
                    <a:pt x="2174100" y="8788"/>
                  </a:lnTo>
                  <a:lnTo>
                    <a:pt x="2174100" y="14757"/>
                  </a:lnTo>
                  <a:lnTo>
                    <a:pt x="2185251" y="6769"/>
                  </a:lnTo>
                  <a:lnTo>
                    <a:pt x="2185251" y="44856"/>
                  </a:lnTo>
                  <a:lnTo>
                    <a:pt x="2172665" y="44856"/>
                  </a:lnTo>
                  <a:lnTo>
                    <a:pt x="2172665" y="50253"/>
                  </a:lnTo>
                  <a:lnTo>
                    <a:pt x="2203615" y="50253"/>
                  </a:lnTo>
                  <a:lnTo>
                    <a:pt x="2203615" y="44856"/>
                  </a:lnTo>
                  <a:close/>
                </a:path>
                <a:path w="2243455" h="51435">
                  <a:moveTo>
                    <a:pt x="2243442" y="44856"/>
                  </a:moveTo>
                  <a:lnTo>
                    <a:pt x="2217661" y="44856"/>
                  </a:lnTo>
                  <a:lnTo>
                    <a:pt x="2218690" y="42913"/>
                  </a:lnTo>
                  <a:lnTo>
                    <a:pt x="2220633" y="40284"/>
                  </a:lnTo>
                  <a:lnTo>
                    <a:pt x="2224201" y="36677"/>
                  </a:lnTo>
                  <a:lnTo>
                    <a:pt x="2233536" y="28790"/>
                  </a:lnTo>
                  <a:lnTo>
                    <a:pt x="2237778" y="24599"/>
                  </a:lnTo>
                  <a:lnTo>
                    <a:pt x="2240737" y="20485"/>
                  </a:lnTo>
                  <a:lnTo>
                    <a:pt x="2242235" y="16929"/>
                  </a:lnTo>
                  <a:lnTo>
                    <a:pt x="2242515" y="15494"/>
                  </a:lnTo>
                  <a:lnTo>
                    <a:pt x="2242655" y="14058"/>
                  </a:lnTo>
                  <a:lnTo>
                    <a:pt x="2242578" y="11633"/>
                  </a:lnTo>
                  <a:lnTo>
                    <a:pt x="2226424" y="0"/>
                  </a:lnTo>
                  <a:lnTo>
                    <a:pt x="2222982" y="342"/>
                  </a:lnTo>
                  <a:lnTo>
                    <a:pt x="2211006" y="12966"/>
                  </a:lnTo>
                  <a:lnTo>
                    <a:pt x="2217470" y="13550"/>
                  </a:lnTo>
                  <a:lnTo>
                    <a:pt x="2217851" y="11595"/>
                  </a:lnTo>
                  <a:lnTo>
                    <a:pt x="2218690" y="9613"/>
                  </a:lnTo>
                  <a:lnTo>
                    <a:pt x="2227161" y="5168"/>
                  </a:lnTo>
                  <a:lnTo>
                    <a:pt x="2229840" y="5461"/>
                  </a:lnTo>
                  <a:lnTo>
                    <a:pt x="2236178" y="14376"/>
                  </a:lnTo>
                  <a:lnTo>
                    <a:pt x="2236051" y="15532"/>
                  </a:lnTo>
                  <a:lnTo>
                    <a:pt x="2222766" y="30861"/>
                  </a:lnTo>
                  <a:lnTo>
                    <a:pt x="2217191" y="36106"/>
                  </a:lnTo>
                  <a:lnTo>
                    <a:pt x="2213622" y="40513"/>
                  </a:lnTo>
                  <a:lnTo>
                    <a:pt x="2212276" y="42659"/>
                  </a:lnTo>
                  <a:lnTo>
                    <a:pt x="2210752" y="45783"/>
                  </a:lnTo>
                  <a:lnTo>
                    <a:pt x="2210752" y="50253"/>
                  </a:lnTo>
                  <a:lnTo>
                    <a:pt x="2243442" y="50253"/>
                  </a:lnTo>
                  <a:lnTo>
                    <a:pt x="2243442" y="448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603" y="3700252"/>
              <a:ext cx="110991" cy="189131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3197860" y="3739971"/>
              <a:ext cx="763905" cy="51435"/>
            </a:xfrm>
            <a:custGeom>
              <a:avLst/>
              <a:gdLst/>
              <a:ahLst/>
              <a:cxnLst/>
              <a:rect l="l" t="t" r="r" b="b"/>
              <a:pathLst>
                <a:path w="763904" h="51435">
                  <a:moveTo>
                    <a:pt x="34023" y="34036"/>
                  </a:moveTo>
                  <a:lnTo>
                    <a:pt x="17399" y="18567"/>
                  </a:lnTo>
                  <a:lnTo>
                    <a:pt x="15481" y="18694"/>
                  </a:lnTo>
                  <a:lnTo>
                    <a:pt x="12611" y="19342"/>
                  </a:lnTo>
                  <a:lnTo>
                    <a:pt x="10223" y="20294"/>
                  </a:lnTo>
                  <a:lnTo>
                    <a:pt x="7899" y="21729"/>
                  </a:lnTo>
                  <a:lnTo>
                    <a:pt x="8851" y="6007"/>
                  </a:lnTo>
                  <a:lnTo>
                    <a:pt x="31165" y="6007"/>
                  </a:lnTo>
                  <a:lnTo>
                    <a:pt x="31165" y="647"/>
                  </a:lnTo>
                  <a:lnTo>
                    <a:pt x="3086" y="647"/>
                  </a:lnTo>
                  <a:lnTo>
                    <a:pt x="1435" y="27292"/>
                  </a:lnTo>
                  <a:lnTo>
                    <a:pt x="7607" y="27292"/>
                  </a:lnTo>
                  <a:lnTo>
                    <a:pt x="9906" y="25565"/>
                  </a:lnTo>
                  <a:lnTo>
                    <a:pt x="13347" y="24130"/>
                  </a:lnTo>
                  <a:lnTo>
                    <a:pt x="16789" y="23710"/>
                  </a:lnTo>
                  <a:lnTo>
                    <a:pt x="19177" y="23901"/>
                  </a:lnTo>
                  <a:lnTo>
                    <a:pt x="22047" y="24828"/>
                  </a:lnTo>
                  <a:lnTo>
                    <a:pt x="27470" y="35242"/>
                  </a:lnTo>
                  <a:lnTo>
                    <a:pt x="27114" y="37744"/>
                  </a:lnTo>
                  <a:lnTo>
                    <a:pt x="17145" y="45694"/>
                  </a:lnTo>
                  <a:lnTo>
                    <a:pt x="15189" y="45631"/>
                  </a:lnTo>
                  <a:lnTo>
                    <a:pt x="6400" y="38354"/>
                  </a:lnTo>
                  <a:lnTo>
                    <a:pt x="0" y="39077"/>
                  </a:lnTo>
                  <a:lnTo>
                    <a:pt x="16497" y="50876"/>
                  </a:lnTo>
                  <a:lnTo>
                    <a:pt x="19024" y="50749"/>
                  </a:lnTo>
                  <a:lnTo>
                    <a:pt x="33769" y="37579"/>
                  </a:lnTo>
                  <a:lnTo>
                    <a:pt x="34023" y="34036"/>
                  </a:lnTo>
                  <a:close/>
                </a:path>
                <a:path w="763904" h="51435">
                  <a:moveTo>
                    <a:pt x="683704" y="44767"/>
                  </a:moveTo>
                  <a:lnTo>
                    <a:pt x="671690" y="44767"/>
                  </a:lnTo>
                  <a:lnTo>
                    <a:pt x="671690" y="647"/>
                  </a:lnTo>
                  <a:lnTo>
                    <a:pt x="665861" y="647"/>
                  </a:lnTo>
                  <a:lnTo>
                    <a:pt x="654189" y="8699"/>
                  </a:lnTo>
                  <a:lnTo>
                    <a:pt x="654189" y="14668"/>
                  </a:lnTo>
                  <a:lnTo>
                    <a:pt x="665353" y="6680"/>
                  </a:lnTo>
                  <a:lnTo>
                    <a:pt x="665353" y="44767"/>
                  </a:lnTo>
                  <a:lnTo>
                    <a:pt x="652767" y="44767"/>
                  </a:lnTo>
                  <a:lnTo>
                    <a:pt x="652767" y="50165"/>
                  </a:lnTo>
                  <a:lnTo>
                    <a:pt x="683704" y="50165"/>
                  </a:lnTo>
                  <a:lnTo>
                    <a:pt x="683704" y="44767"/>
                  </a:lnTo>
                  <a:close/>
                </a:path>
                <a:path w="763904" h="51435">
                  <a:moveTo>
                    <a:pt x="724141" y="34036"/>
                  </a:moveTo>
                  <a:lnTo>
                    <a:pt x="709612" y="18605"/>
                  </a:lnTo>
                  <a:lnTo>
                    <a:pt x="706170" y="18630"/>
                  </a:lnTo>
                  <a:lnTo>
                    <a:pt x="704354" y="18884"/>
                  </a:lnTo>
                  <a:lnTo>
                    <a:pt x="702691" y="19342"/>
                  </a:lnTo>
                  <a:lnTo>
                    <a:pt x="700303" y="20294"/>
                  </a:lnTo>
                  <a:lnTo>
                    <a:pt x="697979" y="21729"/>
                  </a:lnTo>
                  <a:lnTo>
                    <a:pt x="698931" y="6007"/>
                  </a:lnTo>
                  <a:lnTo>
                    <a:pt x="721245" y="6007"/>
                  </a:lnTo>
                  <a:lnTo>
                    <a:pt x="721245" y="647"/>
                  </a:lnTo>
                  <a:lnTo>
                    <a:pt x="693166" y="647"/>
                  </a:lnTo>
                  <a:lnTo>
                    <a:pt x="691540" y="27292"/>
                  </a:lnTo>
                  <a:lnTo>
                    <a:pt x="697699" y="27292"/>
                  </a:lnTo>
                  <a:lnTo>
                    <a:pt x="699985" y="25565"/>
                  </a:lnTo>
                  <a:lnTo>
                    <a:pt x="702919" y="24257"/>
                  </a:lnTo>
                  <a:lnTo>
                    <a:pt x="705942" y="23749"/>
                  </a:lnTo>
                  <a:lnTo>
                    <a:pt x="707859" y="23749"/>
                  </a:lnTo>
                  <a:lnTo>
                    <a:pt x="717575" y="34709"/>
                  </a:lnTo>
                  <a:lnTo>
                    <a:pt x="717194" y="37744"/>
                  </a:lnTo>
                  <a:lnTo>
                    <a:pt x="706234" y="45694"/>
                  </a:lnTo>
                  <a:lnTo>
                    <a:pt x="703554" y="45415"/>
                  </a:lnTo>
                  <a:lnTo>
                    <a:pt x="696480" y="38354"/>
                  </a:lnTo>
                  <a:lnTo>
                    <a:pt x="690079" y="39077"/>
                  </a:lnTo>
                  <a:lnTo>
                    <a:pt x="706615" y="50876"/>
                  </a:lnTo>
                  <a:lnTo>
                    <a:pt x="709104" y="50749"/>
                  </a:lnTo>
                  <a:lnTo>
                    <a:pt x="723861" y="37579"/>
                  </a:lnTo>
                  <a:lnTo>
                    <a:pt x="724141" y="34036"/>
                  </a:lnTo>
                  <a:close/>
                </a:path>
                <a:path w="763904" h="51435">
                  <a:moveTo>
                    <a:pt x="763752" y="33337"/>
                  </a:moveTo>
                  <a:lnTo>
                    <a:pt x="763625" y="16167"/>
                  </a:lnTo>
                  <a:lnTo>
                    <a:pt x="763498" y="15570"/>
                  </a:lnTo>
                  <a:lnTo>
                    <a:pt x="763397" y="15049"/>
                  </a:lnTo>
                  <a:lnTo>
                    <a:pt x="757415" y="3200"/>
                  </a:lnTo>
                  <a:lnTo>
                    <a:pt x="757415" y="17221"/>
                  </a:lnTo>
                  <a:lnTo>
                    <a:pt x="757339" y="33337"/>
                  </a:lnTo>
                  <a:lnTo>
                    <a:pt x="757097" y="34963"/>
                  </a:lnTo>
                  <a:lnTo>
                    <a:pt x="757008" y="35344"/>
                  </a:lnTo>
                  <a:lnTo>
                    <a:pt x="756932" y="35725"/>
                  </a:lnTo>
                  <a:lnTo>
                    <a:pt x="754926" y="41262"/>
                  </a:lnTo>
                  <a:lnTo>
                    <a:pt x="754672" y="41732"/>
                  </a:lnTo>
                  <a:lnTo>
                    <a:pt x="754354" y="42151"/>
                  </a:lnTo>
                  <a:lnTo>
                    <a:pt x="754062" y="42570"/>
                  </a:lnTo>
                  <a:lnTo>
                    <a:pt x="753427" y="43307"/>
                  </a:lnTo>
                  <a:lnTo>
                    <a:pt x="749452" y="45440"/>
                  </a:lnTo>
                  <a:lnTo>
                    <a:pt x="744664" y="45440"/>
                  </a:lnTo>
                  <a:lnTo>
                    <a:pt x="739724" y="42151"/>
                  </a:lnTo>
                  <a:lnTo>
                    <a:pt x="739406" y="41732"/>
                  </a:lnTo>
                  <a:lnTo>
                    <a:pt x="736917" y="34290"/>
                  </a:lnTo>
                  <a:lnTo>
                    <a:pt x="736765" y="33337"/>
                  </a:lnTo>
                  <a:lnTo>
                    <a:pt x="736765" y="17221"/>
                  </a:lnTo>
                  <a:lnTo>
                    <a:pt x="737019" y="15570"/>
                  </a:lnTo>
                  <a:lnTo>
                    <a:pt x="737133" y="15049"/>
                  </a:lnTo>
                  <a:lnTo>
                    <a:pt x="737501" y="13360"/>
                  </a:lnTo>
                  <a:lnTo>
                    <a:pt x="745210" y="5181"/>
                  </a:lnTo>
                  <a:lnTo>
                    <a:pt x="749160" y="5181"/>
                  </a:lnTo>
                  <a:lnTo>
                    <a:pt x="757250" y="16167"/>
                  </a:lnTo>
                  <a:lnTo>
                    <a:pt x="757415" y="17221"/>
                  </a:lnTo>
                  <a:lnTo>
                    <a:pt x="757415" y="3200"/>
                  </a:lnTo>
                  <a:lnTo>
                    <a:pt x="749312" y="0"/>
                  </a:lnTo>
                  <a:lnTo>
                    <a:pt x="745045" y="0"/>
                  </a:lnTo>
                  <a:lnTo>
                    <a:pt x="733463" y="7327"/>
                  </a:lnTo>
                  <a:lnTo>
                    <a:pt x="732815" y="8597"/>
                  </a:lnTo>
                  <a:lnTo>
                    <a:pt x="730440" y="17221"/>
                  </a:lnTo>
                  <a:lnTo>
                    <a:pt x="730453" y="33337"/>
                  </a:lnTo>
                  <a:lnTo>
                    <a:pt x="730580" y="34290"/>
                  </a:lnTo>
                  <a:lnTo>
                    <a:pt x="730694" y="34963"/>
                  </a:lnTo>
                  <a:lnTo>
                    <a:pt x="730770" y="35344"/>
                  </a:lnTo>
                  <a:lnTo>
                    <a:pt x="730846" y="35725"/>
                  </a:lnTo>
                  <a:lnTo>
                    <a:pt x="744220" y="50647"/>
                  </a:lnTo>
                  <a:lnTo>
                    <a:pt x="749795" y="50647"/>
                  </a:lnTo>
                  <a:lnTo>
                    <a:pt x="759091" y="45440"/>
                  </a:lnTo>
                  <a:lnTo>
                    <a:pt x="759231" y="45288"/>
                  </a:lnTo>
                  <a:lnTo>
                    <a:pt x="763473" y="34963"/>
                  </a:lnTo>
                  <a:lnTo>
                    <a:pt x="763587" y="34290"/>
                  </a:lnTo>
                  <a:lnTo>
                    <a:pt x="763752" y="3333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16209" y="2054052"/>
              <a:ext cx="62230" cy="56515"/>
            </a:xfrm>
            <a:custGeom>
              <a:avLst/>
              <a:gdLst/>
              <a:ahLst/>
              <a:cxnLst/>
              <a:rect l="l" t="t" r="r" b="b"/>
              <a:pathLst>
                <a:path w="62229" h="56514">
                  <a:moveTo>
                    <a:pt x="0" y="56077"/>
                  </a:moveTo>
                  <a:lnTo>
                    <a:pt x="0" y="46843"/>
                  </a:lnTo>
                  <a:lnTo>
                    <a:pt x="29381" y="27991"/>
                  </a:lnTo>
                  <a:lnTo>
                    <a:pt x="0" y="9234"/>
                  </a:lnTo>
                  <a:lnTo>
                    <a:pt x="0" y="0"/>
                  </a:lnTo>
                  <a:lnTo>
                    <a:pt x="36137" y="23901"/>
                  </a:lnTo>
                  <a:lnTo>
                    <a:pt x="61726" y="23901"/>
                  </a:lnTo>
                  <a:lnTo>
                    <a:pt x="61726" y="32272"/>
                  </a:lnTo>
                  <a:lnTo>
                    <a:pt x="36137" y="32272"/>
                  </a:lnTo>
                  <a:lnTo>
                    <a:pt x="0" y="56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 descr=""/>
          <p:cNvSpPr txBox="1"/>
          <p:nvPr/>
        </p:nvSpPr>
        <p:spPr>
          <a:xfrm>
            <a:off x="4536826" y="795019"/>
            <a:ext cx="58420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Shape: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4" name="object 6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62" name="object 62" descr=""/>
          <p:cNvSpPr txBox="1"/>
          <p:nvPr/>
        </p:nvSpPr>
        <p:spPr>
          <a:xfrm>
            <a:off x="4536826" y="1604644"/>
            <a:ext cx="5397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5">
                <a:latin typeface="Trebuchet MS"/>
                <a:cs typeface="Trebuchet MS"/>
              </a:rPr>
              <a:t>Trend: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536826" y="2404745"/>
            <a:ext cx="7753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Strength: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8992" y="3185389"/>
            <a:ext cx="3206115" cy="0"/>
          </a:xfrm>
          <a:custGeom>
            <a:avLst/>
            <a:gdLst/>
            <a:ahLst/>
            <a:cxnLst/>
            <a:rect l="l" t="t" r="r" b="b"/>
            <a:pathLst>
              <a:path w="3206115" h="0">
                <a:moveTo>
                  <a:pt x="0" y="0"/>
                </a:moveTo>
                <a:lnTo>
                  <a:pt x="3206088" y="0"/>
                </a:lnTo>
              </a:path>
            </a:pathLst>
          </a:custGeom>
          <a:ln w="4364">
            <a:solidFill>
              <a:srgbClr val="EBEBEB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8987" y="2447683"/>
            <a:ext cx="1542415" cy="4445"/>
          </a:xfrm>
          <a:custGeom>
            <a:avLst/>
            <a:gdLst/>
            <a:ahLst/>
            <a:cxnLst/>
            <a:rect l="l" t="t" r="r" b="b"/>
            <a:pathLst>
              <a:path w="1542414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1542414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1542414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1542414" h="4444">
                <a:moveTo>
                  <a:pt x="171310" y="0"/>
                </a:moveTo>
                <a:lnTo>
                  <a:pt x="146837" y="0"/>
                </a:lnTo>
                <a:lnTo>
                  <a:pt x="146837" y="4356"/>
                </a:lnTo>
                <a:lnTo>
                  <a:pt x="171310" y="4356"/>
                </a:lnTo>
                <a:lnTo>
                  <a:pt x="171310" y="0"/>
                </a:lnTo>
                <a:close/>
              </a:path>
              <a:path w="1542414" h="4444">
                <a:moveTo>
                  <a:pt x="220268" y="0"/>
                </a:moveTo>
                <a:lnTo>
                  <a:pt x="195795" y="0"/>
                </a:lnTo>
                <a:lnTo>
                  <a:pt x="195795" y="4356"/>
                </a:lnTo>
                <a:lnTo>
                  <a:pt x="220268" y="4356"/>
                </a:lnTo>
                <a:lnTo>
                  <a:pt x="220268" y="0"/>
                </a:lnTo>
                <a:close/>
              </a:path>
              <a:path w="1542414" h="4444">
                <a:moveTo>
                  <a:pt x="269214" y="0"/>
                </a:moveTo>
                <a:lnTo>
                  <a:pt x="244741" y="0"/>
                </a:lnTo>
                <a:lnTo>
                  <a:pt x="244741" y="4356"/>
                </a:lnTo>
                <a:lnTo>
                  <a:pt x="269214" y="4356"/>
                </a:lnTo>
                <a:lnTo>
                  <a:pt x="269214" y="0"/>
                </a:lnTo>
                <a:close/>
              </a:path>
              <a:path w="1542414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1542414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1542414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1542414" h="4444">
                <a:moveTo>
                  <a:pt x="464997" y="0"/>
                </a:moveTo>
                <a:lnTo>
                  <a:pt x="440524" y="0"/>
                </a:lnTo>
                <a:lnTo>
                  <a:pt x="440524" y="4356"/>
                </a:lnTo>
                <a:lnTo>
                  <a:pt x="464997" y="4356"/>
                </a:lnTo>
                <a:lnTo>
                  <a:pt x="464997" y="0"/>
                </a:lnTo>
                <a:close/>
              </a:path>
              <a:path w="1542414" h="4444">
                <a:moveTo>
                  <a:pt x="513956" y="0"/>
                </a:moveTo>
                <a:lnTo>
                  <a:pt x="489483" y="0"/>
                </a:lnTo>
                <a:lnTo>
                  <a:pt x="489483" y="4356"/>
                </a:lnTo>
                <a:lnTo>
                  <a:pt x="513956" y="4356"/>
                </a:lnTo>
                <a:lnTo>
                  <a:pt x="513956" y="0"/>
                </a:lnTo>
                <a:close/>
              </a:path>
              <a:path w="1542414" h="4444">
                <a:moveTo>
                  <a:pt x="562902" y="0"/>
                </a:moveTo>
                <a:lnTo>
                  <a:pt x="538429" y="0"/>
                </a:lnTo>
                <a:lnTo>
                  <a:pt x="538429" y="4356"/>
                </a:lnTo>
                <a:lnTo>
                  <a:pt x="562902" y="4356"/>
                </a:lnTo>
                <a:lnTo>
                  <a:pt x="562902" y="0"/>
                </a:lnTo>
                <a:close/>
              </a:path>
              <a:path w="1542414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1542414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1542414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1542414" h="4444">
                <a:moveTo>
                  <a:pt x="758685" y="0"/>
                </a:moveTo>
                <a:lnTo>
                  <a:pt x="734212" y="0"/>
                </a:lnTo>
                <a:lnTo>
                  <a:pt x="734212" y="4356"/>
                </a:lnTo>
                <a:lnTo>
                  <a:pt x="758685" y="4356"/>
                </a:lnTo>
                <a:lnTo>
                  <a:pt x="758685" y="0"/>
                </a:lnTo>
                <a:close/>
              </a:path>
              <a:path w="1542414" h="4444">
                <a:moveTo>
                  <a:pt x="807643" y="0"/>
                </a:moveTo>
                <a:lnTo>
                  <a:pt x="783170" y="0"/>
                </a:lnTo>
                <a:lnTo>
                  <a:pt x="783170" y="4356"/>
                </a:lnTo>
                <a:lnTo>
                  <a:pt x="807643" y="4356"/>
                </a:lnTo>
                <a:lnTo>
                  <a:pt x="807643" y="0"/>
                </a:lnTo>
                <a:close/>
              </a:path>
              <a:path w="1542414" h="4444">
                <a:moveTo>
                  <a:pt x="856589" y="0"/>
                </a:moveTo>
                <a:lnTo>
                  <a:pt x="832116" y="0"/>
                </a:lnTo>
                <a:lnTo>
                  <a:pt x="832116" y="4356"/>
                </a:lnTo>
                <a:lnTo>
                  <a:pt x="856589" y="4356"/>
                </a:lnTo>
                <a:lnTo>
                  <a:pt x="856589" y="0"/>
                </a:lnTo>
                <a:close/>
              </a:path>
              <a:path w="1542414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1542414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  <a:path w="1542414" h="4444">
                <a:moveTo>
                  <a:pt x="1003427" y="0"/>
                </a:moveTo>
                <a:lnTo>
                  <a:pt x="978954" y="0"/>
                </a:lnTo>
                <a:lnTo>
                  <a:pt x="978954" y="4356"/>
                </a:lnTo>
                <a:lnTo>
                  <a:pt x="1003427" y="4356"/>
                </a:lnTo>
                <a:lnTo>
                  <a:pt x="1003427" y="0"/>
                </a:lnTo>
                <a:close/>
              </a:path>
              <a:path w="1542414" h="4444">
                <a:moveTo>
                  <a:pt x="1052372" y="0"/>
                </a:moveTo>
                <a:lnTo>
                  <a:pt x="1027899" y="0"/>
                </a:lnTo>
                <a:lnTo>
                  <a:pt x="1027899" y="4356"/>
                </a:lnTo>
                <a:lnTo>
                  <a:pt x="1052372" y="4356"/>
                </a:lnTo>
                <a:lnTo>
                  <a:pt x="1052372" y="0"/>
                </a:lnTo>
                <a:close/>
              </a:path>
              <a:path w="1542414" h="4444">
                <a:moveTo>
                  <a:pt x="1101331" y="0"/>
                </a:moveTo>
                <a:lnTo>
                  <a:pt x="1076858" y="0"/>
                </a:lnTo>
                <a:lnTo>
                  <a:pt x="1076858" y="4356"/>
                </a:lnTo>
                <a:lnTo>
                  <a:pt x="1101331" y="4356"/>
                </a:lnTo>
                <a:lnTo>
                  <a:pt x="1101331" y="0"/>
                </a:lnTo>
                <a:close/>
              </a:path>
              <a:path w="1542414" h="4444">
                <a:moveTo>
                  <a:pt x="1150277" y="0"/>
                </a:moveTo>
                <a:lnTo>
                  <a:pt x="1125804" y="0"/>
                </a:lnTo>
                <a:lnTo>
                  <a:pt x="1125804" y="4356"/>
                </a:lnTo>
                <a:lnTo>
                  <a:pt x="1150277" y="4356"/>
                </a:lnTo>
                <a:lnTo>
                  <a:pt x="1150277" y="0"/>
                </a:lnTo>
                <a:close/>
              </a:path>
              <a:path w="1542414" h="4444">
                <a:moveTo>
                  <a:pt x="1199222" y="0"/>
                </a:moveTo>
                <a:lnTo>
                  <a:pt x="1174750" y="0"/>
                </a:lnTo>
                <a:lnTo>
                  <a:pt x="1174750" y="4356"/>
                </a:lnTo>
                <a:lnTo>
                  <a:pt x="1199222" y="4356"/>
                </a:lnTo>
                <a:lnTo>
                  <a:pt x="1199222" y="0"/>
                </a:lnTo>
                <a:close/>
              </a:path>
              <a:path w="1542414" h="4444">
                <a:moveTo>
                  <a:pt x="1248168" y="0"/>
                </a:moveTo>
                <a:lnTo>
                  <a:pt x="1223695" y="0"/>
                </a:lnTo>
                <a:lnTo>
                  <a:pt x="1223695" y="4356"/>
                </a:lnTo>
                <a:lnTo>
                  <a:pt x="1248168" y="4356"/>
                </a:lnTo>
                <a:lnTo>
                  <a:pt x="1248168" y="0"/>
                </a:lnTo>
                <a:close/>
              </a:path>
              <a:path w="1542414" h="4444">
                <a:moveTo>
                  <a:pt x="1297114" y="0"/>
                </a:moveTo>
                <a:lnTo>
                  <a:pt x="1272641" y="0"/>
                </a:lnTo>
                <a:lnTo>
                  <a:pt x="1272641" y="4356"/>
                </a:lnTo>
                <a:lnTo>
                  <a:pt x="1297114" y="4356"/>
                </a:lnTo>
                <a:lnTo>
                  <a:pt x="1297114" y="0"/>
                </a:lnTo>
                <a:close/>
              </a:path>
              <a:path w="1542414" h="4444">
                <a:moveTo>
                  <a:pt x="1346060" y="0"/>
                </a:moveTo>
                <a:lnTo>
                  <a:pt x="1321587" y="0"/>
                </a:lnTo>
                <a:lnTo>
                  <a:pt x="1321587" y="4356"/>
                </a:lnTo>
                <a:lnTo>
                  <a:pt x="1346060" y="4356"/>
                </a:lnTo>
                <a:lnTo>
                  <a:pt x="1346060" y="0"/>
                </a:lnTo>
                <a:close/>
              </a:path>
              <a:path w="1542414" h="4444">
                <a:moveTo>
                  <a:pt x="1395018" y="0"/>
                </a:moveTo>
                <a:lnTo>
                  <a:pt x="1370545" y="0"/>
                </a:lnTo>
                <a:lnTo>
                  <a:pt x="1370545" y="4356"/>
                </a:lnTo>
                <a:lnTo>
                  <a:pt x="1395018" y="4356"/>
                </a:lnTo>
                <a:lnTo>
                  <a:pt x="1395018" y="0"/>
                </a:lnTo>
                <a:close/>
              </a:path>
              <a:path w="1542414" h="4444">
                <a:moveTo>
                  <a:pt x="1443964" y="0"/>
                </a:moveTo>
                <a:lnTo>
                  <a:pt x="1419491" y="0"/>
                </a:lnTo>
                <a:lnTo>
                  <a:pt x="1419491" y="4356"/>
                </a:lnTo>
                <a:lnTo>
                  <a:pt x="1443964" y="4356"/>
                </a:lnTo>
                <a:lnTo>
                  <a:pt x="1443964" y="0"/>
                </a:lnTo>
                <a:close/>
              </a:path>
              <a:path w="1542414" h="4444">
                <a:moveTo>
                  <a:pt x="1492910" y="0"/>
                </a:moveTo>
                <a:lnTo>
                  <a:pt x="1468437" y="0"/>
                </a:lnTo>
                <a:lnTo>
                  <a:pt x="1468437" y="4356"/>
                </a:lnTo>
                <a:lnTo>
                  <a:pt x="1492910" y="4356"/>
                </a:lnTo>
                <a:lnTo>
                  <a:pt x="1492910" y="0"/>
                </a:lnTo>
                <a:close/>
              </a:path>
              <a:path w="1542414" h="4444">
                <a:moveTo>
                  <a:pt x="1541856" y="0"/>
                </a:moveTo>
                <a:lnTo>
                  <a:pt x="1517383" y="0"/>
                </a:lnTo>
                <a:lnTo>
                  <a:pt x="1517383" y="4356"/>
                </a:lnTo>
                <a:lnTo>
                  <a:pt x="1541856" y="4356"/>
                </a:lnTo>
                <a:lnTo>
                  <a:pt x="1541856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796908" y="2447683"/>
            <a:ext cx="1248410" cy="4445"/>
          </a:xfrm>
          <a:custGeom>
            <a:avLst/>
            <a:gdLst/>
            <a:ahLst/>
            <a:cxnLst/>
            <a:rect l="l" t="t" r="r" b="b"/>
            <a:pathLst>
              <a:path w="1248410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1248410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1248410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1248410" h="4444">
                <a:moveTo>
                  <a:pt x="171310" y="0"/>
                </a:moveTo>
                <a:lnTo>
                  <a:pt x="146837" y="0"/>
                </a:lnTo>
                <a:lnTo>
                  <a:pt x="146837" y="4356"/>
                </a:lnTo>
                <a:lnTo>
                  <a:pt x="171310" y="4356"/>
                </a:lnTo>
                <a:lnTo>
                  <a:pt x="171310" y="0"/>
                </a:lnTo>
                <a:close/>
              </a:path>
              <a:path w="1248410" h="4444">
                <a:moveTo>
                  <a:pt x="220256" y="0"/>
                </a:moveTo>
                <a:lnTo>
                  <a:pt x="195783" y="0"/>
                </a:lnTo>
                <a:lnTo>
                  <a:pt x="195783" y="4356"/>
                </a:lnTo>
                <a:lnTo>
                  <a:pt x="220256" y="4356"/>
                </a:lnTo>
                <a:lnTo>
                  <a:pt x="220256" y="0"/>
                </a:lnTo>
                <a:close/>
              </a:path>
              <a:path w="1248410" h="4444">
                <a:moveTo>
                  <a:pt x="269201" y="0"/>
                </a:moveTo>
                <a:lnTo>
                  <a:pt x="244729" y="0"/>
                </a:lnTo>
                <a:lnTo>
                  <a:pt x="244729" y="4356"/>
                </a:lnTo>
                <a:lnTo>
                  <a:pt x="269201" y="4356"/>
                </a:lnTo>
                <a:lnTo>
                  <a:pt x="269201" y="0"/>
                </a:lnTo>
                <a:close/>
              </a:path>
              <a:path w="1248410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1248410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1248410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1248410" h="4444">
                <a:moveTo>
                  <a:pt x="464997" y="0"/>
                </a:moveTo>
                <a:lnTo>
                  <a:pt x="440524" y="0"/>
                </a:lnTo>
                <a:lnTo>
                  <a:pt x="440524" y="4356"/>
                </a:lnTo>
                <a:lnTo>
                  <a:pt x="464997" y="4356"/>
                </a:lnTo>
                <a:lnTo>
                  <a:pt x="464997" y="0"/>
                </a:lnTo>
                <a:close/>
              </a:path>
              <a:path w="1248410" h="4444">
                <a:moveTo>
                  <a:pt x="513943" y="0"/>
                </a:moveTo>
                <a:lnTo>
                  <a:pt x="489470" y="0"/>
                </a:lnTo>
                <a:lnTo>
                  <a:pt x="489470" y="4356"/>
                </a:lnTo>
                <a:lnTo>
                  <a:pt x="513943" y="4356"/>
                </a:lnTo>
                <a:lnTo>
                  <a:pt x="513943" y="0"/>
                </a:lnTo>
                <a:close/>
              </a:path>
              <a:path w="1248410" h="4444">
                <a:moveTo>
                  <a:pt x="562889" y="0"/>
                </a:moveTo>
                <a:lnTo>
                  <a:pt x="538416" y="0"/>
                </a:lnTo>
                <a:lnTo>
                  <a:pt x="538416" y="4356"/>
                </a:lnTo>
                <a:lnTo>
                  <a:pt x="562889" y="4356"/>
                </a:lnTo>
                <a:lnTo>
                  <a:pt x="562889" y="0"/>
                </a:lnTo>
                <a:close/>
              </a:path>
              <a:path w="1248410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1248410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1248410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1248410" h="4444">
                <a:moveTo>
                  <a:pt x="758685" y="0"/>
                </a:moveTo>
                <a:lnTo>
                  <a:pt x="734212" y="0"/>
                </a:lnTo>
                <a:lnTo>
                  <a:pt x="734212" y="4356"/>
                </a:lnTo>
                <a:lnTo>
                  <a:pt x="758685" y="4356"/>
                </a:lnTo>
                <a:lnTo>
                  <a:pt x="758685" y="0"/>
                </a:lnTo>
                <a:close/>
              </a:path>
              <a:path w="1248410" h="4444">
                <a:moveTo>
                  <a:pt x="807631" y="0"/>
                </a:moveTo>
                <a:lnTo>
                  <a:pt x="783158" y="0"/>
                </a:lnTo>
                <a:lnTo>
                  <a:pt x="783158" y="4356"/>
                </a:lnTo>
                <a:lnTo>
                  <a:pt x="807631" y="4356"/>
                </a:lnTo>
                <a:lnTo>
                  <a:pt x="807631" y="0"/>
                </a:lnTo>
                <a:close/>
              </a:path>
              <a:path w="1248410" h="4444">
                <a:moveTo>
                  <a:pt x="856576" y="0"/>
                </a:moveTo>
                <a:lnTo>
                  <a:pt x="832104" y="0"/>
                </a:lnTo>
                <a:lnTo>
                  <a:pt x="832104" y="4356"/>
                </a:lnTo>
                <a:lnTo>
                  <a:pt x="856576" y="4356"/>
                </a:lnTo>
                <a:lnTo>
                  <a:pt x="856576" y="0"/>
                </a:lnTo>
                <a:close/>
              </a:path>
              <a:path w="1248410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1248410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  <a:path w="1248410" h="4444">
                <a:moveTo>
                  <a:pt x="1003427" y="0"/>
                </a:moveTo>
                <a:lnTo>
                  <a:pt x="978954" y="0"/>
                </a:lnTo>
                <a:lnTo>
                  <a:pt x="978954" y="4356"/>
                </a:lnTo>
                <a:lnTo>
                  <a:pt x="1003427" y="4356"/>
                </a:lnTo>
                <a:lnTo>
                  <a:pt x="1003427" y="0"/>
                </a:lnTo>
                <a:close/>
              </a:path>
              <a:path w="1248410" h="4444">
                <a:moveTo>
                  <a:pt x="1052372" y="0"/>
                </a:moveTo>
                <a:lnTo>
                  <a:pt x="1027899" y="0"/>
                </a:lnTo>
                <a:lnTo>
                  <a:pt x="1027899" y="4356"/>
                </a:lnTo>
                <a:lnTo>
                  <a:pt x="1052372" y="4356"/>
                </a:lnTo>
                <a:lnTo>
                  <a:pt x="1052372" y="0"/>
                </a:lnTo>
                <a:close/>
              </a:path>
              <a:path w="1248410" h="4444">
                <a:moveTo>
                  <a:pt x="1101318" y="0"/>
                </a:moveTo>
                <a:lnTo>
                  <a:pt x="1076845" y="0"/>
                </a:lnTo>
                <a:lnTo>
                  <a:pt x="1076845" y="4356"/>
                </a:lnTo>
                <a:lnTo>
                  <a:pt x="1101318" y="4356"/>
                </a:lnTo>
                <a:lnTo>
                  <a:pt x="1101318" y="0"/>
                </a:lnTo>
                <a:close/>
              </a:path>
              <a:path w="1248410" h="4444">
                <a:moveTo>
                  <a:pt x="1150264" y="0"/>
                </a:moveTo>
                <a:lnTo>
                  <a:pt x="1125791" y="0"/>
                </a:lnTo>
                <a:lnTo>
                  <a:pt x="1125791" y="4356"/>
                </a:lnTo>
                <a:lnTo>
                  <a:pt x="1150264" y="4356"/>
                </a:lnTo>
                <a:lnTo>
                  <a:pt x="1150264" y="0"/>
                </a:lnTo>
                <a:close/>
              </a:path>
              <a:path w="1248410" h="4444">
                <a:moveTo>
                  <a:pt x="1199222" y="0"/>
                </a:moveTo>
                <a:lnTo>
                  <a:pt x="1174750" y="0"/>
                </a:lnTo>
                <a:lnTo>
                  <a:pt x="1174750" y="4356"/>
                </a:lnTo>
                <a:lnTo>
                  <a:pt x="1199222" y="4356"/>
                </a:lnTo>
                <a:lnTo>
                  <a:pt x="1199222" y="0"/>
                </a:lnTo>
                <a:close/>
              </a:path>
              <a:path w="1248410" h="4444">
                <a:moveTo>
                  <a:pt x="1248168" y="0"/>
                </a:moveTo>
                <a:lnTo>
                  <a:pt x="1223695" y="0"/>
                </a:lnTo>
                <a:lnTo>
                  <a:pt x="1223695" y="4356"/>
                </a:lnTo>
                <a:lnTo>
                  <a:pt x="1248168" y="4356"/>
                </a:lnTo>
                <a:lnTo>
                  <a:pt x="124816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38987" y="1712150"/>
            <a:ext cx="1199515" cy="4445"/>
          </a:xfrm>
          <a:custGeom>
            <a:avLst/>
            <a:gdLst/>
            <a:ahLst/>
            <a:cxnLst/>
            <a:rect l="l" t="t" r="r" b="b"/>
            <a:pathLst>
              <a:path w="1199514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199514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199514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199514" h="4444">
                <a:moveTo>
                  <a:pt x="171310" y="0"/>
                </a:moveTo>
                <a:lnTo>
                  <a:pt x="146837" y="0"/>
                </a:lnTo>
                <a:lnTo>
                  <a:pt x="146837" y="4368"/>
                </a:lnTo>
                <a:lnTo>
                  <a:pt x="171310" y="4368"/>
                </a:lnTo>
                <a:lnTo>
                  <a:pt x="171310" y="0"/>
                </a:lnTo>
                <a:close/>
              </a:path>
              <a:path w="1199514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199514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199514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199514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199514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199514" h="4444">
                <a:moveTo>
                  <a:pt x="464997" y="0"/>
                </a:moveTo>
                <a:lnTo>
                  <a:pt x="440524" y="0"/>
                </a:lnTo>
                <a:lnTo>
                  <a:pt x="440524" y="4368"/>
                </a:lnTo>
                <a:lnTo>
                  <a:pt x="464997" y="4368"/>
                </a:lnTo>
                <a:lnTo>
                  <a:pt x="464997" y="0"/>
                </a:lnTo>
                <a:close/>
              </a:path>
              <a:path w="1199514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199514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199514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199514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199514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199514" h="4444">
                <a:moveTo>
                  <a:pt x="758685" y="0"/>
                </a:moveTo>
                <a:lnTo>
                  <a:pt x="734212" y="0"/>
                </a:lnTo>
                <a:lnTo>
                  <a:pt x="734212" y="4368"/>
                </a:lnTo>
                <a:lnTo>
                  <a:pt x="758685" y="4368"/>
                </a:lnTo>
                <a:lnTo>
                  <a:pt x="758685" y="0"/>
                </a:lnTo>
                <a:close/>
              </a:path>
              <a:path w="1199514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199514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199514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199514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199514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199514" h="4444">
                <a:moveTo>
                  <a:pt x="1052372" y="0"/>
                </a:moveTo>
                <a:lnTo>
                  <a:pt x="1027899" y="0"/>
                </a:lnTo>
                <a:lnTo>
                  <a:pt x="1027899" y="4368"/>
                </a:lnTo>
                <a:lnTo>
                  <a:pt x="1052372" y="4368"/>
                </a:lnTo>
                <a:lnTo>
                  <a:pt x="1052372" y="0"/>
                </a:lnTo>
                <a:close/>
              </a:path>
              <a:path w="1199514" h="4444">
                <a:moveTo>
                  <a:pt x="1101331" y="0"/>
                </a:moveTo>
                <a:lnTo>
                  <a:pt x="1076858" y="0"/>
                </a:lnTo>
                <a:lnTo>
                  <a:pt x="1076858" y="4368"/>
                </a:lnTo>
                <a:lnTo>
                  <a:pt x="1101331" y="4368"/>
                </a:lnTo>
                <a:lnTo>
                  <a:pt x="1101331" y="0"/>
                </a:lnTo>
                <a:close/>
              </a:path>
              <a:path w="1199514" h="4444">
                <a:moveTo>
                  <a:pt x="1150277" y="0"/>
                </a:moveTo>
                <a:lnTo>
                  <a:pt x="1125804" y="0"/>
                </a:lnTo>
                <a:lnTo>
                  <a:pt x="1125804" y="4368"/>
                </a:lnTo>
                <a:lnTo>
                  <a:pt x="1150277" y="4368"/>
                </a:lnTo>
                <a:lnTo>
                  <a:pt x="1150277" y="0"/>
                </a:lnTo>
                <a:close/>
              </a:path>
              <a:path w="1199514" h="4444">
                <a:moveTo>
                  <a:pt x="1199222" y="0"/>
                </a:moveTo>
                <a:lnTo>
                  <a:pt x="1174750" y="0"/>
                </a:lnTo>
                <a:lnTo>
                  <a:pt x="1174750" y="4368"/>
                </a:lnTo>
                <a:lnTo>
                  <a:pt x="1199222" y="4368"/>
                </a:lnTo>
                <a:lnTo>
                  <a:pt x="119922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05316" y="1712150"/>
            <a:ext cx="1640205" cy="4445"/>
          </a:xfrm>
          <a:custGeom>
            <a:avLst/>
            <a:gdLst/>
            <a:ahLst/>
            <a:cxnLst/>
            <a:rect l="l" t="t" r="r" b="b"/>
            <a:pathLst>
              <a:path w="1640204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640204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640204" h="4444">
                <a:moveTo>
                  <a:pt x="122377" y="0"/>
                </a:moveTo>
                <a:lnTo>
                  <a:pt x="97904" y="0"/>
                </a:lnTo>
                <a:lnTo>
                  <a:pt x="97904" y="4368"/>
                </a:lnTo>
                <a:lnTo>
                  <a:pt x="122377" y="4368"/>
                </a:lnTo>
                <a:lnTo>
                  <a:pt x="122377" y="0"/>
                </a:lnTo>
                <a:close/>
              </a:path>
              <a:path w="1640204" h="4444">
                <a:moveTo>
                  <a:pt x="171323" y="0"/>
                </a:moveTo>
                <a:lnTo>
                  <a:pt x="146850" y="0"/>
                </a:lnTo>
                <a:lnTo>
                  <a:pt x="146850" y="4368"/>
                </a:lnTo>
                <a:lnTo>
                  <a:pt x="171323" y="4368"/>
                </a:lnTo>
                <a:lnTo>
                  <a:pt x="171323" y="0"/>
                </a:lnTo>
                <a:close/>
              </a:path>
              <a:path w="1640204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640204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640204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640204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640204" h="4444">
                <a:moveTo>
                  <a:pt x="416064" y="0"/>
                </a:moveTo>
                <a:lnTo>
                  <a:pt x="391591" y="0"/>
                </a:lnTo>
                <a:lnTo>
                  <a:pt x="391591" y="4368"/>
                </a:lnTo>
                <a:lnTo>
                  <a:pt x="416064" y="4368"/>
                </a:lnTo>
                <a:lnTo>
                  <a:pt x="416064" y="0"/>
                </a:lnTo>
                <a:close/>
              </a:path>
              <a:path w="1640204" h="4444">
                <a:moveTo>
                  <a:pt x="465010" y="0"/>
                </a:moveTo>
                <a:lnTo>
                  <a:pt x="440537" y="0"/>
                </a:lnTo>
                <a:lnTo>
                  <a:pt x="440537" y="4368"/>
                </a:lnTo>
                <a:lnTo>
                  <a:pt x="465010" y="4368"/>
                </a:lnTo>
                <a:lnTo>
                  <a:pt x="465010" y="0"/>
                </a:lnTo>
                <a:close/>
              </a:path>
              <a:path w="1640204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640204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640204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640204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640204" h="4444">
                <a:moveTo>
                  <a:pt x="709752" y="0"/>
                </a:moveTo>
                <a:lnTo>
                  <a:pt x="685279" y="0"/>
                </a:lnTo>
                <a:lnTo>
                  <a:pt x="685279" y="4368"/>
                </a:lnTo>
                <a:lnTo>
                  <a:pt x="709752" y="4368"/>
                </a:lnTo>
                <a:lnTo>
                  <a:pt x="709752" y="0"/>
                </a:lnTo>
                <a:close/>
              </a:path>
              <a:path w="1640204" h="4444">
                <a:moveTo>
                  <a:pt x="758698" y="0"/>
                </a:moveTo>
                <a:lnTo>
                  <a:pt x="734225" y="0"/>
                </a:lnTo>
                <a:lnTo>
                  <a:pt x="734225" y="4368"/>
                </a:lnTo>
                <a:lnTo>
                  <a:pt x="758698" y="4368"/>
                </a:lnTo>
                <a:lnTo>
                  <a:pt x="758698" y="0"/>
                </a:lnTo>
                <a:close/>
              </a:path>
              <a:path w="1640204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640204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640204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640204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640204" h="4444">
                <a:moveTo>
                  <a:pt x="1003439" y="0"/>
                </a:moveTo>
                <a:lnTo>
                  <a:pt x="978966" y="0"/>
                </a:lnTo>
                <a:lnTo>
                  <a:pt x="978966" y="4368"/>
                </a:lnTo>
                <a:lnTo>
                  <a:pt x="1003439" y="4368"/>
                </a:lnTo>
                <a:lnTo>
                  <a:pt x="1003439" y="0"/>
                </a:lnTo>
                <a:close/>
              </a:path>
              <a:path w="1640204" h="4444">
                <a:moveTo>
                  <a:pt x="1052385" y="0"/>
                </a:moveTo>
                <a:lnTo>
                  <a:pt x="1027912" y="0"/>
                </a:lnTo>
                <a:lnTo>
                  <a:pt x="1027912" y="4368"/>
                </a:lnTo>
                <a:lnTo>
                  <a:pt x="1052385" y="4368"/>
                </a:lnTo>
                <a:lnTo>
                  <a:pt x="1052385" y="0"/>
                </a:lnTo>
                <a:close/>
              </a:path>
              <a:path w="1640204" h="4444">
                <a:moveTo>
                  <a:pt x="1101331" y="0"/>
                </a:moveTo>
                <a:lnTo>
                  <a:pt x="1076858" y="0"/>
                </a:lnTo>
                <a:lnTo>
                  <a:pt x="1076858" y="4368"/>
                </a:lnTo>
                <a:lnTo>
                  <a:pt x="1101331" y="4368"/>
                </a:lnTo>
                <a:lnTo>
                  <a:pt x="1101331" y="0"/>
                </a:lnTo>
                <a:close/>
              </a:path>
              <a:path w="1640204" h="4444">
                <a:moveTo>
                  <a:pt x="1150277" y="0"/>
                </a:moveTo>
                <a:lnTo>
                  <a:pt x="1125804" y="0"/>
                </a:lnTo>
                <a:lnTo>
                  <a:pt x="1125804" y="4368"/>
                </a:lnTo>
                <a:lnTo>
                  <a:pt x="1150277" y="4368"/>
                </a:lnTo>
                <a:lnTo>
                  <a:pt x="1150277" y="0"/>
                </a:lnTo>
                <a:close/>
              </a:path>
              <a:path w="1640204" h="4444">
                <a:moveTo>
                  <a:pt x="1199222" y="0"/>
                </a:moveTo>
                <a:lnTo>
                  <a:pt x="1174750" y="0"/>
                </a:lnTo>
                <a:lnTo>
                  <a:pt x="1174750" y="4368"/>
                </a:lnTo>
                <a:lnTo>
                  <a:pt x="1199222" y="4368"/>
                </a:lnTo>
                <a:lnTo>
                  <a:pt x="1199222" y="0"/>
                </a:lnTo>
                <a:close/>
              </a:path>
              <a:path w="1640204" h="4444">
                <a:moveTo>
                  <a:pt x="1248168" y="0"/>
                </a:moveTo>
                <a:lnTo>
                  <a:pt x="1223695" y="0"/>
                </a:lnTo>
                <a:lnTo>
                  <a:pt x="1223695" y="4368"/>
                </a:lnTo>
                <a:lnTo>
                  <a:pt x="1248168" y="4368"/>
                </a:lnTo>
                <a:lnTo>
                  <a:pt x="1248168" y="0"/>
                </a:lnTo>
                <a:close/>
              </a:path>
              <a:path w="1640204" h="4444">
                <a:moveTo>
                  <a:pt x="1297127" y="0"/>
                </a:moveTo>
                <a:lnTo>
                  <a:pt x="1272654" y="0"/>
                </a:lnTo>
                <a:lnTo>
                  <a:pt x="1272654" y="4368"/>
                </a:lnTo>
                <a:lnTo>
                  <a:pt x="1297127" y="4368"/>
                </a:lnTo>
                <a:lnTo>
                  <a:pt x="1297127" y="0"/>
                </a:lnTo>
                <a:close/>
              </a:path>
              <a:path w="1640204" h="4444">
                <a:moveTo>
                  <a:pt x="1346073" y="0"/>
                </a:moveTo>
                <a:lnTo>
                  <a:pt x="1321600" y="0"/>
                </a:lnTo>
                <a:lnTo>
                  <a:pt x="1321600" y="4368"/>
                </a:lnTo>
                <a:lnTo>
                  <a:pt x="1346073" y="4368"/>
                </a:lnTo>
                <a:lnTo>
                  <a:pt x="1346073" y="0"/>
                </a:lnTo>
                <a:close/>
              </a:path>
              <a:path w="1640204" h="4444">
                <a:moveTo>
                  <a:pt x="1395018" y="0"/>
                </a:moveTo>
                <a:lnTo>
                  <a:pt x="1370545" y="0"/>
                </a:lnTo>
                <a:lnTo>
                  <a:pt x="1370545" y="4368"/>
                </a:lnTo>
                <a:lnTo>
                  <a:pt x="1395018" y="4368"/>
                </a:lnTo>
                <a:lnTo>
                  <a:pt x="1395018" y="0"/>
                </a:lnTo>
                <a:close/>
              </a:path>
              <a:path w="1640204" h="4444">
                <a:moveTo>
                  <a:pt x="1443964" y="0"/>
                </a:moveTo>
                <a:lnTo>
                  <a:pt x="1419491" y="0"/>
                </a:lnTo>
                <a:lnTo>
                  <a:pt x="1419491" y="4368"/>
                </a:lnTo>
                <a:lnTo>
                  <a:pt x="1443964" y="4368"/>
                </a:lnTo>
                <a:lnTo>
                  <a:pt x="1443964" y="0"/>
                </a:lnTo>
                <a:close/>
              </a:path>
              <a:path w="1640204" h="4444">
                <a:moveTo>
                  <a:pt x="1492910" y="0"/>
                </a:moveTo>
                <a:lnTo>
                  <a:pt x="1468437" y="0"/>
                </a:lnTo>
                <a:lnTo>
                  <a:pt x="1468437" y="4368"/>
                </a:lnTo>
                <a:lnTo>
                  <a:pt x="1492910" y="4368"/>
                </a:lnTo>
                <a:lnTo>
                  <a:pt x="1492910" y="0"/>
                </a:lnTo>
                <a:close/>
              </a:path>
              <a:path w="1640204" h="4444">
                <a:moveTo>
                  <a:pt x="1541856" y="0"/>
                </a:moveTo>
                <a:lnTo>
                  <a:pt x="1517383" y="0"/>
                </a:lnTo>
                <a:lnTo>
                  <a:pt x="1517383" y="4368"/>
                </a:lnTo>
                <a:lnTo>
                  <a:pt x="1541856" y="4368"/>
                </a:lnTo>
                <a:lnTo>
                  <a:pt x="1541856" y="0"/>
                </a:lnTo>
                <a:close/>
              </a:path>
              <a:path w="1640204" h="4444">
                <a:moveTo>
                  <a:pt x="1590814" y="0"/>
                </a:moveTo>
                <a:lnTo>
                  <a:pt x="1566341" y="0"/>
                </a:lnTo>
                <a:lnTo>
                  <a:pt x="1566341" y="4368"/>
                </a:lnTo>
                <a:lnTo>
                  <a:pt x="1590814" y="4368"/>
                </a:lnTo>
                <a:lnTo>
                  <a:pt x="1590814" y="0"/>
                </a:lnTo>
                <a:close/>
              </a:path>
              <a:path w="1640204" h="4444">
                <a:moveTo>
                  <a:pt x="1639760" y="0"/>
                </a:moveTo>
                <a:lnTo>
                  <a:pt x="1615287" y="0"/>
                </a:lnTo>
                <a:lnTo>
                  <a:pt x="1615287" y="4368"/>
                </a:lnTo>
                <a:lnTo>
                  <a:pt x="1639760" y="4368"/>
                </a:lnTo>
                <a:lnTo>
                  <a:pt x="163976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616209" y="459540"/>
            <a:ext cx="3439795" cy="3430270"/>
            <a:chOff x="616209" y="459540"/>
            <a:chExt cx="3439795" cy="3430270"/>
          </a:xfrm>
        </p:grpSpPr>
        <p:sp>
          <p:nvSpPr>
            <p:cNvPr id="9" name="object 9" descr=""/>
            <p:cNvSpPr/>
            <p:nvPr/>
          </p:nvSpPr>
          <p:spPr>
            <a:xfrm>
              <a:off x="838992" y="978793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5001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77847" y="485507"/>
              <a:ext cx="734695" cy="3215005"/>
            </a:xfrm>
            <a:custGeom>
              <a:avLst/>
              <a:gdLst/>
              <a:ahLst/>
              <a:cxnLst/>
              <a:rect l="l" t="t" r="r" b="b"/>
              <a:pathLst>
                <a:path w="734694" h="3215004">
                  <a:moveTo>
                    <a:pt x="4343" y="3190214"/>
                  </a:moveTo>
                  <a:lnTo>
                    <a:pt x="0" y="3190214"/>
                  </a:lnTo>
                  <a:lnTo>
                    <a:pt x="0" y="3214751"/>
                  </a:lnTo>
                  <a:lnTo>
                    <a:pt x="4343" y="3214751"/>
                  </a:lnTo>
                  <a:lnTo>
                    <a:pt x="4343" y="3190214"/>
                  </a:lnTo>
                  <a:close/>
                </a:path>
                <a:path w="734694" h="3215004">
                  <a:moveTo>
                    <a:pt x="4343" y="3141129"/>
                  </a:moveTo>
                  <a:lnTo>
                    <a:pt x="0" y="3141129"/>
                  </a:lnTo>
                  <a:lnTo>
                    <a:pt x="0" y="3165665"/>
                  </a:lnTo>
                  <a:lnTo>
                    <a:pt x="4343" y="3165665"/>
                  </a:lnTo>
                  <a:lnTo>
                    <a:pt x="4343" y="3141129"/>
                  </a:lnTo>
                  <a:close/>
                </a:path>
                <a:path w="734694" h="3215004">
                  <a:moveTo>
                    <a:pt x="4343" y="3092043"/>
                  </a:moveTo>
                  <a:lnTo>
                    <a:pt x="0" y="3092043"/>
                  </a:lnTo>
                  <a:lnTo>
                    <a:pt x="0" y="3116592"/>
                  </a:lnTo>
                  <a:lnTo>
                    <a:pt x="4343" y="3116592"/>
                  </a:lnTo>
                  <a:lnTo>
                    <a:pt x="4343" y="3092043"/>
                  </a:lnTo>
                  <a:close/>
                </a:path>
                <a:path w="734694" h="3215004">
                  <a:moveTo>
                    <a:pt x="4343" y="3042970"/>
                  </a:moveTo>
                  <a:lnTo>
                    <a:pt x="0" y="3042970"/>
                  </a:lnTo>
                  <a:lnTo>
                    <a:pt x="0" y="3067507"/>
                  </a:lnTo>
                  <a:lnTo>
                    <a:pt x="4343" y="3067507"/>
                  </a:lnTo>
                  <a:lnTo>
                    <a:pt x="4343" y="3042970"/>
                  </a:lnTo>
                  <a:close/>
                </a:path>
                <a:path w="734694" h="3215004">
                  <a:moveTo>
                    <a:pt x="4343" y="2993885"/>
                  </a:moveTo>
                  <a:lnTo>
                    <a:pt x="0" y="2993885"/>
                  </a:lnTo>
                  <a:lnTo>
                    <a:pt x="0" y="3018434"/>
                  </a:lnTo>
                  <a:lnTo>
                    <a:pt x="4343" y="3018434"/>
                  </a:lnTo>
                  <a:lnTo>
                    <a:pt x="4343" y="2993885"/>
                  </a:lnTo>
                  <a:close/>
                </a:path>
                <a:path w="734694" h="3215004">
                  <a:moveTo>
                    <a:pt x="4343" y="2944812"/>
                  </a:moveTo>
                  <a:lnTo>
                    <a:pt x="0" y="2944812"/>
                  </a:lnTo>
                  <a:lnTo>
                    <a:pt x="0" y="2969349"/>
                  </a:lnTo>
                  <a:lnTo>
                    <a:pt x="4343" y="2969349"/>
                  </a:lnTo>
                  <a:lnTo>
                    <a:pt x="4343" y="2944812"/>
                  </a:lnTo>
                  <a:close/>
                </a:path>
                <a:path w="734694" h="3215004">
                  <a:moveTo>
                    <a:pt x="4343" y="2895727"/>
                  </a:moveTo>
                  <a:lnTo>
                    <a:pt x="0" y="2895727"/>
                  </a:lnTo>
                  <a:lnTo>
                    <a:pt x="0" y="2920263"/>
                  </a:lnTo>
                  <a:lnTo>
                    <a:pt x="4343" y="2920263"/>
                  </a:lnTo>
                  <a:lnTo>
                    <a:pt x="4343" y="2895727"/>
                  </a:lnTo>
                  <a:close/>
                </a:path>
                <a:path w="734694" h="3215004">
                  <a:moveTo>
                    <a:pt x="4343" y="2846654"/>
                  </a:moveTo>
                  <a:lnTo>
                    <a:pt x="0" y="2846654"/>
                  </a:lnTo>
                  <a:lnTo>
                    <a:pt x="0" y="2871190"/>
                  </a:lnTo>
                  <a:lnTo>
                    <a:pt x="4343" y="2871190"/>
                  </a:lnTo>
                  <a:lnTo>
                    <a:pt x="4343" y="2846654"/>
                  </a:lnTo>
                  <a:close/>
                </a:path>
                <a:path w="734694" h="3215004">
                  <a:moveTo>
                    <a:pt x="4343" y="2797568"/>
                  </a:moveTo>
                  <a:lnTo>
                    <a:pt x="0" y="2797568"/>
                  </a:lnTo>
                  <a:lnTo>
                    <a:pt x="0" y="2822105"/>
                  </a:lnTo>
                  <a:lnTo>
                    <a:pt x="4343" y="2822105"/>
                  </a:lnTo>
                  <a:lnTo>
                    <a:pt x="4343" y="2797568"/>
                  </a:lnTo>
                  <a:close/>
                </a:path>
                <a:path w="734694" h="3215004">
                  <a:moveTo>
                    <a:pt x="4343" y="2748483"/>
                  </a:moveTo>
                  <a:lnTo>
                    <a:pt x="0" y="2748483"/>
                  </a:lnTo>
                  <a:lnTo>
                    <a:pt x="0" y="2773032"/>
                  </a:lnTo>
                  <a:lnTo>
                    <a:pt x="4343" y="2773032"/>
                  </a:lnTo>
                  <a:lnTo>
                    <a:pt x="4343" y="2748483"/>
                  </a:lnTo>
                  <a:close/>
                </a:path>
                <a:path w="734694" h="3215004">
                  <a:moveTo>
                    <a:pt x="4343" y="2699410"/>
                  </a:moveTo>
                  <a:lnTo>
                    <a:pt x="0" y="2699410"/>
                  </a:lnTo>
                  <a:lnTo>
                    <a:pt x="0" y="2723946"/>
                  </a:lnTo>
                  <a:lnTo>
                    <a:pt x="4343" y="2723946"/>
                  </a:lnTo>
                  <a:lnTo>
                    <a:pt x="4343" y="2699410"/>
                  </a:lnTo>
                  <a:close/>
                </a:path>
                <a:path w="734694" h="3215004">
                  <a:moveTo>
                    <a:pt x="4343" y="2650325"/>
                  </a:moveTo>
                  <a:lnTo>
                    <a:pt x="0" y="2650325"/>
                  </a:lnTo>
                  <a:lnTo>
                    <a:pt x="0" y="2674874"/>
                  </a:lnTo>
                  <a:lnTo>
                    <a:pt x="4343" y="2674874"/>
                  </a:lnTo>
                  <a:lnTo>
                    <a:pt x="4343" y="2650325"/>
                  </a:lnTo>
                  <a:close/>
                </a:path>
                <a:path w="734694" h="3215004">
                  <a:moveTo>
                    <a:pt x="4343" y="2601252"/>
                  </a:moveTo>
                  <a:lnTo>
                    <a:pt x="0" y="2601252"/>
                  </a:lnTo>
                  <a:lnTo>
                    <a:pt x="0" y="2625788"/>
                  </a:lnTo>
                  <a:lnTo>
                    <a:pt x="4343" y="2625788"/>
                  </a:lnTo>
                  <a:lnTo>
                    <a:pt x="4343" y="2601252"/>
                  </a:lnTo>
                  <a:close/>
                </a:path>
                <a:path w="734694" h="3215004">
                  <a:moveTo>
                    <a:pt x="4343" y="2552166"/>
                  </a:moveTo>
                  <a:lnTo>
                    <a:pt x="0" y="2552166"/>
                  </a:lnTo>
                  <a:lnTo>
                    <a:pt x="0" y="2576703"/>
                  </a:lnTo>
                  <a:lnTo>
                    <a:pt x="4343" y="2576703"/>
                  </a:lnTo>
                  <a:lnTo>
                    <a:pt x="4343" y="2552166"/>
                  </a:lnTo>
                  <a:close/>
                </a:path>
                <a:path w="734694" h="3215004">
                  <a:moveTo>
                    <a:pt x="4343" y="2503081"/>
                  </a:moveTo>
                  <a:lnTo>
                    <a:pt x="0" y="2503081"/>
                  </a:lnTo>
                  <a:lnTo>
                    <a:pt x="0" y="2527630"/>
                  </a:lnTo>
                  <a:lnTo>
                    <a:pt x="4343" y="2527630"/>
                  </a:lnTo>
                  <a:lnTo>
                    <a:pt x="4343" y="2503081"/>
                  </a:lnTo>
                  <a:close/>
                </a:path>
                <a:path w="734694" h="3215004">
                  <a:moveTo>
                    <a:pt x="4343" y="2454008"/>
                  </a:moveTo>
                  <a:lnTo>
                    <a:pt x="0" y="2454008"/>
                  </a:lnTo>
                  <a:lnTo>
                    <a:pt x="0" y="2478544"/>
                  </a:lnTo>
                  <a:lnTo>
                    <a:pt x="4343" y="2478544"/>
                  </a:lnTo>
                  <a:lnTo>
                    <a:pt x="4343" y="2454008"/>
                  </a:lnTo>
                  <a:close/>
                </a:path>
                <a:path w="734694" h="3215004">
                  <a:moveTo>
                    <a:pt x="4343" y="2404922"/>
                  </a:moveTo>
                  <a:lnTo>
                    <a:pt x="0" y="2404922"/>
                  </a:lnTo>
                  <a:lnTo>
                    <a:pt x="0" y="2429472"/>
                  </a:lnTo>
                  <a:lnTo>
                    <a:pt x="4343" y="2429472"/>
                  </a:lnTo>
                  <a:lnTo>
                    <a:pt x="4343" y="2404922"/>
                  </a:lnTo>
                  <a:close/>
                </a:path>
                <a:path w="734694" h="3215004">
                  <a:moveTo>
                    <a:pt x="4343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43" y="2380386"/>
                  </a:lnTo>
                  <a:lnTo>
                    <a:pt x="4343" y="2355850"/>
                  </a:lnTo>
                  <a:close/>
                </a:path>
                <a:path w="734694" h="3215004">
                  <a:moveTo>
                    <a:pt x="4343" y="2306764"/>
                  </a:moveTo>
                  <a:lnTo>
                    <a:pt x="0" y="2306764"/>
                  </a:lnTo>
                  <a:lnTo>
                    <a:pt x="0" y="2331301"/>
                  </a:lnTo>
                  <a:lnTo>
                    <a:pt x="4343" y="2331301"/>
                  </a:lnTo>
                  <a:lnTo>
                    <a:pt x="4343" y="2306764"/>
                  </a:lnTo>
                  <a:close/>
                </a:path>
                <a:path w="734694" h="3215004">
                  <a:moveTo>
                    <a:pt x="4343" y="2257691"/>
                  </a:moveTo>
                  <a:lnTo>
                    <a:pt x="0" y="2257691"/>
                  </a:lnTo>
                  <a:lnTo>
                    <a:pt x="0" y="2282228"/>
                  </a:lnTo>
                  <a:lnTo>
                    <a:pt x="4343" y="2282228"/>
                  </a:lnTo>
                  <a:lnTo>
                    <a:pt x="4343" y="2257691"/>
                  </a:lnTo>
                  <a:close/>
                </a:path>
                <a:path w="734694" h="3215004">
                  <a:moveTo>
                    <a:pt x="4343" y="2208606"/>
                  </a:moveTo>
                  <a:lnTo>
                    <a:pt x="0" y="2208606"/>
                  </a:lnTo>
                  <a:lnTo>
                    <a:pt x="0" y="2233142"/>
                  </a:lnTo>
                  <a:lnTo>
                    <a:pt x="4343" y="2233142"/>
                  </a:lnTo>
                  <a:lnTo>
                    <a:pt x="4343" y="2208606"/>
                  </a:lnTo>
                  <a:close/>
                </a:path>
                <a:path w="734694" h="3215004">
                  <a:moveTo>
                    <a:pt x="4343" y="2159520"/>
                  </a:moveTo>
                  <a:lnTo>
                    <a:pt x="0" y="2159520"/>
                  </a:lnTo>
                  <a:lnTo>
                    <a:pt x="0" y="2184069"/>
                  </a:lnTo>
                  <a:lnTo>
                    <a:pt x="4343" y="2184069"/>
                  </a:lnTo>
                  <a:lnTo>
                    <a:pt x="4343" y="2159520"/>
                  </a:lnTo>
                  <a:close/>
                </a:path>
                <a:path w="734694" h="3215004">
                  <a:moveTo>
                    <a:pt x="4343" y="2110448"/>
                  </a:moveTo>
                  <a:lnTo>
                    <a:pt x="0" y="2110448"/>
                  </a:lnTo>
                  <a:lnTo>
                    <a:pt x="0" y="2134984"/>
                  </a:lnTo>
                  <a:lnTo>
                    <a:pt x="4343" y="2134984"/>
                  </a:lnTo>
                  <a:lnTo>
                    <a:pt x="4343" y="2110448"/>
                  </a:lnTo>
                  <a:close/>
                </a:path>
                <a:path w="734694" h="3215004">
                  <a:moveTo>
                    <a:pt x="4343" y="2061362"/>
                  </a:moveTo>
                  <a:lnTo>
                    <a:pt x="0" y="2061362"/>
                  </a:lnTo>
                  <a:lnTo>
                    <a:pt x="0" y="2085911"/>
                  </a:lnTo>
                  <a:lnTo>
                    <a:pt x="4343" y="2085911"/>
                  </a:lnTo>
                  <a:lnTo>
                    <a:pt x="4343" y="2061362"/>
                  </a:lnTo>
                  <a:close/>
                </a:path>
                <a:path w="734694" h="3215004">
                  <a:moveTo>
                    <a:pt x="4343" y="2012289"/>
                  </a:moveTo>
                  <a:lnTo>
                    <a:pt x="0" y="2012289"/>
                  </a:lnTo>
                  <a:lnTo>
                    <a:pt x="0" y="2036826"/>
                  </a:lnTo>
                  <a:lnTo>
                    <a:pt x="4343" y="2036826"/>
                  </a:lnTo>
                  <a:lnTo>
                    <a:pt x="4343" y="2012289"/>
                  </a:lnTo>
                  <a:close/>
                </a:path>
                <a:path w="734694" h="3215004">
                  <a:moveTo>
                    <a:pt x="4343" y="1963204"/>
                  </a:moveTo>
                  <a:lnTo>
                    <a:pt x="0" y="1963204"/>
                  </a:lnTo>
                  <a:lnTo>
                    <a:pt x="0" y="1987740"/>
                  </a:lnTo>
                  <a:lnTo>
                    <a:pt x="4343" y="1987740"/>
                  </a:lnTo>
                  <a:lnTo>
                    <a:pt x="4343" y="1963204"/>
                  </a:lnTo>
                  <a:close/>
                </a:path>
                <a:path w="734694" h="3215004">
                  <a:moveTo>
                    <a:pt x="4343" y="1914131"/>
                  </a:moveTo>
                  <a:lnTo>
                    <a:pt x="0" y="1914131"/>
                  </a:lnTo>
                  <a:lnTo>
                    <a:pt x="0" y="1938667"/>
                  </a:lnTo>
                  <a:lnTo>
                    <a:pt x="4343" y="1938667"/>
                  </a:lnTo>
                  <a:lnTo>
                    <a:pt x="4343" y="1914131"/>
                  </a:lnTo>
                  <a:close/>
                </a:path>
                <a:path w="734694" h="3215004">
                  <a:moveTo>
                    <a:pt x="4343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43" y="1889582"/>
                  </a:lnTo>
                  <a:lnTo>
                    <a:pt x="4343" y="1865045"/>
                  </a:lnTo>
                  <a:close/>
                </a:path>
                <a:path w="734694" h="3215004">
                  <a:moveTo>
                    <a:pt x="4343" y="1668729"/>
                  </a:moveTo>
                  <a:lnTo>
                    <a:pt x="0" y="1668729"/>
                  </a:lnTo>
                  <a:lnTo>
                    <a:pt x="0" y="1693265"/>
                  </a:lnTo>
                  <a:lnTo>
                    <a:pt x="4343" y="1693265"/>
                  </a:lnTo>
                  <a:lnTo>
                    <a:pt x="4343" y="1668729"/>
                  </a:lnTo>
                  <a:close/>
                </a:path>
                <a:path w="734694" h="3215004">
                  <a:moveTo>
                    <a:pt x="4343" y="1619643"/>
                  </a:moveTo>
                  <a:lnTo>
                    <a:pt x="0" y="1619643"/>
                  </a:lnTo>
                  <a:lnTo>
                    <a:pt x="0" y="1644180"/>
                  </a:lnTo>
                  <a:lnTo>
                    <a:pt x="4343" y="1644180"/>
                  </a:lnTo>
                  <a:lnTo>
                    <a:pt x="4343" y="1619643"/>
                  </a:lnTo>
                  <a:close/>
                </a:path>
                <a:path w="734694" h="3215004">
                  <a:moveTo>
                    <a:pt x="4343" y="1570558"/>
                  </a:moveTo>
                  <a:lnTo>
                    <a:pt x="0" y="1570558"/>
                  </a:lnTo>
                  <a:lnTo>
                    <a:pt x="0" y="1595107"/>
                  </a:lnTo>
                  <a:lnTo>
                    <a:pt x="4343" y="1595107"/>
                  </a:lnTo>
                  <a:lnTo>
                    <a:pt x="4343" y="1570558"/>
                  </a:lnTo>
                  <a:close/>
                </a:path>
                <a:path w="734694" h="3215004">
                  <a:moveTo>
                    <a:pt x="4343" y="1276083"/>
                  </a:moveTo>
                  <a:lnTo>
                    <a:pt x="0" y="1276083"/>
                  </a:lnTo>
                  <a:lnTo>
                    <a:pt x="0" y="1300619"/>
                  </a:lnTo>
                  <a:lnTo>
                    <a:pt x="4343" y="1300619"/>
                  </a:lnTo>
                  <a:lnTo>
                    <a:pt x="4343" y="1276083"/>
                  </a:lnTo>
                  <a:close/>
                </a:path>
                <a:path w="734694" h="3215004">
                  <a:moveTo>
                    <a:pt x="4343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43" y="1006144"/>
                  </a:lnTo>
                  <a:lnTo>
                    <a:pt x="4343" y="981595"/>
                  </a:lnTo>
                  <a:close/>
                </a:path>
                <a:path w="734694" h="3215004">
                  <a:moveTo>
                    <a:pt x="4343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43" y="957059"/>
                  </a:lnTo>
                  <a:lnTo>
                    <a:pt x="4343" y="932522"/>
                  </a:lnTo>
                  <a:close/>
                </a:path>
                <a:path w="734694" h="3215004">
                  <a:moveTo>
                    <a:pt x="4343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43" y="907986"/>
                  </a:lnTo>
                  <a:lnTo>
                    <a:pt x="4343" y="883437"/>
                  </a:lnTo>
                  <a:close/>
                </a:path>
                <a:path w="734694" h="3215004">
                  <a:moveTo>
                    <a:pt x="4343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43" y="858901"/>
                  </a:lnTo>
                  <a:lnTo>
                    <a:pt x="4343" y="834364"/>
                  </a:lnTo>
                  <a:close/>
                </a:path>
                <a:path w="734694" h="3215004">
                  <a:moveTo>
                    <a:pt x="4343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43" y="809815"/>
                  </a:lnTo>
                  <a:lnTo>
                    <a:pt x="4343" y="785279"/>
                  </a:lnTo>
                  <a:close/>
                </a:path>
                <a:path w="734694" h="3215004">
                  <a:moveTo>
                    <a:pt x="4343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43" y="760742"/>
                  </a:lnTo>
                  <a:lnTo>
                    <a:pt x="4343" y="736206"/>
                  </a:lnTo>
                  <a:close/>
                </a:path>
                <a:path w="734694" h="3215004">
                  <a:moveTo>
                    <a:pt x="4343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43" y="711657"/>
                  </a:lnTo>
                  <a:lnTo>
                    <a:pt x="4343" y="687120"/>
                  </a:lnTo>
                  <a:close/>
                </a:path>
                <a:path w="734694" h="3215004">
                  <a:moveTo>
                    <a:pt x="4343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43" y="662584"/>
                  </a:lnTo>
                  <a:lnTo>
                    <a:pt x="4343" y="638035"/>
                  </a:lnTo>
                  <a:close/>
                </a:path>
                <a:path w="734694" h="3215004">
                  <a:moveTo>
                    <a:pt x="4343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43" y="613498"/>
                  </a:lnTo>
                  <a:lnTo>
                    <a:pt x="4343" y="588962"/>
                  </a:lnTo>
                  <a:close/>
                </a:path>
                <a:path w="734694" h="3215004">
                  <a:moveTo>
                    <a:pt x="4343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43" y="564413"/>
                  </a:lnTo>
                  <a:lnTo>
                    <a:pt x="4343" y="539877"/>
                  </a:lnTo>
                  <a:close/>
                </a:path>
                <a:path w="734694" h="3215004">
                  <a:moveTo>
                    <a:pt x="4343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43" y="515340"/>
                  </a:lnTo>
                  <a:lnTo>
                    <a:pt x="4343" y="490804"/>
                  </a:lnTo>
                  <a:close/>
                </a:path>
                <a:path w="734694" h="3215004">
                  <a:moveTo>
                    <a:pt x="4343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43" y="466255"/>
                  </a:lnTo>
                  <a:lnTo>
                    <a:pt x="4343" y="441718"/>
                  </a:lnTo>
                  <a:close/>
                </a:path>
                <a:path w="734694" h="3215004">
                  <a:moveTo>
                    <a:pt x="4343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43" y="417182"/>
                  </a:lnTo>
                  <a:lnTo>
                    <a:pt x="4343" y="392633"/>
                  </a:lnTo>
                  <a:close/>
                </a:path>
                <a:path w="734694" h="3215004">
                  <a:moveTo>
                    <a:pt x="4343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43" y="368096"/>
                  </a:lnTo>
                  <a:lnTo>
                    <a:pt x="4343" y="343560"/>
                  </a:lnTo>
                  <a:close/>
                </a:path>
                <a:path w="734694" h="3215004">
                  <a:moveTo>
                    <a:pt x="4343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43" y="319024"/>
                  </a:lnTo>
                  <a:lnTo>
                    <a:pt x="4343" y="294474"/>
                  </a:lnTo>
                  <a:close/>
                </a:path>
                <a:path w="734694" h="3215004">
                  <a:moveTo>
                    <a:pt x="4343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43" y="269938"/>
                  </a:lnTo>
                  <a:lnTo>
                    <a:pt x="4343" y="245402"/>
                  </a:lnTo>
                  <a:close/>
                </a:path>
                <a:path w="734694" h="3215004">
                  <a:moveTo>
                    <a:pt x="4343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43" y="220853"/>
                  </a:lnTo>
                  <a:lnTo>
                    <a:pt x="4343" y="196316"/>
                  </a:lnTo>
                  <a:close/>
                </a:path>
                <a:path w="734694" h="3215004">
                  <a:moveTo>
                    <a:pt x="4343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43" y="171780"/>
                  </a:lnTo>
                  <a:lnTo>
                    <a:pt x="4343" y="147243"/>
                  </a:lnTo>
                  <a:close/>
                </a:path>
                <a:path w="734694" h="3215004">
                  <a:moveTo>
                    <a:pt x="4343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43" y="122694"/>
                  </a:lnTo>
                  <a:lnTo>
                    <a:pt x="4343" y="98158"/>
                  </a:lnTo>
                  <a:close/>
                </a:path>
                <a:path w="734694" h="3215004">
                  <a:moveTo>
                    <a:pt x="4343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43" y="73621"/>
                  </a:lnTo>
                  <a:lnTo>
                    <a:pt x="4343" y="49072"/>
                  </a:lnTo>
                  <a:close/>
                </a:path>
                <a:path w="734694" h="3215004">
                  <a:moveTo>
                    <a:pt x="4343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43" y="24536"/>
                  </a:lnTo>
                  <a:lnTo>
                    <a:pt x="4343" y="0"/>
                  </a:lnTo>
                  <a:close/>
                </a:path>
                <a:path w="734694" h="3215004">
                  <a:moveTo>
                    <a:pt x="734364" y="3190214"/>
                  </a:moveTo>
                  <a:lnTo>
                    <a:pt x="730008" y="3190214"/>
                  </a:lnTo>
                  <a:lnTo>
                    <a:pt x="730008" y="3214751"/>
                  </a:lnTo>
                  <a:lnTo>
                    <a:pt x="734364" y="3214751"/>
                  </a:lnTo>
                  <a:lnTo>
                    <a:pt x="734364" y="3190214"/>
                  </a:lnTo>
                  <a:close/>
                </a:path>
                <a:path w="734694" h="3215004">
                  <a:moveTo>
                    <a:pt x="734364" y="3141129"/>
                  </a:moveTo>
                  <a:lnTo>
                    <a:pt x="730008" y="3141129"/>
                  </a:lnTo>
                  <a:lnTo>
                    <a:pt x="730008" y="3165665"/>
                  </a:lnTo>
                  <a:lnTo>
                    <a:pt x="734364" y="3165665"/>
                  </a:lnTo>
                  <a:lnTo>
                    <a:pt x="734364" y="3141129"/>
                  </a:lnTo>
                  <a:close/>
                </a:path>
                <a:path w="734694" h="3215004">
                  <a:moveTo>
                    <a:pt x="734364" y="3092043"/>
                  </a:moveTo>
                  <a:lnTo>
                    <a:pt x="730008" y="3092043"/>
                  </a:lnTo>
                  <a:lnTo>
                    <a:pt x="730008" y="3116592"/>
                  </a:lnTo>
                  <a:lnTo>
                    <a:pt x="734364" y="3116592"/>
                  </a:lnTo>
                  <a:lnTo>
                    <a:pt x="734364" y="3092043"/>
                  </a:lnTo>
                  <a:close/>
                </a:path>
                <a:path w="734694" h="3215004">
                  <a:moveTo>
                    <a:pt x="734364" y="3042970"/>
                  </a:moveTo>
                  <a:lnTo>
                    <a:pt x="730008" y="3042970"/>
                  </a:lnTo>
                  <a:lnTo>
                    <a:pt x="730008" y="3067507"/>
                  </a:lnTo>
                  <a:lnTo>
                    <a:pt x="734364" y="3067507"/>
                  </a:lnTo>
                  <a:lnTo>
                    <a:pt x="734364" y="3042970"/>
                  </a:lnTo>
                  <a:close/>
                </a:path>
                <a:path w="734694" h="3215004">
                  <a:moveTo>
                    <a:pt x="734364" y="2993885"/>
                  </a:moveTo>
                  <a:lnTo>
                    <a:pt x="730008" y="2993885"/>
                  </a:lnTo>
                  <a:lnTo>
                    <a:pt x="730008" y="3018434"/>
                  </a:lnTo>
                  <a:lnTo>
                    <a:pt x="734364" y="3018434"/>
                  </a:lnTo>
                  <a:lnTo>
                    <a:pt x="734364" y="2993885"/>
                  </a:lnTo>
                  <a:close/>
                </a:path>
                <a:path w="734694" h="3215004">
                  <a:moveTo>
                    <a:pt x="734364" y="2944812"/>
                  </a:moveTo>
                  <a:lnTo>
                    <a:pt x="730008" y="2944812"/>
                  </a:lnTo>
                  <a:lnTo>
                    <a:pt x="730008" y="2969349"/>
                  </a:lnTo>
                  <a:lnTo>
                    <a:pt x="734364" y="2969349"/>
                  </a:lnTo>
                  <a:lnTo>
                    <a:pt x="734364" y="2944812"/>
                  </a:lnTo>
                  <a:close/>
                </a:path>
                <a:path w="734694" h="3215004">
                  <a:moveTo>
                    <a:pt x="734364" y="2895727"/>
                  </a:moveTo>
                  <a:lnTo>
                    <a:pt x="730008" y="2895727"/>
                  </a:lnTo>
                  <a:lnTo>
                    <a:pt x="730008" y="2920263"/>
                  </a:lnTo>
                  <a:lnTo>
                    <a:pt x="734364" y="2920263"/>
                  </a:lnTo>
                  <a:lnTo>
                    <a:pt x="734364" y="2895727"/>
                  </a:lnTo>
                  <a:close/>
                </a:path>
                <a:path w="734694" h="3215004">
                  <a:moveTo>
                    <a:pt x="734364" y="2846654"/>
                  </a:moveTo>
                  <a:lnTo>
                    <a:pt x="730008" y="2846654"/>
                  </a:lnTo>
                  <a:lnTo>
                    <a:pt x="730008" y="2871190"/>
                  </a:lnTo>
                  <a:lnTo>
                    <a:pt x="734364" y="2871190"/>
                  </a:lnTo>
                  <a:lnTo>
                    <a:pt x="734364" y="2846654"/>
                  </a:lnTo>
                  <a:close/>
                </a:path>
                <a:path w="734694" h="3215004">
                  <a:moveTo>
                    <a:pt x="734364" y="2797568"/>
                  </a:moveTo>
                  <a:lnTo>
                    <a:pt x="730008" y="2797568"/>
                  </a:lnTo>
                  <a:lnTo>
                    <a:pt x="730008" y="2822105"/>
                  </a:lnTo>
                  <a:lnTo>
                    <a:pt x="734364" y="2822105"/>
                  </a:lnTo>
                  <a:lnTo>
                    <a:pt x="734364" y="2797568"/>
                  </a:lnTo>
                  <a:close/>
                </a:path>
                <a:path w="734694" h="3215004">
                  <a:moveTo>
                    <a:pt x="734364" y="2748483"/>
                  </a:moveTo>
                  <a:lnTo>
                    <a:pt x="730008" y="2748483"/>
                  </a:lnTo>
                  <a:lnTo>
                    <a:pt x="730008" y="2773032"/>
                  </a:lnTo>
                  <a:lnTo>
                    <a:pt x="734364" y="2773032"/>
                  </a:lnTo>
                  <a:lnTo>
                    <a:pt x="734364" y="2748483"/>
                  </a:lnTo>
                  <a:close/>
                </a:path>
                <a:path w="734694" h="3215004">
                  <a:moveTo>
                    <a:pt x="734364" y="2699410"/>
                  </a:moveTo>
                  <a:lnTo>
                    <a:pt x="730008" y="2699410"/>
                  </a:lnTo>
                  <a:lnTo>
                    <a:pt x="730008" y="2723946"/>
                  </a:lnTo>
                  <a:lnTo>
                    <a:pt x="734364" y="2723946"/>
                  </a:lnTo>
                  <a:lnTo>
                    <a:pt x="734364" y="2699410"/>
                  </a:lnTo>
                  <a:close/>
                </a:path>
                <a:path w="734694" h="3215004">
                  <a:moveTo>
                    <a:pt x="734364" y="2650325"/>
                  </a:moveTo>
                  <a:lnTo>
                    <a:pt x="730008" y="2650325"/>
                  </a:lnTo>
                  <a:lnTo>
                    <a:pt x="730008" y="2674874"/>
                  </a:lnTo>
                  <a:lnTo>
                    <a:pt x="734364" y="2674874"/>
                  </a:lnTo>
                  <a:lnTo>
                    <a:pt x="734364" y="2650325"/>
                  </a:lnTo>
                  <a:close/>
                </a:path>
                <a:path w="734694" h="3215004">
                  <a:moveTo>
                    <a:pt x="734364" y="2601252"/>
                  </a:moveTo>
                  <a:lnTo>
                    <a:pt x="730008" y="2601252"/>
                  </a:lnTo>
                  <a:lnTo>
                    <a:pt x="730008" y="2625788"/>
                  </a:lnTo>
                  <a:lnTo>
                    <a:pt x="734364" y="2625788"/>
                  </a:lnTo>
                  <a:lnTo>
                    <a:pt x="734364" y="2601252"/>
                  </a:lnTo>
                  <a:close/>
                </a:path>
                <a:path w="734694" h="3215004">
                  <a:moveTo>
                    <a:pt x="734364" y="2552166"/>
                  </a:moveTo>
                  <a:lnTo>
                    <a:pt x="730008" y="2552166"/>
                  </a:lnTo>
                  <a:lnTo>
                    <a:pt x="730008" y="2576703"/>
                  </a:lnTo>
                  <a:lnTo>
                    <a:pt x="734364" y="2576703"/>
                  </a:lnTo>
                  <a:lnTo>
                    <a:pt x="734364" y="2552166"/>
                  </a:lnTo>
                  <a:close/>
                </a:path>
                <a:path w="734694" h="3215004">
                  <a:moveTo>
                    <a:pt x="734364" y="2503081"/>
                  </a:moveTo>
                  <a:lnTo>
                    <a:pt x="730008" y="2503081"/>
                  </a:lnTo>
                  <a:lnTo>
                    <a:pt x="730008" y="2527630"/>
                  </a:lnTo>
                  <a:lnTo>
                    <a:pt x="734364" y="2527630"/>
                  </a:lnTo>
                  <a:lnTo>
                    <a:pt x="734364" y="2503081"/>
                  </a:lnTo>
                  <a:close/>
                </a:path>
                <a:path w="734694" h="3215004">
                  <a:moveTo>
                    <a:pt x="734364" y="2454008"/>
                  </a:moveTo>
                  <a:lnTo>
                    <a:pt x="730008" y="2454008"/>
                  </a:lnTo>
                  <a:lnTo>
                    <a:pt x="730008" y="2478544"/>
                  </a:lnTo>
                  <a:lnTo>
                    <a:pt x="734364" y="2478544"/>
                  </a:lnTo>
                  <a:lnTo>
                    <a:pt x="734364" y="2454008"/>
                  </a:lnTo>
                  <a:close/>
                </a:path>
                <a:path w="734694" h="3215004">
                  <a:moveTo>
                    <a:pt x="734364" y="2404922"/>
                  </a:moveTo>
                  <a:lnTo>
                    <a:pt x="730008" y="2404922"/>
                  </a:lnTo>
                  <a:lnTo>
                    <a:pt x="730008" y="2429472"/>
                  </a:lnTo>
                  <a:lnTo>
                    <a:pt x="734364" y="2429472"/>
                  </a:lnTo>
                  <a:lnTo>
                    <a:pt x="734364" y="2404922"/>
                  </a:lnTo>
                  <a:close/>
                </a:path>
                <a:path w="734694" h="3215004">
                  <a:moveTo>
                    <a:pt x="734364" y="2355850"/>
                  </a:moveTo>
                  <a:lnTo>
                    <a:pt x="730008" y="2355850"/>
                  </a:lnTo>
                  <a:lnTo>
                    <a:pt x="730008" y="2380386"/>
                  </a:lnTo>
                  <a:lnTo>
                    <a:pt x="734364" y="2380386"/>
                  </a:lnTo>
                  <a:lnTo>
                    <a:pt x="734364" y="235585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807855" y="485507"/>
              <a:ext cx="4445" cy="2380615"/>
            </a:xfrm>
            <a:custGeom>
              <a:avLst/>
              <a:gdLst/>
              <a:ahLst/>
              <a:cxnLst/>
              <a:rect l="l" t="t" r="r" b="b"/>
              <a:pathLst>
                <a:path w="4444" h="2380615">
                  <a:moveTo>
                    <a:pt x="4356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56" y="2380386"/>
                  </a:lnTo>
                  <a:lnTo>
                    <a:pt x="4356" y="2355850"/>
                  </a:lnTo>
                  <a:close/>
                </a:path>
                <a:path w="4444" h="2380615">
                  <a:moveTo>
                    <a:pt x="4356" y="2257691"/>
                  </a:moveTo>
                  <a:lnTo>
                    <a:pt x="0" y="2257691"/>
                  </a:lnTo>
                  <a:lnTo>
                    <a:pt x="0" y="2282228"/>
                  </a:lnTo>
                  <a:lnTo>
                    <a:pt x="4356" y="2282228"/>
                  </a:lnTo>
                  <a:lnTo>
                    <a:pt x="4356" y="2257691"/>
                  </a:lnTo>
                  <a:close/>
                </a:path>
                <a:path w="4444" h="2380615">
                  <a:moveTo>
                    <a:pt x="4356" y="2012289"/>
                  </a:moveTo>
                  <a:lnTo>
                    <a:pt x="0" y="2012289"/>
                  </a:lnTo>
                  <a:lnTo>
                    <a:pt x="0" y="2036826"/>
                  </a:lnTo>
                  <a:lnTo>
                    <a:pt x="4356" y="2036826"/>
                  </a:lnTo>
                  <a:lnTo>
                    <a:pt x="4356" y="2012289"/>
                  </a:lnTo>
                  <a:close/>
                </a:path>
                <a:path w="4444" h="2380615">
                  <a:moveTo>
                    <a:pt x="4356" y="1963204"/>
                  </a:moveTo>
                  <a:lnTo>
                    <a:pt x="0" y="1963204"/>
                  </a:lnTo>
                  <a:lnTo>
                    <a:pt x="0" y="1987740"/>
                  </a:lnTo>
                  <a:lnTo>
                    <a:pt x="4356" y="1987740"/>
                  </a:lnTo>
                  <a:lnTo>
                    <a:pt x="4356" y="1963204"/>
                  </a:lnTo>
                  <a:close/>
                </a:path>
                <a:path w="4444" h="2380615">
                  <a:moveTo>
                    <a:pt x="4356" y="1914131"/>
                  </a:moveTo>
                  <a:lnTo>
                    <a:pt x="0" y="1914131"/>
                  </a:lnTo>
                  <a:lnTo>
                    <a:pt x="0" y="1938667"/>
                  </a:lnTo>
                  <a:lnTo>
                    <a:pt x="4356" y="1938667"/>
                  </a:lnTo>
                  <a:lnTo>
                    <a:pt x="4356" y="1914131"/>
                  </a:lnTo>
                  <a:close/>
                </a:path>
                <a:path w="4444" h="2380615">
                  <a:moveTo>
                    <a:pt x="4356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56" y="1889582"/>
                  </a:lnTo>
                  <a:lnTo>
                    <a:pt x="4356" y="1865045"/>
                  </a:lnTo>
                  <a:close/>
                </a:path>
                <a:path w="4444" h="2380615">
                  <a:moveTo>
                    <a:pt x="4356" y="1815960"/>
                  </a:moveTo>
                  <a:lnTo>
                    <a:pt x="0" y="1815960"/>
                  </a:lnTo>
                  <a:lnTo>
                    <a:pt x="0" y="1840509"/>
                  </a:lnTo>
                  <a:lnTo>
                    <a:pt x="4356" y="1840509"/>
                  </a:lnTo>
                  <a:lnTo>
                    <a:pt x="4356" y="1815960"/>
                  </a:lnTo>
                  <a:close/>
                </a:path>
                <a:path w="4444" h="2380615">
                  <a:moveTo>
                    <a:pt x="4356" y="1521485"/>
                  </a:moveTo>
                  <a:lnTo>
                    <a:pt x="0" y="1521485"/>
                  </a:lnTo>
                  <a:lnTo>
                    <a:pt x="0" y="1546021"/>
                  </a:lnTo>
                  <a:lnTo>
                    <a:pt x="4356" y="1546021"/>
                  </a:lnTo>
                  <a:lnTo>
                    <a:pt x="4356" y="1521485"/>
                  </a:lnTo>
                  <a:close/>
                </a:path>
                <a:path w="4444" h="2380615">
                  <a:moveTo>
                    <a:pt x="4356" y="1276083"/>
                  </a:moveTo>
                  <a:lnTo>
                    <a:pt x="0" y="1276083"/>
                  </a:lnTo>
                  <a:lnTo>
                    <a:pt x="0" y="1300619"/>
                  </a:lnTo>
                  <a:lnTo>
                    <a:pt x="4356" y="1300619"/>
                  </a:lnTo>
                  <a:lnTo>
                    <a:pt x="4356" y="1276083"/>
                  </a:lnTo>
                  <a:close/>
                </a:path>
                <a:path w="4444" h="2380615">
                  <a:moveTo>
                    <a:pt x="4356" y="1226997"/>
                  </a:moveTo>
                  <a:lnTo>
                    <a:pt x="0" y="1226997"/>
                  </a:lnTo>
                  <a:lnTo>
                    <a:pt x="0" y="1251546"/>
                  </a:lnTo>
                  <a:lnTo>
                    <a:pt x="4356" y="1251546"/>
                  </a:lnTo>
                  <a:lnTo>
                    <a:pt x="4356" y="1226997"/>
                  </a:lnTo>
                  <a:close/>
                </a:path>
                <a:path w="4444" h="2380615">
                  <a:moveTo>
                    <a:pt x="4356" y="1177925"/>
                  </a:moveTo>
                  <a:lnTo>
                    <a:pt x="0" y="1177925"/>
                  </a:lnTo>
                  <a:lnTo>
                    <a:pt x="0" y="1202461"/>
                  </a:lnTo>
                  <a:lnTo>
                    <a:pt x="4356" y="1202461"/>
                  </a:lnTo>
                  <a:lnTo>
                    <a:pt x="4356" y="1177925"/>
                  </a:lnTo>
                  <a:close/>
                </a:path>
                <a:path w="4444" h="2380615">
                  <a:moveTo>
                    <a:pt x="4356" y="1128839"/>
                  </a:moveTo>
                  <a:lnTo>
                    <a:pt x="0" y="1128839"/>
                  </a:lnTo>
                  <a:lnTo>
                    <a:pt x="0" y="1153375"/>
                  </a:lnTo>
                  <a:lnTo>
                    <a:pt x="4356" y="1153375"/>
                  </a:lnTo>
                  <a:lnTo>
                    <a:pt x="4356" y="1128839"/>
                  </a:lnTo>
                  <a:close/>
                </a:path>
                <a:path w="4444" h="2380615">
                  <a:moveTo>
                    <a:pt x="4356" y="1079766"/>
                  </a:moveTo>
                  <a:lnTo>
                    <a:pt x="0" y="1079766"/>
                  </a:lnTo>
                  <a:lnTo>
                    <a:pt x="0" y="1104303"/>
                  </a:lnTo>
                  <a:lnTo>
                    <a:pt x="4356" y="1104303"/>
                  </a:lnTo>
                  <a:lnTo>
                    <a:pt x="4356" y="1079766"/>
                  </a:lnTo>
                  <a:close/>
                </a:path>
                <a:path w="4444" h="2380615">
                  <a:moveTo>
                    <a:pt x="4356" y="1030681"/>
                  </a:moveTo>
                  <a:lnTo>
                    <a:pt x="0" y="1030681"/>
                  </a:lnTo>
                  <a:lnTo>
                    <a:pt x="0" y="1055217"/>
                  </a:lnTo>
                  <a:lnTo>
                    <a:pt x="4356" y="1055217"/>
                  </a:lnTo>
                  <a:lnTo>
                    <a:pt x="4356" y="1030681"/>
                  </a:lnTo>
                  <a:close/>
                </a:path>
                <a:path w="4444" h="2380615">
                  <a:moveTo>
                    <a:pt x="4356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56" y="1006144"/>
                  </a:lnTo>
                  <a:lnTo>
                    <a:pt x="4356" y="981595"/>
                  </a:lnTo>
                  <a:close/>
                </a:path>
                <a:path w="4444" h="2380615">
                  <a:moveTo>
                    <a:pt x="4356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56" y="957059"/>
                  </a:lnTo>
                  <a:lnTo>
                    <a:pt x="4356" y="932522"/>
                  </a:lnTo>
                  <a:close/>
                </a:path>
                <a:path w="4444" h="2380615">
                  <a:moveTo>
                    <a:pt x="4356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56" y="907986"/>
                  </a:lnTo>
                  <a:lnTo>
                    <a:pt x="4356" y="883437"/>
                  </a:lnTo>
                  <a:close/>
                </a:path>
                <a:path w="4444" h="2380615">
                  <a:moveTo>
                    <a:pt x="4356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56" y="858901"/>
                  </a:lnTo>
                  <a:lnTo>
                    <a:pt x="4356" y="834364"/>
                  </a:lnTo>
                  <a:close/>
                </a:path>
                <a:path w="4444" h="2380615">
                  <a:moveTo>
                    <a:pt x="4356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56" y="809815"/>
                  </a:lnTo>
                  <a:lnTo>
                    <a:pt x="4356" y="785279"/>
                  </a:lnTo>
                  <a:close/>
                </a:path>
                <a:path w="4444" h="2380615">
                  <a:moveTo>
                    <a:pt x="4356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56" y="760742"/>
                  </a:lnTo>
                  <a:lnTo>
                    <a:pt x="4356" y="736206"/>
                  </a:lnTo>
                  <a:close/>
                </a:path>
                <a:path w="4444" h="2380615">
                  <a:moveTo>
                    <a:pt x="4356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56" y="711657"/>
                  </a:lnTo>
                  <a:lnTo>
                    <a:pt x="4356" y="687120"/>
                  </a:lnTo>
                  <a:close/>
                </a:path>
                <a:path w="4444" h="2380615">
                  <a:moveTo>
                    <a:pt x="4356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56" y="662584"/>
                  </a:lnTo>
                  <a:lnTo>
                    <a:pt x="4356" y="638035"/>
                  </a:lnTo>
                  <a:close/>
                </a:path>
                <a:path w="4444" h="2380615">
                  <a:moveTo>
                    <a:pt x="4356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56" y="613498"/>
                  </a:lnTo>
                  <a:lnTo>
                    <a:pt x="4356" y="588962"/>
                  </a:lnTo>
                  <a:close/>
                </a:path>
                <a:path w="4444" h="2380615">
                  <a:moveTo>
                    <a:pt x="4356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56" y="564413"/>
                  </a:lnTo>
                  <a:lnTo>
                    <a:pt x="4356" y="539877"/>
                  </a:lnTo>
                  <a:close/>
                </a:path>
                <a:path w="4444" h="2380615">
                  <a:moveTo>
                    <a:pt x="4356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56" y="515340"/>
                  </a:lnTo>
                  <a:lnTo>
                    <a:pt x="4356" y="490804"/>
                  </a:lnTo>
                  <a:close/>
                </a:path>
                <a:path w="4444" h="2380615">
                  <a:moveTo>
                    <a:pt x="4356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56" y="466255"/>
                  </a:lnTo>
                  <a:lnTo>
                    <a:pt x="4356" y="441718"/>
                  </a:lnTo>
                  <a:close/>
                </a:path>
                <a:path w="4444" h="2380615">
                  <a:moveTo>
                    <a:pt x="4356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56" y="417182"/>
                  </a:lnTo>
                  <a:lnTo>
                    <a:pt x="4356" y="392633"/>
                  </a:lnTo>
                  <a:close/>
                </a:path>
                <a:path w="4444" h="2380615">
                  <a:moveTo>
                    <a:pt x="4356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56" y="368096"/>
                  </a:lnTo>
                  <a:lnTo>
                    <a:pt x="4356" y="343560"/>
                  </a:lnTo>
                  <a:close/>
                </a:path>
                <a:path w="4444" h="2380615">
                  <a:moveTo>
                    <a:pt x="4356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56" y="319024"/>
                  </a:lnTo>
                  <a:lnTo>
                    <a:pt x="4356" y="294474"/>
                  </a:lnTo>
                  <a:close/>
                </a:path>
                <a:path w="4444" h="2380615">
                  <a:moveTo>
                    <a:pt x="4356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56" y="269938"/>
                  </a:lnTo>
                  <a:lnTo>
                    <a:pt x="4356" y="245402"/>
                  </a:lnTo>
                  <a:close/>
                </a:path>
                <a:path w="4444" h="2380615">
                  <a:moveTo>
                    <a:pt x="4356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56" y="220853"/>
                  </a:lnTo>
                  <a:lnTo>
                    <a:pt x="4356" y="196316"/>
                  </a:lnTo>
                  <a:close/>
                </a:path>
                <a:path w="4444" h="2380615">
                  <a:moveTo>
                    <a:pt x="4356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56" y="171780"/>
                  </a:lnTo>
                  <a:lnTo>
                    <a:pt x="4356" y="147243"/>
                  </a:lnTo>
                  <a:close/>
                </a:path>
                <a:path w="4444" h="2380615">
                  <a:moveTo>
                    <a:pt x="4356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56" y="122694"/>
                  </a:lnTo>
                  <a:lnTo>
                    <a:pt x="4356" y="98158"/>
                  </a:lnTo>
                  <a:close/>
                </a:path>
                <a:path w="4444" h="2380615">
                  <a:moveTo>
                    <a:pt x="4356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56" y="73621"/>
                  </a:lnTo>
                  <a:lnTo>
                    <a:pt x="4356" y="49072"/>
                  </a:lnTo>
                  <a:close/>
                </a:path>
                <a:path w="4444" h="2380615">
                  <a:moveTo>
                    <a:pt x="4356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56" y="24536"/>
                  </a:lnTo>
                  <a:lnTo>
                    <a:pt x="435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40050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38992" y="3553139"/>
              <a:ext cx="3168650" cy="0"/>
            </a:xfrm>
            <a:custGeom>
              <a:avLst/>
              <a:gdLst/>
              <a:ahLst/>
              <a:cxnLst/>
              <a:rect l="l" t="t" r="r" b="b"/>
              <a:pathLst>
                <a:path w="3168650" h="0">
                  <a:moveTo>
                    <a:pt x="0" y="0"/>
                  </a:moveTo>
                  <a:lnTo>
                    <a:pt x="3168398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38987" y="2077745"/>
              <a:ext cx="3212465" cy="1480185"/>
            </a:xfrm>
            <a:custGeom>
              <a:avLst/>
              <a:gdLst/>
              <a:ahLst/>
              <a:cxnLst/>
              <a:rect l="l" t="t" r="r" b="b"/>
              <a:pathLst>
                <a:path w="3212465" h="1480185">
                  <a:moveTo>
                    <a:pt x="34810" y="735507"/>
                  </a:moveTo>
                  <a:lnTo>
                    <a:pt x="0" y="735507"/>
                  </a:lnTo>
                  <a:lnTo>
                    <a:pt x="0" y="744232"/>
                  </a:lnTo>
                  <a:lnTo>
                    <a:pt x="34810" y="744232"/>
                  </a:lnTo>
                  <a:lnTo>
                    <a:pt x="34810" y="735507"/>
                  </a:lnTo>
                  <a:close/>
                </a:path>
                <a:path w="3212465" h="1480185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480185">
                  <a:moveTo>
                    <a:pt x="104457" y="735507"/>
                  </a:moveTo>
                  <a:lnTo>
                    <a:pt x="69634" y="735507"/>
                  </a:lnTo>
                  <a:lnTo>
                    <a:pt x="69634" y="744232"/>
                  </a:lnTo>
                  <a:lnTo>
                    <a:pt x="104457" y="744232"/>
                  </a:lnTo>
                  <a:lnTo>
                    <a:pt x="104457" y="735507"/>
                  </a:lnTo>
                  <a:close/>
                </a:path>
                <a:path w="3212465" h="1480185">
                  <a:moveTo>
                    <a:pt x="104457" y="0"/>
                  </a:moveTo>
                  <a:lnTo>
                    <a:pt x="69634" y="0"/>
                  </a:lnTo>
                  <a:lnTo>
                    <a:pt x="69634" y="8737"/>
                  </a:lnTo>
                  <a:lnTo>
                    <a:pt x="104457" y="8737"/>
                  </a:lnTo>
                  <a:lnTo>
                    <a:pt x="104457" y="0"/>
                  </a:lnTo>
                  <a:close/>
                </a:path>
                <a:path w="3212465" h="1480185">
                  <a:moveTo>
                    <a:pt x="174091" y="735507"/>
                  </a:moveTo>
                  <a:lnTo>
                    <a:pt x="139268" y="735507"/>
                  </a:lnTo>
                  <a:lnTo>
                    <a:pt x="139268" y="744232"/>
                  </a:lnTo>
                  <a:lnTo>
                    <a:pt x="174091" y="744232"/>
                  </a:lnTo>
                  <a:lnTo>
                    <a:pt x="174091" y="735507"/>
                  </a:lnTo>
                  <a:close/>
                </a:path>
                <a:path w="3212465" h="1480185">
                  <a:moveTo>
                    <a:pt x="174091" y="0"/>
                  </a:moveTo>
                  <a:lnTo>
                    <a:pt x="139268" y="0"/>
                  </a:lnTo>
                  <a:lnTo>
                    <a:pt x="139268" y="8737"/>
                  </a:lnTo>
                  <a:lnTo>
                    <a:pt x="174091" y="8737"/>
                  </a:lnTo>
                  <a:lnTo>
                    <a:pt x="174091" y="0"/>
                  </a:lnTo>
                  <a:close/>
                </a:path>
                <a:path w="3212465" h="1480185">
                  <a:moveTo>
                    <a:pt x="243725" y="735507"/>
                  </a:moveTo>
                  <a:lnTo>
                    <a:pt x="208902" y="735507"/>
                  </a:lnTo>
                  <a:lnTo>
                    <a:pt x="208902" y="744232"/>
                  </a:lnTo>
                  <a:lnTo>
                    <a:pt x="243725" y="744232"/>
                  </a:lnTo>
                  <a:lnTo>
                    <a:pt x="243725" y="735507"/>
                  </a:lnTo>
                  <a:close/>
                </a:path>
                <a:path w="3212465" h="1480185">
                  <a:moveTo>
                    <a:pt x="243725" y="0"/>
                  </a:moveTo>
                  <a:lnTo>
                    <a:pt x="208902" y="0"/>
                  </a:lnTo>
                  <a:lnTo>
                    <a:pt x="208902" y="8737"/>
                  </a:lnTo>
                  <a:lnTo>
                    <a:pt x="243725" y="8737"/>
                  </a:lnTo>
                  <a:lnTo>
                    <a:pt x="243725" y="0"/>
                  </a:lnTo>
                  <a:close/>
                </a:path>
                <a:path w="3212465" h="1480185">
                  <a:moveTo>
                    <a:pt x="313359" y="735507"/>
                  </a:moveTo>
                  <a:lnTo>
                    <a:pt x="278536" y="735507"/>
                  </a:lnTo>
                  <a:lnTo>
                    <a:pt x="278536" y="744232"/>
                  </a:lnTo>
                  <a:lnTo>
                    <a:pt x="313359" y="744232"/>
                  </a:lnTo>
                  <a:lnTo>
                    <a:pt x="313359" y="735507"/>
                  </a:lnTo>
                  <a:close/>
                </a:path>
                <a:path w="3212465" h="1480185">
                  <a:moveTo>
                    <a:pt x="313359" y="0"/>
                  </a:moveTo>
                  <a:lnTo>
                    <a:pt x="278536" y="0"/>
                  </a:lnTo>
                  <a:lnTo>
                    <a:pt x="278536" y="8737"/>
                  </a:lnTo>
                  <a:lnTo>
                    <a:pt x="313359" y="8737"/>
                  </a:lnTo>
                  <a:lnTo>
                    <a:pt x="313359" y="0"/>
                  </a:lnTo>
                  <a:close/>
                </a:path>
                <a:path w="3212465" h="1480185">
                  <a:moveTo>
                    <a:pt x="382993" y="735507"/>
                  </a:moveTo>
                  <a:lnTo>
                    <a:pt x="348170" y="735507"/>
                  </a:lnTo>
                  <a:lnTo>
                    <a:pt x="348170" y="744232"/>
                  </a:lnTo>
                  <a:lnTo>
                    <a:pt x="382993" y="744232"/>
                  </a:lnTo>
                  <a:lnTo>
                    <a:pt x="382993" y="735507"/>
                  </a:lnTo>
                  <a:close/>
                </a:path>
                <a:path w="3212465" h="1480185">
                  <a:moveTo>
                    <a:pt x="382993" y="0"/>
                  </a:moveTo>
                  <a:lnTo>
                    <a:pt x="348170" y="0"/>
                  </a:lnTo>
                  <a:lnTo>
                    <a:pt x="348170" y="8737"/>
                  </a:lnTo>
                  <a:lnTo>
                    <a:pt x="382993" y="8737"/>
                  </a:lnTo>
                  <a:lnTo>
                    <a:pt x="382993" y="0"/>
                  </a:lnTo>
                  <a:close/>
                </a:path>
                <a:path w="3212465" h="1480185">
                  <a:moveTo>
                    <a:pt x="452628" y="735507"/>
                  </a:moveTo>
                  <a:lnTo>
                    <a:pt x="417804" y="735507"/>
                  </a:lnTo>
                  <a:lnTo>
                    <a:pt x="417804" y="744232"/>
                  </a:lnTo>
                  <a:lnTo>
                    <a:pt x="452628" y="744232"/>
                  </a:lnTo>
                  <a:lnTo>
                    <a:pt x="452628" y="735507"/>
                  </a:lnTo>
                  <a:close/>
                </a:path>
                <a:path w="3212465" h="1480185">
                  <a:moveTo>
                    <a:pt x="452628" y="0"/>
                  </a:moveTo>
                  <a:lnTo>
                    <a:pt x="417804" y="0"/>
                  </a:lnTo>
                  <a:lnTo>
                    <a:pt x="417804" y="8737"/>
                  </a:lnTo>
                  <a:lnTo>
                    <a:pt x="452628" y="8737"/>
                  </a:lnTo>
                  <a:lnTo>
                    <a:pt x="452628" y="0"/>
                  </a:lnTo>
                  <a:close/>
                </a:path>
                <a:path w="3212465" h="1480185">
                  <a:moveTo>
                    <a:pt x="522262" y="735507"/>
                  </a:moveTo>
                  <a:lnTo>
                    <a:pt x="487438" y="735507"/>
                  </a:lnTo>
                  <a:lnTo>
                    <a:pt x="487438" y="744232"/>
                  </a:lnTo>
                  <a:lnTo>
                    <a:pt x="522262" y="744232"/>
                  </a:lnTo>
                  <a:lnTo>
                    <a:pt x="522262" y="735507"/>
                  </a:lnTo>
                  <a:close/>
                </a:path>
                <a:path w="3212465" h="1480185">
                  <a:moveTo>
                    <a:pt x="522262" y="0"/>
                  </a:moveTo>
                  <a:lnTo>
                    <a:pt x="487438" y="0"/>
                  </a:lnTo>
                  <a:lnTo>
                    <a:pt x="487438" y="8737"/>
                  </a:lnTo>
                  <a:lnTo>
                    <a:pt x="522262" y="8737"/>
                  </a:lnTo>
                  <a:lnTo>
                    <a:pt x="522262" y="0"/>
                  </a:lnTo>
                  <a:close/>
                </a:path>
                <a:path w="3212465" h="1480185">
                  <a:moveTo>
                    <a:pt x="591896" y="735507"/>
                  </a:moveTo>
                  <a:lnTo>
                    <a:pt x="557085" y="735507"/>
                  </a:lnTo>
                  <a:lnTo>
                    <a:pt x="557085" y="744232"/>
                  </a:lnTo>
                  <a:lnTo>
                    <a:pt x="591896" y="744232"/>
                  </a:lnTo>
                  <a:lnTo>
                    <a:pt x="591896" y="735507"/>
                  </a:lnTo>
                  <a:close/>
                </a:path>
                <a:path w="3212465" h="1480185">
                  <a:moveTo>
                    <a:pt x="591896" y="0"/>
                  </a:moveTo>
                  <a:lnTo>
                    <a:pt x="557085" y="0"/>
                  </a:lnTo>
                  <a:lnTo>
                    <a:pt x="557085" y="8737"/>
                  </a:lnTo>
                  <a:lnTo>
                    <a:pt x="591896" y="8737"/>
                  </a:lnTo>
                  <a:lnTo>
                    <a:pt x="591896" y="0"/>
                  </a:lnTo>
                  <a:close/>
                </a:path>
                <a:path w="3212465" h="1480185">
                  <a:moveTo>
                    <a:pt x="661530" y="735507"/>
                  </a:moveTo>
                  <a:lnTo>
                    <a:pt x="626719" y="735507"/>
                  </a:lnTo>
                  <a:lnTo>
                    <a:pt x="626719" y="744232"/>
                  </a:lnTo>
                  <a:lnTo>
                    <a:pt x="661530" y="744232"/>
                  </a:lnTo>
                  <a:lnTo>
                    <a:pt x="661530" y="735507"/>
                  </a:lnTo>
                  <a:close/>
                </a:path>
                <a:path w="3212465" h="1480185">
                  <a:moveTo>
                    <a:pt x="661530" y="0"/>
                  </a:moveTo>
                  <a:lnTo>
                    <a:pt x="626719" y="0"/>
                  </a:lnTo>
                  <a:lnTo>
                    <a:pt x="626719" y="8737"/>
                  </a:lnTo>
                  <a:lnTo>
                    <a:pt x="661530" y="8737"/>
                  </a:lnTo>
                  <a:lnTo>
                    <a:pt x="661530" y="0"/>
                  </a:lnTo>
                  <a:close/>
                </a:path>
                <a:path w="3212465" h="1480185">
                  <a:moveTo>
                    <a:pt x="731164" y="735507"/>
                  </a:moveTo>
                  <a:lnTo>
                    <a:pt x="696353" y="735507"/>
                  </a:lnTo>
                  <a:lnTo>
                    <a:pt x="696353" y="744232"/>
                  </a:lnTo>
                  <a:lnTo>
                    <a:pt x="731164" y="744232"/>
                  </a:lnTo>
                  <a:lnTo>
                    <a:pt x="731164" y="735507"/>
                  </a:lnTo>
                  <a:close/>
                </a:path>
                <a:path w="3212465" h="1480185">
                  <a:moveTo>
                    <a:pt x="731164" y="0"/>
                  </a:moveTo>
                  <a:lnTo>
                    <a:pt x="696353" y="0"/>
                  </a:lnTo>
                  <a:lnTo>
                    <a:pt x="696353" y="8737"/>
                  </a:lnTo>
                  <a:lnTo>
                    <a:pt x="731164" y="8737"/>
                  </a:lnTo>
                  <a:lnTo>
                    <a:pt x="731164" y="0"/>
                  </a:lnTo>
                  <a:close/>
                </a:path>
                <a:path w="3212465" h="1480185">
                  <a:moveTo>
                    <a:pt x="800798" y="735507"/>
                  </a:moveTo>
                  <a:lnTo>
                    <a:pt x="765987" y="735507"/>
                  </a:lnTo>
                  <a:lnTo>
                    <a:pt x="765987" y="744232"/>
                  </a:lnTo>
                  <a:lnTo>
                    <a:pt x="800798" y="744232"/>
                  </a:lnTo>
                  <a:lnTo>
                    <a:pt x="800798" y="735507"/>
                  </a:lnTo>
                  <a:close/>
                </a:path>
                <a:path w="3212465" h="1480185">
                  <a:moveTo>
                    <a:pt x="800798" y="0"/>
                  </a:moveTo>
                  <a:lnTo>
                    <a:pt x="765987" y="0"/>
                  </a:lnTo>
                  <a:lnTo>
                    <a:pt x="765987" y="8737"/>
                  </a:lnTo>
                  <a:lnTo>
                    <a:pt x="800798" y="8737"/>
                  </a:lnTo>
                  <a:lnTo>
                    <a:pt x="800798" y="0"/>
                  </a:lnTo>
                  <a:close/>
                </a:path>
                <a:path w="3212465" h="1480185">
                  <a:moveTo>
                    <a:pt x="870432" y="735507"/>
                  </a:moveTo>
                  <a:lnTo>
                    <a:pt x="835621" y="735507"/>
                  </a:lnTo>
                  <a:lnTo>
                    <a:pt x="835621" y="744232"/>
                  </a:lnTo>
                  <a:lnTo>
                    <a:pt x="870432" y="744232"/>
                  </a:lnTo>
                  <a:lnTo>
                    <a:pt x="870432" y="735507"/>
                  </a:lnTo>
                  <a:close/>
                </a:path>
                <a:path w="3212465" h="1480185">
                  <a:moveTo>
                    <a:pt x="870432" y="0"/>
                  </a:moveTo>
                  <a:lnTo>
                    <a:pt x="835621" y="0"/>
                  </a:lnTo>
                  <a:lnTo>
                    <a:pt x="835621" y="8737"/>
                  </a:lnTo>
                  <a:lnTo>
                    <a:pt x="870432" y="8737"/>
                  </a:lnTo>
                  <a:lnTo>
                    <a:pt x="870432" y="0"/>
                  </a:lnTo>
                  <a:close/>
                </a:path>
                <a:path w="3212465" h="1480185">
                  <a:moveTo>
                    <a:pt x="940079" y="735507"/>
                  </a:moveTo>
                  <a:lnTo>
                    <a:pt x="905256" y="735507"/>
                  </a:lnTo>
                  <a:lnTo>
                    <a:pt x="905256" y="744232"/>
                  </a:lnTo>
                  <a:lnTo>
                    <a:pt x="940079" y="744232"/>
                  </a:lnTo>
                  <a:lnTo>
                    <a:pt x="940079" y="735507"/>
                  </a:lnTo>
                  <a:close/>
                </a:path>
                <a:path w="3212465" h="1480185">
                  <a:moveTo>
                    <a:pt x="940079" y="0"/>
                  </a:moveTo>
                  <a:lnTo>
                    <a:pt x="905256" y="0"/>
                  </a:lnTo>
                  <a:lnTo>
                    <a:pt x="905256" y="8737"/>
                  </a:lnTo>
                  <a:lnTo>
                    <a:pt x="940079" y="8737"/>
                  </a:lnTo>
                  <a:lnTo>
                    <a:pt x="940079" y="0"/>
                  </a:lnTo>
                  <a:close/>
                </a:path>
                <a:path w="3212465" h="1480185">
                  <a:moveTo>
                    <a:pt x="1009713" y="735507"/>
                  </a:moveTo>
                  <a:lnTo>
                    <a:pt x="974890" y="735507"/>
                  </a:lnTo>
                  <a:lnTo>
                    <a:pt x="974890" y="744232"/>
                  </a:lnTo>
                  <a:lnTo>
                    <a:pt x="1009713" y="744232"/>
                  </a:lnTo>
                  <a:lnTo>
                    <a:pt x="1009713" y="735507"/>
                  </a:lnTo>
                  <a:close/>
                </a:path>
                <a:path w="3212465" h="1480185">
                  <a:moveTo>
                    <a:pt x="1009713" y="0"/>
                  </a:moveTo>
                  <a:lnTo>
                    <a:pt x="974890" y="0"/>
                  </a:lnTo>
                  <a:lnTo>
                    <a:pt x="974890" y="8737"/>
                  </a:lnTo>
                  <a:lnTo>
                    <a:pt x="1009713" y="8737"/>
                  </a:lnTo>
                  <a:lnTo>
                    <a:pt x="1009713" y="0"/>
                  </a:lnTo>
                  <a:close/>
                </a:path>
                <a:path w="3212465" h="1480185">
                  <a:moveTo>
                    <a:pt x="1079347" y="735507"/>
                  </a:moveTo>
                  <a:lnTo>
                    <a:pt x="1044524" y="735507"/>
                  </a:lnTo>
                  <a:lnTo>
                    <a:pt x="1044524" y="744232"/>
                  </a:lnTo>
                  <a:lnTo>
                    <a:pt x="1079347" y="744232"/>
                  </a:lnTo>
                  <a:lnTo>
                    <a:pt x="1079347" y="735507"/>
                  </a:lnTo>
                  <a:close/>
                </a:path>
                <a:path w="3212465" h="1480185">
                  <a:moveTo>
                    <a:pt x="1079347" y="0"/>
                  </a:moveTo>
                  <a:lnTo>
                    <a:pt x="1044524" y="0"/>
                  </a:lnTo>
                  <a:lnTo>
                    <a:pt x="1044524" y="8737"/>
                  </a:lnTo>
                  <a:lnTo>
                    <a:pt x="1079347" y="8737"/>
                  </a:lnTo>
                  <a:lnTo>
                    <a:pt x="1079347" y="0"/>
                  </a:lnTo>
                  <a:close/>
                </a:path>
                <a:path w="3212465" h="1480185">
                  <a:moveTo>
                    <a:pt x="1148981" y="735507"/>
                  </a:moveTo>
                  <a:lnTo>
                    <a:pt x="1114158" y="735507"/>
                  </a:lnTo>
                  <a:lnTo>
                    <a:pt x="1114158" y="744232"/>
                  </a:lnTo>
                  <a:lnTo>
                    <a:pt x="1148981" y="744232"/>
                  </a:lnTo>
                  <a:lnTo>
                    <a:pt x="1148981" y="735507"/>
                  </a:lnTo>
                  <a:close/>
                </a:path>
                <a:path w="3212465" h="1480185">
                  <a:moveTo>
                    <a:pt x="1148981" y="0"/>
                  </a:moveTo>
                  <a:lnTo>
                    <a:pt x="1114158" y="0"/>
                  </a:lnTo>
                  <a:lnTo>
                    <a:pt x="1114158" y="8737"/>
                  </a:lnTo>
                  <a:lnTo>
                    <a:pt x="1148981" y="8737"/>
                  </a:lnTo>
                  <a:lnTo>
                    <a:pt x="1148981" y="0"/>
                  </a:lnTo>
                  <a:close/>
                </a:path>
                <a:path w="3212465" h="1480185">
                  <a:moveTo>
                    <a:pt x="1218615" y="735507"/>
                  </a:moveTo>
                  <a:lnTo>
                    <a:pt x="1183792" y="735507"/>
                  </a:lnTo>
                  <a:lnTo>
                    <a:pt x="1183792" y="744232"/>
                  </a:lnTo>
                  <a:lnTo>
                    <a:pt x="1218615" y="744232"/>
                  </a:lnTo>
                  <a:lnTo>
                    <a:pt x="1218615" y="735507"/>
                  </a:lnTo>
                  <a:close/>
                </a:path>
                <a:path w="3212465" h="1480185">
                  <a:moveTo>
                    <a:pt x="1218615" y="0"/>
                  </a:moveTo>
                  <a:lnTo>
                    <a:pt x="1183792" y="0"/>
                  </a:lnTo>
                  <a:lnTo>
                    <a:pt x="1183792" y="8737"/>
                  </a:lnTo>
                  <a:lnTo>
                    <a:pt x="1218615" y="8737"/>
                  </a:lnTo>
                  <a:lnTo>
                    <a:pt x="1218615" y="0"/>
                  </a:lnTo>
                  <a:close/>
                </a:path>
                <a:path w="3212465" h="1480185">
                  <a:moveTo>
                    <a:pt x="1288249" y="735507"/>
                  </a:moveTo>
                  <a:lnTo>
                    <a:pt x="1253426" y="735507"/>
                  </a:lnTo>
                  <a:lnTo>
                    <a:pt x="1253426" y="744232"/>
                  </a:lnTo>
                  <a:lnTo>
                    <a:pt x="1288249" y="744232"/>
                  </a:lnTo>
                  <a:lnTo>
                    <a:pt x="1288249" y="735507"/>
                  </a:lnTo>
                  <a:close/>
                </a:path>
                <a:path w="3212465" h="1480185">
                  <a:moveTo>
                    <a:pt x="1288249" y="0"/>
                  </a:moveTo>
                  <a:lnTo>
                    <a:pt x="1253426" y="0"/>
                  </a:lnTo>
                  <a:lnTo>
                    <a:pt x="1253426" y="8737"/>
                  </a:lnTo>
                  <a:lnTo>
                    <a:pt x="1288249" y="8737"/>
                  </a:lnTo>
                  <a:lnTo>
                    <a:pt x="1288249" y="0"/>
                  </a:lnTo>
                  <a:close/>
                </a:path>
                <a:path w="3212465" h="1480185">
                  <a:moveTo>
                    <a:pt x="1357884" y="735507"/>
                  </a:moveTo>
                  <a:lnTo>
                    <a:pt x="1323060" y="735507"/>
                  </a:lnTo>
                  <a:lnTo>
                    <a:pt x="1323060" y="744232"/>
                  </a:lnTo>
                  <a:lnTo>
                    <a:pt x="1357884" y="744232"/>
                  </a:lnTo>
                  <a:lnTo>
                    <a:pt x="1357884" y="735507"/>
                  </a:lnTo>
                  <a:close/>
                </a:path>
                <a:path w="3212465" h="1480185">
                  <a:moveTo>
                    <a:pt x="1357884" y="0"/>
                  </a:moveTo>
                  <a:lnTo>
                    <a:pt x="1323060" y="0"/>
                  </a:lnTo>
                  <a:lnTo>
                    <a:pt x="1323060" y="8737"/>
                  </a:lnTo>
                  <a:lnTo>
                    <a:pt x="1357884" y="8737"/>
                  </a:lnTo>
                  <a:lnTo>
                    <a:pt x="1357884" y="0"/>
                  </a:lnTo>
                  <a:close/>
                </a:path>
                <a:path w="3212465" h="1480185">
                  <a:moveTo>
                    <a:pt x="1427518" y="735507"/>
                  </a:moveTo>
                  <a:lnTo>
                    <a:pt x="1392707" y="735507"/>
                  </a:lnTo>
                  <a:lnTo>
                    <a:pt x="1392707" y="744232"/>
                  </a:lnTo>
                  <a:lnTo>
                    <a:pt x="1427518" y="744232"/>
                  </a:lnTo>
                  <a:lnTo>
                    <a:pt x="1427518" y="735507"/>
                  </a:lnTo>
                  <a:close/>
                </a:path>
                <a:path w="3212465" h="1480185">
                  <a:moveTo>
                    <a:pt x="1497152" y="735507"/>
                  </a:moveTo>
                  <a:lnTo>
                    <a:pt x="1462341" y="735507"/>
                  </a:lnTo>
                  <a:lnTo>
                    <a:pt x="1462341" y="744232"/>
                  </a:lnTo>
                  <a:lnTo>
                    <a:pt x="1497152" y="744232"/>
                  </a:lnTo>
                  <a:lnTo>
                    <a:pt x="1497152" y="735507"/>
                  </a:lnTo>
                  <a:close/>
                </a:path>
                <a:path w="3212465" h="1480185">
                  <a:moveTo>
                    <a:pt x="1566786" y="735507"/>
                  </a:moveTo>
                  <a:lnTo>
                    <a:pt x="1531975" y="735507"/>
                  </a:lnTo>
                  <a:lnTo>
                    <a:pt x="1531975" y="744232"/>
                  </a:lnTo>
                  <a:lnTo>
                    <a:pt x="1566786" y="744232"/>
                  </a:lnTo>
                  <a:lnTo>
                    <a:pt x="1566786" y="735507"/>
                  </a:lnTo>
                  <a:close/>
                </a:path>
                <a:path w="3212465" h="1480185">
                  <a:moveTo>
                    <a:pt x="1636420" y="735507"/>
                  </a:moveTo>
                  <a:lnTo>
                    <a:pt x="1601609" y="735507"/>
                  </a:lnTo>
                  <a:lnTo>
                    <a:pt x="1601609" y="744232"/>
                  </a:lnTo>
                  <a:lnTo>
                    <a:pt x="1636420" y="744232"/>
                  </a:lnTo>
                  <a:lnTo>
                    <a:pt x="1636420" y="735507"/>
                  </a:lnTo>
                  <a:close/>
                </a:path>
                <a:path w="3212465" h="1480185">
                  <a:moveTo>
                    <a:pt x="1706054" y="735507"/>
                  </a:moveTo>
                  <a:lnTo>
                    <a:pt x="1671243" y="735507"/>
                  </a:lnTo>
                  <a:lnTo>
                    <a:pt x="1671243" y="744232"/>
                  </a:lnTo>
                  <a:lnTo>
                    <a:pt x="1706054" y="744232"/>
                  </a:lnTo>
                  <a:lnTo>
                    <a:pt x="1706054" y="735507"/>
                  </a:lnTo>
                  <a:close/>
                </a:path>
                <a:path w="3212465" h="1480185">
                  <a:moveTo>
                    <a:pt x="1775701" y="735507"/>
                  </a:moveTo>
                  <a:lnTo>
                    <a:pt x="1740877" y="735507"/>
                  </a:lnTo>
                  <a:lnTo>
                    <a:pt x="1740877" y="744232"/>
                  </a:lnTo>
                  <a:lnTo>
                    <a:pt x="1775701" y="744232"/>
                  </a:lnTo>
                  <a:lnTo>
                    <a:pt x="1775701" y="735507"/>
                  </a:lnTo>
                  <a:close/>
                </a:path>
                <a:path w="3212465" h="1480185">
                  <a:moveTo>
                    <a:pt x="1845335" y="735507"/>
                  </a:moveTo>
                  <a:lnTo>
                    <a:pt x="1810512" y="735507"/>
                  </a:lnTo>
                  <a:lnTo>
                    <a:pt x="1810512" y="744232"/>
                  </a:lnTo>
                  <a:lnTo>
                    <a:pt x="1845335" y="744232"/>
                  </a:lnTo>
                  <a:lnTo>
                    <a:pt x="1845335" y="735507"/>
                  </a:lnTo>
                  <a:close/>
                </a:path>
                <a:path w="3212465" h="1480185">
                  <a:moveTo>
                    <a:pt x="1914969" y="735507"/>
                  </a:moveTo>
                  <a:lnTo>
                    <a:pt x="1880146" y="735507"/>
                  </a:lnTo>
                  <a:lnTo>
                    <a:pt x="1880146" y="744232"/>
                  </a:lnTo>
                  <a:lnTo>
                    <a:pt x="1914969" y="744232"/>
                  </a:lnTo>
                  <a:lnTo>
                    <a:pt x="1914969" y="735507"/>
                  </a:lnTo>
                  <a:close/>
                </a:path>
                <a:path w="3212465" h="1480185">
                  <a:moveTo>
                    <a:pt x="2054237" y="735507"/>
                  </a:moveTo>
                  <a:lnTo>
                    <a:pt x="2019414" y="735507"/>
                  </a:lnTo>
                  <a:lnTo>
                    <a:pt x="2019414" y="744232"/>
                  </a:lnTo>
                  <a:lnTo>
                    <a:pt x="2054237" y="744232"/>
                  </a:lnTo>
                  <a:lnTo>
                    <a:pt x="2054237" y="735507"/>
                  </a:lnTo>
                  <a:close/>
                </a:path>
                <a:path w="3212465" h="1480185">
                  <a:moveTo>
                    <a:pt x="2054237" y="0"/>
                  </a:moveTo>
                  <a:lnTo>
                    <a:pt x="2019414" y="0"/>
                  </a:lnTo>
                  <a:lnTo>
                    <a:pt x="2019414" y="8737"/>
                  </a:lnTo>
                  <a:lnTo>
                    <a:pt x="2054237" y="8737"/>
                  </a:lnTo>
                  <a:lnTo>
                    <a:pt x="2054237" y="0"/>
                  </a:lnTo>
                  <a:close/>
                </a:path>
                <a:path w="3212465" h="1480185">
                  <a:moveTo>
                    <a:pt x="2123871" y="735507"/>
                  </a:moveTo>
                  <a:lnTo>
                    <a:pt x="2089048" y="735507"/>
                  </a:lnTo>
                  <a:lnTo>
                    <a:pt x="2089048" y="744232"/>
                  </a:lnTo>
                  <a:lnTo>
                    <a:pt x="2123871" y="744232"/>
                  </a:lnTo>
                  <a:lnTo>
                    <a:pt x="2123871" y="735507"/>
                  </a:lnTo>
                  <a:close/>
                </a:path>
                <a:path w="3212465" h="1480185">
                  <a:moveTo>
                    <a:pt x="2123871" y="0"/>
                  </a:moveTo>
                  <a:lnTo>
                    <a:pt x="2089048" y="0"/>
                  </a:lnTo>
                  <a:lnTo>
                    <a:pt x="2089048" y="8737"/>
                  </a:lnTo>
                  <a:lnTo>
                    <a:pt x="2123871" y="8737"/>
                  </a:lnTo>
                  <a:lnTo>
                    <a:pt x="2123871" y="0"/>
                  </a:lnTo>
                  <a:close/>
                </a:path>
                <a:path w="3212465" h="1480185">
                  <a:moveTo>
                    <a:pt x="2193506" y="735507"/>
                  </a:moveTo>
                  <a:lnTo>
                    <a:pt x="2158682" y="735507"/>
                  </a:lnTo>
                  <a:lnTo>
                    <a:pt x="2158682" y="744232"/>
                  </a:lnTo>
                  <a:lnTo>
                    <a:pt x="2193506" y="744232"/>
                  </a:lnTo>
                  <a:lnTo>
                    <a:pt x="2193506" y="735507"/>
                  </a:lnTo>
                  <a:close/>
                </a:path>
                <a:path w="3212465" h="1480185">
                  <a:moveTo>
                    <a:pt x="2193506" y="0"/>
                  </a:moveTo>
                  <a:lnTo>
                    <a:pt x="2158682" y="0"/>
                  </a:lnTo>
                  <a:lnTo>
                    <a:pt x="2158682" y="8737"/>
                  </a:lnTo>
                  <a:lnTo>
                    <a:pt x="2193506" y="8737"/>
                  </a:lnTo>
                  <a:lnTo>
                    <a:pt x="2193506" y="0"/>
                  </a:lnTo>
                  <a:close/>
                </a:path>
                <a:path w="3212465" h="1480185">
                  <a:moveTo>
                    <a:pt x="2263140" y="735507"/>
                  </a:moveTo>
                  <a:lnTo>
                    <a:pt x="2228329" y="735507"/>
                  </a:lnTo>
                  <a:lnTo>
                    <a:pt x="2228329" y="744232"/>
                  </a:lnTo>
                  <a:lnTo>
                    <a:pt x="2263140" y="744232"/>
                  </a:lnTo>
                  <a:lnTo>
                    <a:pt x="2263140" y="735507"/>
                  </a:lnTo>
                  <a:close/>
                </a:path>
                <a:path w="3212465" h="1480185">
                  <a:moveTo>
                    <a:pt x="2263140" y="0"/>
                  </a:moveTo>
                  <a:lnTo>
                    <a:pt x="2228329" y="0"/>
                  </a:lnTo>
                  <a:lnTo>
                    <a:pt x="2228329" y="8737"/>
                  </a:lnTo>
                  <a:lnTo>
                    <a:pt x="2263140" y="8737"/>
                  </a:lnTo>
                  <a:lnTo>
                    <a:pt x="2263140" y="0"/>
                  </a:lnTo>
                  <a:close/>
                </a:path>
                <a:path w="3212465" h="1480185">
                  <a:moveTo>
                    <a:pt x="2332774" y="735507"/>
                  </a:moveTo>
                  <a:lnTo>
                    <a:pt x="2297963" y="735507"/>
                  </a:lnTo>
                  <a:lnTo>
                    <a:pt x="2297963" y="744232"/>
                  </a:lnTo>
                  <a:lnTo>
                    <a:pt x="2332774" y="744232"/>
                  </a:lnTo>
                  <a:lnTo>
                    <a:pt x="2332774" y="735507"/>
                  </a:lnTo>
                  <a:close/>
                </a:path>
                <a:path w="3212465" h="1480185">
                  <a:moveTo>
                    <a:pt x="2402408" y="735507"/>
                  </a:moveTo>
                  <a:lnTo>
                    <a:pt x="2367597" y="735507"/>
                  </a:lnTo>
                  <a:lnTo>
                    <a:pt x="2367597" y="744232"/>
                  </a:lnTo>
                  <a:lnTo>
                    <a:pt x="2402408" y="744232"/>
                  </a:lnTo>
                  <a:lnTo>
                    <a:pt x="2402408" y="735507"/>
                  </a:lnTo>
                  <a:close/>
                </a:path>
                <a:path w="3212465" h="1480185">
                  <a:moveTo>
                    <a:pt x="2472042" y="735507"/>
                  </a:moveTo>
                  <a:lnTo>
                    <a:pt x="2437231" y="735507"/>
                  </a:lnTo>
                  <a:lnTo>
                    <a:pt x="2437231" y="744232"/>
                  </a:lnTo>
                  <a:lnTo>
                    <a:pt x="2472042" y="744232"/>
                  </a:lnTo>
                  <a:lnTo>
                    <a:pt x="2472042" y="735507"/>
                  </a:lnTo>
                  <a:close/>
                </a:path>
                <a:path w="3212465" h="1480185">
                  <a:moveTo>
                    <a:pt x="2541676" y="735507"/>
                  </a:moveTo>
                  <a:lnTo>
                    <a:pt x="2506865" y="735507"/>
                  </a:lnTo>
                  <a:lnTo>
                    <a:pt x="2506865" y="744232"/>
                  </a:lnTo>
                  <a:lnTo>
                    <a:pt x="2541676" y="744232"/>
                  </a:lnTo>
                  <a:lnTo>
                    <a:pt x="2541676" y="735507"/>
                  </a:lnTo>
                  <a:close/>
                </a:path>
                <a:path w="3212465" h="1480185">
                  <a:moveTo>
                    <a:pt x="2611310" y="735507"/>
                  </a:moveTo>
                  <a:lnTo>
                    <a:pt x="2576499" y="735507"/>
                  </a:lnTo>
                  <a:lnTo>
                    <a:pt x="2576499" y="744232"/>
                  </a:lnTo>
                  <a:lnTo>
                    <a:pt x="2611310" y="744232"/>
                  </a:lnTo>
                  <a:lnTo>
                    <a:pt x="2611310" y="735507"/>
                  </a:lnTo>
                  <a:close/>
                </a:path>
                <a:path w="3212465" h="1480185">
                  <a:moveTo>
                    <a:pt x="2680957" y="735507"/>
                  </a:moveTo>
                  <a:lnTo>
                    <a:pt x="2646134" y="735507"/>
                  </a:lnTo>
                  <a:lnTo>
                    <a:pt x="2646134" y="744232"/>
                  </a:lnTo>
                  <a:lnTo>
                    <a:pt x="2680957" y="744232"/>
                  </a:lnTo>
                  <a:lnTo>
                    <a:pt x="2680957" y="735507"/>
                  </a:lnTo>
                  <a:close/>
                </a:path>
                <a:path w="3212465" h="1480185">
                  <a:moveTo>
                    <a:pt x="2750591" y="735507"/>
                  </a:moveTo>
                  <a:lnTo>
                    <a:pt x="2715768" y="735507"/>
                  </a:lnTo>
                  <a:lnTo>
                    <a:pt x="2715768" y="744232"/>
                  </a:lnTo>
                  <a:lnTo>
                    <a:pt x="2750591" y="744232"/>
                  </a:lnTo>
                  <a:lnTo>
                    <a:pt x="2750591" y="735507"/>
                  </a:lnTo>
                  <a:close/>
                </a:path>
                <a:path w="3212465" h="1480185">
                  <a:moveTo>
                    <a:pt x="2820225" y="735507"/>
                  </a:moveTo>
                  <a:lnTo>
                    <a:pt x="2785402" y="735507"/>
                  </a:lnTo>
                  <a:lnTo>
                    <a:pt x="2785402" y="744232"/>
                  </a:lnTo>
                  <a:lnTo>
                    <a:pt x="2820225" y="744232"/>
                  </a:lnTo>
                  <a:lnTo>
                    <a:pt x="2820225" y="735507"/>
                  </a:lnTo>
                  <a:close/>
                </a:path>
                <a:path w="3212465" h="1480185">
                  <a:moveTo>
                    <a:pt x="2889859" y="735507"/>
                  </a:moveTo>
                  <a:lnTo>
                    <a:pt x="2855036" y="735507"/>
                  </a:lnTo>
                  <a:lnTo>
                    <a:pt x="2855036" y="744232"/>
                  </a:lnTo>
                  <a:lnTo>
                    <a:pt x="2889859" y="744232"/>
                  </a:lnTo>
                  <a:lnTo>
                    <a:pt x="2889859" y="735507"/>
                  </a:lnTo>
                  <a:close/>
                </a:path>
                <a:path w="3212465" h="1480185">
                  <a:moveTo>
                    <a:pt x="2959493" y="735507"/>
                  </a:moveTo>
                  <a:lnTo>
                    <a:pt x="2924670" y="735507"/>
                  </a:lnTo>
                  <a:lnTo>
                    <a:pt x="2924670" y="744232"/>
                  </a:lnTo>
                  <a:lnTo>
                    <a:pt x="2959493" y="744232"/>
                  </a:lnTo>
                  <a:lnTo>
                    <a:pt x="2959493" y="735507"/>
                  </a:lnTo>
                  <a:close/>
                </a:path>
                <a:path w="3212465" h="1480185">
                  <a:moveTo>
                    <a:pt x="3029127" y="735507"/>
                  </a:moveTo>
                  <a:lnTo>
                    <a:pt x="2994304" y="735507"/>
                  </a:lnTo>
                  <a:lnTo>
                    <a:pt x="2994304" y="744232"/>
                  </a:lnTo>
                  <a:lnTo>
                    <a:pt x="3029127" y="744232"/>
                  </a:lnTo>
                  <a:lnTo>
                    <a:pt x="3029127" y="735507"/>
                  </a:lnTo>
                  <a:close/>
                </a:path>
                <a:path w="3212465" h="1480185">
                  <a:moveTo>
                    <a:pt x="3098762" y="735507"/>
                  </a:moveTo>
                  <a:lnTo>
                    <a:pt x="3063951" y="735507"/>
                  </a:lnTo>
                  <a:lnTo>
                    <a:pt x="3063951" y="744232"/>
                  </a:lnTo>
                  <a:lnTo>
                    <a:pt x="3098762" y="744232"/>
                  </a:lnTo>
                  <a:lnTo>
                    <a:pt x="3098762" y="735507"/>
                  </a:lnTo>
                  <a:close/>
                </a:path>
                <a:path w="3212465" h="1480185">
                  <a:moveTo>
                    <a:pt x="3168396" y="735507"/>
                  </a:moveTo>
                  <a:lnTo>
                    <a:pt x="3133585" y="735507"/>
                  </a:lnTo>
                  <a:lnTo>
                    <a:pt x="3133585" y="744232"/>
                  </a:lnTo>
                  <a:lnTo>
                    <a:pt x="3168396" y="744232"/>
                  </a:lnTo>
                  <a:lnTo>
                    <a:pt x="3168396" y="735507"/>
                  </a:lnTo>
                  <a:close/>
                </a:path>
                <a:path w="3212465" h="1480185">
                  <a:moveTo>
                    <a:pt x="3212046" y="1471041"/>
                  </a:moveTo>
                  <a:lnTo>
                    <a:pt x="3203219" y="1471041"/>
                  </a:lnTo>
                  <a:lnTo>
                    <a:pt x="3203219" y="1479765"/>
                  </a:lnTo>
                  <a:lnTo>
                    <a:pt x="3212046" y="1479765"/>
                  </a:lnTo>
                  <a:lnTo>
                    <a:pt x="3212046" y="1471041"/>
                  </a:lnTo>
                  <a:close/>
                </a:path>
                <a:path w="3212465" h="1480185">
                  <a:moveTo>
                    <a:pt x="3212046" y="735507"/>
                  </a:moveTo>
                  <a:lnTo>
                    <a:pt x="3203219" y="735507"/>
                  </a:lnTo>
                  <a:lnTo>
                    <a:pt x="3203219" y="744232"/>
                  </a:lnTo>
                  <a:lnTo>
                    <a:pt x="3212046" y="744232"/>
                  </a:lnTo>
                  <a:lnTo>
                    <a:pt x="3212046" y="73550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8987" y="1342211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5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744855">
                  <a:moveTo>
                    <a:pt x="2263140" y="735533"/>
                  </a:moveTo>
                  <a:lnTo>
                    <a:pt x="2228329" y="735533"/>
                  </a:lnTo>
                  <a:lnTo>
                    <a:pt x="2228329" y="744270"/>
                  </a:lnTo>
                  <a:lnTo>
                    <a:pt x="2263140" y="744270"/>
                  </a:lnTo>
                  <a:lnTo>
                    <a:pt x="2263140" y="735533"/>
                  </a:lnTo>
                  <a:close/>
                </a:path>
                <a:path w="3212465" h="744855">
                  <a:moveTo>
                    <a:pt x="2332774" y="735533"/>
                  </a:moveTo>
                  <a:lnTo>
                    <a:pt x="2297963" y="735533"/>
                  </a:lnTo>
                  <a:lnTo>
                    <a:pt x="2297963" y="744270"/>
                  </a:lnTo>
                  <a:lnTo>
                    <a:pt x="2332774" y="744270"/>
                  </a:lnTo>
                  <a:lnTo>
                    <a:pt x="2332774" y="735533"/>
                  </a:lnTo>
                  <a:close/>
                </a:path>
                <a:path w="3212465" h="744855">
                  <a:moveTo>
                    <a:pt x="2402408" y="735533"/>
                  </a:moveTo>
                  <a:lnTo>
                    <a:pt x="2367597" y="735533"/>
                  </a:lnTo>
                  <a:lnTo>
                    <a:pt x="2367597" y="744270"/>
                  </a:lnTo>
                  <a:lnTo>
                    <a:pt x="2402408" y="744270"/>
                  </a:lnTo>
                  <a:lnTo>
                    <a:pt x="2402408" y="735533"/>
                  </a:lnTo>
                  <a:close/>
                </a:path>
                <a:path w="3212465" h="744855">
                  <a:moveTo>
                    <a:pt x="2472042" y="735533"/>
                  </a:moveTo>
                  <a:lnTo>
                    <a:pt x="2437231" y="735533"/>
                  </a:lnTo>
                  <a:lnTo>
                    <a:pt x="2437231" y="744270"/>
                  </a:lnTo>
                  <a:lnTo>
                    <a:pt x="2472042" y="744270"/>
                  </a:lnTo>
                  <a:lnTo>
                    <a:pt x="2472042" y="735533"/>
                  </a:lnTo>
                  <a:close/>
                </a:path>
                <a:path w="3212465" h="744855">
                  <a:moveTo>
                    <a:pt x="2541676" y="735533"/>
                  </a:moveTo>
                  <a:lnTo>
                    <a:pt x="2506865" y="735533"/>
                  </a:lnTo>
                  <a:lnTo>
                    <a:pt x="2506865" y="744270"/>
                  </a:lnTo>
                  <a:lnTo>
                    <a:pt x="2541676" y="744270"/>
                  </a:lnTo>
                  <a:lnTo>
                    <a:pt x="2541676" y="735533"/>
                  </a:lnTo>
                  <a:close/>
                </a:path>
                <a:path w="3212465" h="744855">
                  <a:moveTo>
                    <a:pt x="2611310" y="735533"/>
                  </a:moveTo>
                  <a:lnTo>
                    <a:pt x="2576499" y="735533"/>
                  </a:lnTo>
                  <a:lnTo>
                    <a:pt x="2576499" y="744270"/>
                  </a:lnTo>
                  <a:lnTo>
                    <a:pt x="2611310" y="744270"/>
                  </a:lnTo>
                  <a:lnTo>
                    <a:pt x="2611310" y="735533"/>
                  </a:lnTo>
                  <a:close/>
                </a:path>
                <a:path w="3212465" h="744855">
                  <a:moveTo>
                    <a:pt x="2680957" y="735533"/>
                  </a:moveTo>
                  <a:lnTo>
                    <a:pt x="2646134" y="735533"/>
                  </a:lnTo>
                  <a:lnTo>
                    <a:pt x="2646134" y="744270"/>
                  </a:lnTo>
                  <a:lnTo>
                    <a:pt x="2680957" y="744270"/>
                  </a:lnTo>
                  <a:lnTo>
                    <a:pt x="2680957" y="735533"/>
                  </a:lnTo>
                  <a:close/>
                </a:path>
                <a:path w="3212465" h="744855">
                  <a:moveTo>
                    <a:pt x="2750591" y="735533"/>
                  </a:moveTo>
                  <a:lnTo>
                    <a:pt x="2715768" y="735533"/>
                  </a:lnTo>
                  <a:lnTo>
                    <a:pt x="2715768" y="744270"/>
                  </a:lnTo>
                  <a:lnTo>
                    <a:pt x="2750591" y="744270"/>
                  </a:lnTo>
                  <a:lnTo>
                    <a:pt x="2750591" y="735533"/>
                  </a:lnTo>
                  <a:close/>
                </a:path>
                <a:path w="3212465" h="744855">
                  <a:moveTo>
                    <a:pt x="2820225" y="735533"/>
                  </a:moveTo>
                  <a:lnTo>
                    <a:pt x="2785402" y="735533"/>
                  </a:lnTo>
                  <a:lnTo>
                    <a:pt x="2785402" y="744270"/>
                  </a:lnTo>
                  <a:lnTo>
                    <a:pt x="2820225" y="744270"/>
                  </a:lnTo>
                  <a:lnTo>
                    <a:pt x="2820225" y="735533"/>
                  </a:lnTo>
                  <a:close/>
                </a:path>
                <a:path w="3212465" h="744855">
                  <a:moveTo>
                    <a:pt x="2889859" y="735533"/>
                  </a:moveTo>
                  <a:lnTo>
                    <a:pt x="2855036" y="735533"/>
                  </a:lnTo>
                  <a:lnTo>
                    <a:pt x="2855036" y="744270"/>
                  </a:lnTo>
                  <a:lnTo>
                    <a:pt x="2889859" y="744270"/>
                  </a:lnTo>
                  <a:lnTo>
                    <a:pt x="2889859" y="735533"/>
                  </a:lnTo>
                  <a:close/>
                </a:path>
                <a:path w="3212465" h="744855">
                  <a:moveTo>
                    <a:pt x="2959493" y="735533"/>
                  </a:moveTo>
                  <a:lnTo>
                    <a:pt x="2924670" y="735533"/>
                  </a:lnTo>
                  <a:lnTo>
                    <a:pt x="2924670" y="744270"/>
                  </a:lnTo>
                  <a:lnTo>
                    <a:pt x="2959493" y="744270"/>
                  </a:lnTo>
                  <a:lnTo>
                    <a:pt x="2959493" y="735533"/>
                  </a:lnTo>
                  <a:close/>
                </a:path>
                <a:path w="3212465" h="744855">
                  <a:moveTo>
                    <a:pt x="3029127" y="735533"/>
                  </a:moveTo>
                  <a:lnTo>
                    <a:pt x="2994304" y="735533"/>
                  </a:lnTo>
                  <a:lnTo>
                    <a:pt x="2994304" y="744270"/>
                  </a:lnTo>
                  <a:lnTo>
                    <a:pt x="3029127" y="744270"/>
                  </a:lnTo>
                  <a:lnTo>
                    <a:pt x="3029127" y="735533"/>
                  </a:lnTo>
                  <a:close/>
                </a:path>
                <a:path w="3212465" h="744855">
                  <a:moveTo>
                    <a:pt x="3098762" y="735533"/>
                  </a:moveTo>
                  <a:lnTo>
                    <a:pt x="3063951" y="735533"/>
                  </a:lnTo>
                  <a:lnTo>
                    <a:pt x="3063951" y="744270"/>
                  </a:lnTo>
                  <a:lnTo>
                    <a:pt x="3098762" y="744270"/>
                  </a:lnTo>
                  <a:lnTo>
                    <a:pt x="3098762" y="735533"/>
                  </a:lnTo>
                  <a:close/>
                </a:path>
                <a:path w="3212465" h="744855">
                  <a:moveTo>
                    <a:pt x="3168396" y="735533"/>
                  </a:moveTo>
                  <a:lnTo>
                    <a:pt x="3133585" y="735533"/>
                  </a:lnTo>
                  <a:lnTo>
                    <a:pt x="3133585" y="744270"/>
                  </a:lnTo>
                  <a:lnTo>
                    <a:pt x="3168396" y="744270"/>
                  </a:lnTo>
                  <a:lnTo>
                    <a:pt x="3168396" y="735533"/>
                  </a:lnTo>
                  <a:close/>
                </a:path>
                <a:path w="3212465" h="744855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70"/>
                  </a:lnTo>
                  <a:lnTo>
                    <a:pt x="3212046" y="744270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08627" y="134657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8987" y="606691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5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5">
                  <a:moveTo>
                    <a:pt x="3212046" y="735520"/>
                  </a:moveTo>
                  <a:lnTo>
                    <a:pt x="3203219" y="735520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2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08627" y="61104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80643" y="606691"/>
              <a:ext cx="3070860" cy="3093720"/>
            </a:xfrm>
            <a:custGeom>
              <a:avLst/>
              <a:gdLst/>
              <a:ahLst/>
              <a:cxnLst/>
              <a:rect l="l" t="t" r="r" b="b"/>
              <a:pathLst>
                <a:path w="3070860" h="3093720">
                  <a:moveTo>
                    <a:pt x="8712" y="3058655"/>
                  </a:moveTo>
                  <a:lnTo>
                    <a:pt x="0" y="3058655"/>
                  </a:lnTo>
                  <a:lnTo>
                    <a:pt x="0" y="3093567"/>
                  </a:lnTo>
                  <a:lnTo>
                    <a:pt x="8712" y="3093567"/>
                  </a:lnTo>
                  <a:lnTo>
                    <a:pt x="8712" y="3058655"/>
                  </a:lnTo>
                  <a:close/>
                </a:path>
                <a:path w="3070860" h="3093720">
                  <a:moveTo>
                    <a:pt x="3070390" y="0"/>
                  </a:moveTo>
                  <a:lnTo>
                    <a:pt x="3061563" y="0"/>
                  </a:lnTo>
                  <a:lnTo>
                    <a:pt x="3061563" y="8724"/>
                  </a:lnTo>
                  <a:lnTo>
                    <a:pt x="3070390" y="8724"/>
                  </a:lnTo>
                  <a:lnTo>
                    <a:pt x="30703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85007" y="463930"/>
              <a:ext cx="0" cy="3166745"/>
            </a:xfrm>
            <a:custGeom>
              <a:avLst/>
              <a:gdLst/>
              <a:ahLst/>
              <a:cxnLst/>
              <a:rect l="l" t="t" r="r" b="b"/>
              <a:pathLst>
                <a:path w="0" h="3166745">
                  <a:moveTo>
                    <a:pt x="0" y="0"/>
                  </a:moveTo>
                  <a:lnTo>
                    <a:pt x="0" y="3166498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15020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440673" y="463930"/>
              <a:ext cx="8890" cy="3236595"/>
            </a:xfrm>
            <a:custGeom>
              <a:avLst/>
              <a:gdLst/>
              <a:ahLst/>
              <a:cxnLst/>
              <a:rect l="l" t="t" r="r" b="b"/>
              <a:pathLst>
                <a:path w="8889" h="3236595">
                  <a:moveTo>
                    <a:pt x="8699" y="3201416"/>
                  </a:moveTo>
                  <a:lnTo>
                    <a:pt x="0" y="3201416"/>
                  </a:lnTo>
                  <a:lnTo>
                    <a:pt x="0" y="3236328"/>
                  </a:lnTo>
                  <a:lnTo>
                    <a:pt x="8699" y="3236328"/>
                  </a:lnTo>
                  <a:lnTo>
                    <a:pt x="8699" y="3201416"/>
                  </a:lnTo>
                  <a:close/>
                </a:path>
                <a:path w="8889" h="3236595">
                  <a:moveTo>
                    <a:pt x="8699" y="3131591"/>
                  </a:moveTo>
                  <a:lnTo>
                    <a:pt x="0" y="3131591"/>
                  </a:lnTo>
                  <a:lnTo>
                    <a:pt x="0" y="3166503"/>
                  </a:lnTo>
                  <a:lnTo>
                    <a:pt x="8699" y="3166503"/>
                  </a:lnTo>
                  <a:lnTo>
                    <a:pt x="8699" y="3131591"/>
                  </a:lnTo>
                  <a:close/>
                </a:path>
                <a:path w="8889" h="3236595">
                  <a:moveTo>
                    <a:pt x="8699" y="3061766"/>
                  </a:moveTo>
                  <a:lnTo>
                    <a:pt x="0" y="3061766"/>
                  </a:lnTo>
                  <a:lnTo>
                    <a:pt x="0" y="3096679"/>
                  </a:lnTo>
                  <a:lnTo>
                    <a:pt x="8699" y="3096679"/>
                  </a:lnTo>
                  <a:lnTo>
                    <a:pt x="8699" y="3061766"/>
                  </a:lnTo>
                  <a:close/>
                </a:path>
                <a:path w="8889" h="3236595">
                  <a:moveTo>
                    <a:pt x="8699" y="2991942"/>
                  </a:moveTo>
                  <a:lnTo>
                    <a:pt x="0" y="2991942"/>
                  </a:lnTo>
                  <a:lnTo>
                    <a:pt x="0" y="3026854"/>
                  </a:lnTo>
                  <a:lnTo>
                    <a:pt x="8699" y="3026854"/>
                  </a:lnTo>
                  <a:lnTo>
                    <a:pt x="8699" y="2991942"/>
                  </a:lnTo>
                  <a:close/>
                </a:path>
                <a:path w="8889" h="3236595">
                  <a:moveTo>
                    <a:pt x="8699" y="2922117"/>
                  </a:moveTo>
                  <a:lnTo>
                    <a:pt x="0" y="2922117"/>
                  </a:lnTo>
                  <a:lnTo>
                    <a:pt x="0" y="2957030"/>
                  </a:lnTo>
                  <a:lnTo>
                    <a:pt x="8699" y="2957030"/>
                  </a:lnTo>
                  <a:lnTo>
                    <a:pt x="8699" y="2922117"/>
                  </a:lnTo>
                  <a:close/>
                </a:path>
                <a:path w="8889" h="3236595">
                  <a:moveTo>
                    <a:pt x="8699" y="2852293"/>
                  </a:moveTo>
                  <a:lnTo>
                    <a:pt x="0" y="2852293"/>
                  </a:lnTo>
                  <a:lnTo>
                    <a:pt x="0" y="2887205"/>
                  </a:lnTo>
                  <a:lnTo>
                    <a:pt x="8699" y="2887205"/>
                  </a:lnTo>
                  <a:lnTo>
                    <a:pt x="8699" y="2852293"/>
                  </a:lnTo>
                  <a:close/>
                </a:path>
                <a:path w="8889" h="3236595">
                  <a:moveTo>
                    <a:pt x="8699" y="2782481"/>
                  </a:moveTo>
                  <a:lnTo>
                    <a:pt x="0" y="2782481"/>
                  </a:lnTo>
                  <a:lnTo>
                    <a:pt x="0" y="2817393"/>
                  </a:lnTo>
                  <a:lnTo>
                    <a:pt x="8699" y="2817393"/>
                  </a:lnTo>
                  <a:lnTo>
                    <a:pt x="8699" y="2782481"/>
                  </a:lnTo>
                  <a:close/>
                </a:path>
                <a:path w="8889" h="3236595">
                  <a:moveTo>
                    <a:pt x="8699" y="2712656"/>
                  </a:moveTo>
                  <a:lnTo>
                    <a:pt x="0" y="2712656"/>
                  </a:lnTo>
                  <a:lnTo>
                    <a:pt x="0" y="2747568"/>
                  </a:lnTo>
                  <a:lnTo>
                    <a:pt x="8699" y="2747568"/>
                  </a:lnTo>
                  <a:lnTo>
                    <a:pt x="8699" y="2712656"/>
                  </a:lnTo>
                  <a:close/>
                </a:path>
                <a:path w="8889" h="3236595">
                  <a:moveTo>
                    <a:pt x="8699" y="2642832"/>
                  </a:moveTo>
                  <a:lnTo>
                    <a:pt x="0" y="2642832"/>
                  </a:lnTo>
                  <a:lnTo>
                    <a:pt x="0" y="2677744"/>
                  </a:lnTo>
                  <a:lnTo>
                    <a:pt x="8699" y="2677744"/>
                  </a:lnTo>
                  <a:lnTo>
                    <a:pt x="8699" y="2642832"/>
                  </a:lnTo>
                  <a:close/>
                </a:path>
                <a:path w="8889" h="3236595">
                  <a:moveTo>
                    <a:pt x="8699" y="2573007"/>
                  </a:moveTo>
                  <a:lnTo>
                    <a:pt x="0" y="2573007"/>
                  </a:lnTo>
                  <a:lnTo>
                    <a:pt x="0" y="2607919"/>
                  </a:lnTo>
                  <a:lnTo>
                    <a:pt x="8699" y="2607919"/>
                  </a:lnTo>
                  <a:lnTo>
                    <a:pt x="8699" y="2573007"/>
                  </a:lnTo>
                  <a:close/>
                </a:path>
                <a:path w="8889" h="3236595">
                  <a:moveTo>
                    <a:pt x="8699" y="2503182"/>
                  </a:moveTo>
                  <a:lnTo>
                    <a:pt x="0" y="2503182"/>
                  </a:lnTo>
                  <a:lnTo>
                    <a:pt x="0" y="2538095"/>
                  </a:lnTo>
                  <a:lnTo>
                    <a:pt x="8699" y="2538095"/>
                  </a:lnTo>
                  <a:lnTo>
                    <a:pt x="8699" y="2503182"/>
                  </a:lnTo>
                  <a:close/>
                </a:path>
                <a:path w="8889" h="3236595">
                  <a:moveTo>
                    <a:pt x="8699" y="2433358"/>
                  </a:moveTo>
                  <a:lnTo>
                    <a:pt x="0" y="2433358"/>
                  </a:lnTo>
                  <a:lnTo>
                    <a:pt x="0" y="2468270"/>
                  </a:lnTo>
                  <a:lnTo>
                    <a:pt x="8699" y="2468270"/>
                  </a:lnTo>
                  <a:lnTo>
                    <a:pt x="8699" y="2433358"/>
                  </a:lnTo>
                  <a:close/>
                </a:path>
                <a:path w="8889" h="3236595">
                  <a:moveTo>
                    <a:pt x="8699" y="2363533"/>
                  </a:moveTo>
                  <a:lnTo>
                    <a:pt x="0" y="2363533"/>
                  </a:lnTo>
                  <a:lnTo>
                    <a:pt x="0" y="2398445"/>
                  </a:lnTo>
                  <a:lnTo>
                    <a:pt x="8699" y="2398445"/>
                  </a:lnTo>
                  <a:lnTo>
                    <a:pt x="8699" y="2363533"/>
                  </a:lnTo>
                  <a:close/>
                </a:path>
                <a:path w="8889" h="3236595">
                  <a:moveTo>
                    <a:pt x="8699" y="2293709"/>
                  </a:moveTo>
                  <a:lnTo>
                    <a:pt x="0" y="2293709"/>
                  </a:lnTo>
                  <a:lnTo>
                    <a:pt x="0" y="2328621"/>
                  </a:lnTo>
                  <a:lnTo>
                    <a:pt x="8699" y="2328621"/>
                  </a:lnTo>
                  <a:lnTo>
                    <a:pt x="8699" y="2293709"/>
                  </a:lnTo>
                  <a:close/>
                </a:path>
                <a:path w="8889" h="3236595">
                  <a:moveTo>
                    <a:pt x="8699" y="2223884"/>
                  </a:moveTo>
                  <a:lnTo>
                    <a:pt x="0" y="2223884"/>
                  </a:lnTo>
                  <a:lnTo>
                    <a:pt x="0" y="2258796"/>
                  </a:lnTo>
                  <a:lnTo>
                    <a:pt x="8699" y="2258796"/>
                  </a:lnTo>
                  <a:lnTo>
                    <a:pt x="8699" y="2223884"/>
                  </a:lnTo>
                  <a:close/>
                </a:path>
                <a:path w="8889" h="3236595">
                  <a:moveTo>
                    <a:pt x="8699" y="1246365"/>
                  </a:moveTo>
                  <a:lnTo>
                    <a:pt x="0" y="1246365"/>
                  </a:lnTo>
                  <a:lnTo>
                    <a:pt x="0" y="1281277"/>
                  </a:lnTo>
                  <a:lnTo>
                    <a:pt x="8699" y="1281277"/>
                  </a:lnTo>
                  <a:lnTo>
                    <a:pt x="8699" y="1246365"/>
                  </a:lnTo>
                  <a:close/>
                </a:path>
                <a:path w="8889" h="3236595">
                  <a:moveTo>
                    <a:pt x="8699" y="1176540"/>
                  </a:moveTo>
                  <a:lnTo>
                    <a:pt x="0" y="1176540"/>
                  </a:lnTo>
                  <a:lnTo>
                    <a:pt x="0" y="1211453"/>
                  </a:lnTo>
                  <a:lnTo>
                    <a:pt x="8699" y="1211453"/>
                  </a:lnTo>
                  <a:lnTo>
                    <a:pt x="8699" y="1176540"/>
                  </a:lnTo>
                  <a:close/>
                </a:path>
                <a:path w="8889" h="3236595">
                  <a:moveTo>
                    <a:pt x="8699" y="1106716"/>
                  </a:moveTo>
                  <a:lnTo>
                    <a:pt x="0" y="1106716"/>
                  </a:lnTo>
                  <a:lnTo>
                    <a:pt x="0" y="1141628"/>
                  </a:lnTo>
                  <a:lnTo>
                    <a:pt x="8699" y="1141628"/>
                  </a:lnTo>
                  <a:lnTo>
                    <a:pt x="8699" y="1106716"/>
                  </a:lnTo>
                  <a:close/>
                </a:path>
                <a:path w="8889" h="3236595">
                  <a:moveTo>
                    <a:pt x="8699" y="1036891"/>
                  </a:moveTo>
                  <a:lnTo>
                    <a:pt x="0" y="1036891"/>
                  </a:lnTo>
                  <a:lnTo>
                    <a:pt x="0" y="1071803"/>
                  </a:lnTo>
                  <a:lnTo>
                    <a:pt x="8699" y="1071803"/>
                  </a:lnTo>
                  <a:lnTo>
                    <a:pt x="8699" y="1036891"/>
                  </a:lnTo>
                  <a:close/>
                </a:path>
                <a:path w="8889" h="3236595">
                  <a:moveTo>
                    <a:pt x="8699" y="967066"/>
                  </a:moveTo>
                  <a:lnTo>
                    <a:pt x="0" y="967066"/>
                  </a:lnTo>
                  <a:lnTo>
                    <a:pt x="0" y="1001979"/>
                  </a:lnTo>
                  <a:lnTo>
                    <a:pt x="8699" y="1001979"/>
                  </a:lnTo>
                  <a:lnTo>
                    <a:pt x="8699" y="967066"/>
                  </a:lnTo>
                  <a:close/>
                </a:path>
                <a:path w="8889" h="3236595">
                  <a:moveTo>
                    <a:pt x="8699" y="897242"/>
                  </a:moveTo>
                  <a:lnTo>
                    <a:pt x="0" y="897242"/>
                  </a:lnTo>
                  <a:lnTo>
                    <a:pt x="0" y="932154"/>
                  </a:lnTo>
                  <a:lnTo>
                    <a:pt x="8699" y="932154"/>
                  </a:lnTo>
                  <a:lnTo>
                    <a:pt x="8699" y="897242"/>
                  </a:lnTo>
                  <a:close/>
                </a:path>
                <a:path w="8889" h="3236595">
                  <a:moveTo>
                    <a:pt x="8699" y="827417"/>
                  </a:moveTo>
                  <a:lnTo>
                    <a:pt x="0" y="827417"/>
                  </a:lnTo>
                  <a:lnTo>
                    <a:pt x="0" y="862330"/>
                  </a:lnTo>
                  <a:lnTo>
                    <a:pt x="8699" y="862330"/>
                  </a:lnTo>
                  <a:lnTo>
                    <a:pt x="8699" y="827417"/>
                  </a:lnTo>
                  <a:close/>
                </a:path>
                <a:path w="8889" h="3236595">
                  <a:moveTo>
                    <a:pt x="8699" y="757593"/>
                  </a:moveTo>
                  <a:lnTo>
                    <a:pt x="0" y="757593"/>
                  </a:lnTo>
                  <a:lnTo>
                    <a:pt x="0" y="792505"/>
                  </a:lnTo>
                  <a:lnTo>
                    <a:pt x="8699" y="792505"/>
                  </a:lnTo>
                  <a:lnTo>
                    <a:pt x="8699" y="757593"/>
                  </a:lnTo>
                  <a:close/>
                </a:path>
                <a:path w="8889" h="3236595">
                  <a:moveTo>
                    <a:pt x="8699" y="687781"/>
                  </a:moveTo>
                  <a:lnTo>
                    <a:pt x="0" y="687781"/>
                  </a:lnTo>
                  <a:lnTo>
                    <a:pt x="0" y="722693"/>
                  </a:lnTo>
                  <a:lnTo>
                    <a:pt x="8699" y="722693"/>
                  </a:lnTo>
                  <a:lnTo>
                    <a:pt x="8699" y="687781"/>
                  </a:lnTo>
                  <a:close/>
                </a:path>
                <a:path w="8889" h="3236595">
                  <a:moveTo>
                    <a:pt x="8699" y="617956"/>
                  </a:moveTo>
                  <a:lnTo>
                    <a:pt x="0" y="617956"/>
                  </a:lnTo>
                  <a:lnTo>
                    <a:pt x="0" y="652868"/>
                  </a:lnTo>
                  <a:lnTo>
                    <a:pt x="8699" y="652868"/>
                  </a:lnTo>
                  <a:lnTo>
                    <a:pt x="8699" y="617956"/>
                  </a:lnTo>
                  <a:close/>
                </a:path>
                <a:path w="8889" h="3236595">
                  <a:moveTo>
                    <a:pt x="8699" y="548132"/>
                  </a:moveTo>
                  <a:lnTo>
                    <a:pt x="0" y="548132"/>
                  </a:lnTo>
                  <a:lnTo>
                    <a:pt x="0" y="583044"/>
                  </a:lnTo>
                  <a:lnTo>
                    <a:pt x="8699" y="583044"/>
                  </a:lnTo>
                  <a:lnTo>
                    <a:pt x="8699" y="548132"/>
                  </a:lnTo>
                  <a:close/>
                </a:path>
                <a:path w="8889" h="3236595">
                  <a:moveTo>
                    <a:pt x="8699" y="478307"/>
                  </a:moveTo>
                  <a:lnTo>
                    <a:pt x="0" y="478307"/>
                  </a:lnTo>
                  <a:lnTo>
                    <a:pt x="0" y="513219"/>
                  </a:lnTo>
                  <a:lnTo>
                    <a:pt x="8699" y="513219"/>
                  </a:lnTo>
                  <a:lnTo>
                    <a:pt x="8699" y="478307"/>
                  </a:lnTo>
                  <a:close/>
                </a:path>
                <a:path w="8889" h="3236595">
                  <a:moveTo>
                    <a:pt x="8699" y="408482"/>
                  </a:moveTo>
                  <a:lnTo>
                    <a:pt x="0" y="408482"/>
                  </a:lnTo>
                  <a:lnTo>
                    <a:pt x="0" y="443395"/>
                  </a:lnTo>
                  <a:lnTo>
                    <a:pt x="8699" y="443395"/>
                  </a:lnTo>
                  <a:lnTo>
                    <a:pt x="8699" y="408482"/>
                  </a:lnTo>
                  <a:close/>
                </a:path>
                <a:path w="8889" h="3236595">
                  <a:moveTo>
                    <a:pt x="8699" y="338658"/>
                  </a:moveTo>
                  <a:lnTo>
                    <a:pt x="0" y="338658"/>
                  </a:lnTo>
                  <a:lnTo>
                    <a:pt x="0" y="373570"/>
                  </a:lnTo>
                  <a:lnTo>
                    <a:pt x="8699" y="373570"/>
                  </a:lnTo>
                  <a:lnTo>
                    <a:pt x="8699" y="338658"/>
                  </a:lnTo>
                  <a:close/>
                </a:path>
                <a:path w="8889" h="3236595">
                  <a:moveTo>
                    <a:pt x="8699" y="268833"/>
                  </a:moveTo>
                  <a:lnTo>
                    <a:pt x="0" y="268833"/>
                  </a:lnTo>
                  <a:lnTo>
                    <a:pt x="0" y="303745"/>
                  </a:lnTo>
                  <a:lnTo>
                    <a:pt x="8699" y="303745"/>
                  </a:lnTo>
                  <a:lnTo>
                    <a:pt x="8699" y="268833"/>
                  </a:lnTo>
                  <a:close/>
                </a:path>
                <a:path w="8889" h="3236595">
                  <a:moveTo>
                    <a:pt x="8699" y="199009"/>
                  </a:moveTo>
                  <a:lnTo>
                    <a:pt x="0" y="199009"/>
                  </a:lnTo>
                  <a:lnTo>
                    <a:pt x="0" y="233921"/>
                  </a:lnTo>
                  <a:lnTo>
                    <a:pt x="8699" y="233921"/>
                  </a:lnTo>
                  <a:lnTo>
                    <a:pt x="8699" y="199009"/>
                  </a:lnTo>
                  <a:close/>
                </a:path>
                <a:path w="8889" h="3236595">
                  <a:moveTo>
                    <a:pt x="8699" y="129184"/>
                  </a:moveTo>
                  <a:lnTo>
                    <a:pt x="0" y="129184"/>
                  </a:lnTo>
                  <a:lnTo>
                    <a:pt x="0" y="164096"/>
                  </a:lnTo>
                  <a:lnTo>
                    <a:pt x="8699" y="164096"/>
                  </a:lnTo>
                  <a:lnTo>
                    <a:pt x="8699" y="129184"/>
                  </a:lnTo>
                  <a:close/>
                </a:path>
                <a:path w="8889" h="3236595">
                  <a:moveTo>
                    <a:pt x="8699" y="59359"/>
                  </a:moveTo>
                  <a:lnTo>
                    <a:pt x="0" y="59359"/>
                  </a:lnTo>
                  <a:lnTo>
                    <a:pt x="0" y="94272"/>
                  </a:lnTo>
                  <a:lnTo>
                    <a:pt x="8699" y="94272"/>
                  </a:lnTo>
                  <a:lnTo>
                    <a:pt x="8699" y="59359"/>
                  </a:lnTo>
                  <a:close/>
                </a:path>
                <a:path w="8889" h="3236595">
                  <a:moveTo>
                    <a:pt x="8699" y="0"/>
                  </a:moveTo>
                  <a:lnTo>
                    <a:pt x="0" y="0"/>
                  </a:lnTo>
                  <a:lnTo>
                    <a:pt x="0" y="24460"/>
                  </a:lnTo>
                  <a:lnTo>
                    <a:pt x="8699" y="24460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175044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905056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62690" y="1516183"/>
              <a:ext cx="911362" cy="1305788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2409851" y="155618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409851" y="155618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601404" y="171565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601404" y="171565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594074" y="166572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594074" y="166572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843986" y="179218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843986" y="179218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473903" y="156995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33" y="31993"/>
                  </a:moveTo>
                  <a:lnTo>
                    <a:pt x="4979" y="27991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91"/>
                  </a:lnTo>
                  <a:lnTo>
                    <a:pt x="15933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473903" y="156995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67" y="15984"/>
                  </a:moveTo>
                  <a:lnTo>
                    <a:pt x="26887" y="27991"/>
                  </a:lnTo>
                  <a:lnTo>
                    <a:pt x="15933" y="31993"/>
                  </a:lnTo>
                  <a:lnTo>
                    <a:pt x="4979" y="27991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925470" y="192504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925470" y="192504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747875" y="190571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747875" y="190571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747365" y="123431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747365" y="123431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765752" y="126195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765752" y="126195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38992" y="463898"/>
              <a:ext cx="3212465" cy="3236595"/>
            </a:xfrm>
            <a:custGeom>
              <a:avLst/>
              <a:gdLst/>
              <a:ahLst/>
              <a:cxnLst/>
              <a:rect l="l" t="t" r="r" b="b"/>
              <a:pathLst>
                <a:path w="3212465" h="3236595">
                  <a:moveTo>
                    <a:pt x="0" y="3236353"/>
                  </a:moveTo>
                  <a:lnTo>
                    <a:pt x="3212047" y="3236353"/>
                  </a:lnTo>
                  <a:lnTo>
                    <a:pt x="3212047" y="0"/>
                  </a:lnTo>
                  <a:lnTo>
                    <a:pt x="0" y="0"/>
                  </a:lnTo>
                  <a:lnTo>
                    <a:pt x="0" y="3236353"/>
                  </a:lnTo>
                  <a:close/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20572" y="2056777"/>
              <a:ext cx="74930" cy="1522095"/>
            </a:xfrm>
            <a:custGeom>
              <a:avLst/>
              <a:gdLst/>
              <a:ahLst/>
              <a:cxnLst/>
              <a:rect l="l" t="t" r="r" b="b"/>
              <a:pathLst>
                <a:path w="74929" h="1522095">
                  <a:moveTo>
                    <a:pt x="34632" y="780237"/>
                  </a:moveTo>
                  <a:lnTo>
                    <a:pt x="8890" y="780237"/>
                  </a:lnTo>
                  <a:lnTo>
                    <a:pt x="10388" y="777519"/>
                  </a:lnTo>
                  <a:lnTo>
                    <a:pt x="13893" y="773455"/>
                  </a:lnTo>
                  <a:lnTo>
                    <a:pt x="19177" y="768858"/>
                  </a:lnTo>
                  <a:lnTo>
                    <a:pt x="28295" y="760742"/>
                  </a:lnTo>
                  <a:lnTo>
                    <a:pt x="33870" y="748284"/>
                  </a:lnTo>
                  <a:lnTo>
                    <a:pt x="33705" y="746391"/>
                  </a:lnTo>
                  <a:lnTo>
                    <a:pt x="19113" y="735368"/>
                  </a:lnTo>
                  <a:lnTo>
                    <a:pt x="16217" y="735431"/>
                  </a:lnTo>
                  <a:lnTo>
                    <a:pt x="2222" y="748309"/>
                  </a:lnTo>
                  <a:lnTo>
                    <a:pt x="8661" y="748919"/>
                  </a:lnTo>
                  <a:lnTo>
                    <a:pt x="8953" y="747356"/>
                  </a:lnTo>
                  <a:lnTo>
                    <a:pt x="9550" y="745629"/>
                  </a:lnTo>
                  <a:lnTo>
                    <a:pt x="19939" y="740638"/>
                  </a:lnTo>
                  <a:lnTo>
                    <a:pt x="21031" y="740829"/>
                  </a:lnTo>
                  <a:lnTo>
                    <a:pt x="27406" y="748728"/>
                  </a:lnTo>
                  <a:lnTo>
                    <a:pt x="27178" y="751446"/>
                  </a:lnTo>
                  <a:lnTo>
                    <a:pt x="26504" y="753554"/>
                  </a:lnTo>
                  <a:lnTo>
                    <a:pt x="24752" y="756424"/>
                  </a:lnTo>
                  <a:lnTo>
                    <a:pt x="21920" y="759561"/>
                  </a:lnTo>
                  <a:lnTo>
                    <a:pt x="11150" y="768731"/>
                  </a:lnTo>
                  <a:lnTo>
                    <a:pt x="7327" y="772655"/>
                  </a:lnTo>
                  <a:lnTo>
                    <a:pt x="4356" y="776554"/>
                  </a:lnTo>
                  <a:lnTo>
                    <a:pt x="3086" y="778764"/>
                  </a:lnTo>
                  <a:lnTo>
                    <a:pt x="1943" y="781164"/>
                  </a:lnTo>
                  <a:lnTo>
                    <a:pt x="1943" y="785596"/>
                  </a:lnTo>
                  <a:lnTo>
                    <a:pt x="34632" y="785596"/>
                  </a:lnTo>
                  <a:lnTo>
                    <a:pt x="34632" y="780237"/>
                  </a:lnTo>
                  <a:close/>
                </a:path>
                <a:path w="74929" h="1522095">
                  <a:moveTo>
                    <a:pt x="36169" y="33769"/>
                  </a:moveTo>
                  <a:lnTo>
                    <a:pt x="29222" y="33769"/>
                  </a:lnTo>
                  <a:lnTo>
                    <a:pt x="29222" y="7696"/>
                  </a:lnTo>
                  <a:lnTo>
                    <a:pt x="29222" y="571"/>
                  </a:lnTo>
                  <a:lnTo>
                    <a:pt x="23253" y="571"/>
                  </a:lnTo>
                  <a:lnTo>
                    <a:pt x="23253" y="7696"/>
                  </a:lnTo>
                  <a:lnTo>
                    <a:pt x="23253" y="33769"/>
                  </a:lnTo>
                  <a:lnTo>
                    <a:pt x="5892" y="33769"/>
                  </a:lnTo>
                  <a:lnTo>
                    <a:pt x="5981" y="33642"/>
                  </a:lnTo>
                  <a:lnTo>
                    <a:pt x="6108" y="33515"/>
                  </a:lnTo>
                  <a:lnTo>
                    <a:pt x="7010" y="32359"/>
                  </a:lnTo>
                  <a:lnTo>
                    <a:pt x="8191" y="30708"/>
                  </a:lnTo>
                  <a:lnTo>
                    <a:pt x="8255" y="30581"/>
                  </a:lnTo>
                  <a:lnTo>
                    <a:pt x="21285" y="11303"/>
                  </a:lnTo>
                  <a:lnTo>
                    <a:pt x="21755" y="10414"/>
                  </a:lnTo>
                  <a:lnTo>
                    <a:pt x="21856" y="10287"/>
                  </a:lnTo>
                  <a:lnTo>
                    <a:pt x="22047" y="9906"/>
                  </a:lnTo>
                  <a:lnTo>
                    <a:pt x="22148" y="9779"/>
                  </a:lnTo>
                  <a:lnTo>
                    <a:pt x="22682" y="8813"/>
                  </a:lnTo>
                  <a:lnTo>
                    <a:pt x="22720" y="8686"/>
                  </a:lnTo>
                  <a:lnTo>
                    <a:pt x="23101" y="8013"/>
                  </a:lnTo>
                  <a:lnTo>
                    <a:pt x="23253" y="7696"/>
                  </a:lnTo>
                  <a:lnTo>
                    <a:pt x="23253" y="571"/>
                  </a:lnTo>
                  <a:lnTo>
                    <a:pt x="22593" y="571"/>
                  </a:lnTo>
                  <a:lnTo>
                    <a:pt x="127" y="33769"/>
                  </a:lnTo>
                  <a:lnTo>
                    <a:pt x="0" y="33769"/>
                  </a:lnTo>
                  <a:lnTo>
                    <a:pt x="0" y="38887"/>
                  </a:lnTo>
                  <a:lnTo>
                    <a:pt x="23253" y="38887"/>
                  </a:lnTo>
                  <a:lnTo>
                    <a:pt x="23253" y="50063"/>
                  </a:lnTo>
                  <a:lnTo>
                    <a:pt x="29222" y="50063"/>
                  </a:lnTo>
                  <a:lnTo>
                    <a:pt x="29222" y="38887"/>
                  </a:lnTo>
                  <a:lnTo>
                    <a:pt x="36169" y="38887"/>
                  </a:lnTo>
                  <a:lnTo>
                    <a:pt x="36169" y="33769"/>
                  </a:lnTo>
                  <a:close/>
                </a:path>
                <a:path w="74929" h="1522095">
                  <a:moveTo>
                    <a:pt x="74891" y="1488186"/>
                  </a:moveTo>
                  <a:lnTo>
                    <a:pt x="68643" y="1474304"/>
                  </a:lnTo>
                  <a:lnTo>
                    <a:pt x="68643" y="1489087"/>
                  </a:lnTo>
                  <a:lnTo>
                    <a:pt x="68605" y="1503464"/>
                  </a:lnTo>
                  <a:lnTo>
                    <a:pt x="68503" y="1504137"/>
                  </a:lnTo>
                  <a:lnTo>
                    <a:pt x="68478" y="1504327"/>
                  </a:lnTo>
                  <a:lnTo>
                    <a:pt x="68351" y="1505153"/>
                  </a:lnTo>
                  <a:lnTo>
                    <a:pt x="60579" y="1516430"/>
                  </a:lnTo>
                  <a:lnTo>
                    <a:pt x="55791" y="1516430"/>
                  </a:lnTo>
                  <a:lnTo>
                    <a:pt x="47891" y="1504327"/>
                  </a:lnTo>
                  <a:lnTo>
                    <a:pt x="47891" y="1488186"/>
                  </a:lnTo>
                  <a:lnTo>
                    <a:pt x="48158" y="1486560"/>
                  </a:lnTo>
                  <a:lnTo>
                    <a:pt x="48260" y="1486052"/>
                  </a:lnTo>
                  <a:lnTo>
                    <a:pt x="48323" y="1485785"/>
                  </a:lnTo>
                  <a:lnTo>
                    <a:pt x="48628" y="1484388"/>
                  </a:lnTo>
                  <a:lnTo>
                    <a:pt x="48742" y="1484007"/>
                  </a:lnTo>
                  <a:lnTo>
                    <a:pt x="49034" y="1483017"/>
                  </a:lnTo>
                  <a:lnTo>
                    <a:pt x="49453" y="1481861"/>
                  </a:lnTo>
                  <a:lnTo>
                    <a:pt x="55384" y="1476362"/>
                  </a:lnTo>
                  <a:lnTo>
                    <a:pt x="61175" y="1476362"/>
                  </a:lnTo>
                  <a:lnTo>
                    <a:pt x="68249" y="1486560"/>
                  </a:lnTo>
                  <a:lnTo>
                    <a:pt x="68414" y="1487360"/>
                  </a:lnTo>
                  <a:lnTo>
                    <a:pt x="68503" y="1488186"/>
                  </a:lnTo>
                  <a:lnTo>
                    <a:pt x="68643" y="1489087"/>
                  </a:lnTo>
                  <a:lnTo>
                    <a:pt x="68643" y="1474304"/>
                  </a:lnTo>
                  <a:lnTo>
                    <a:pt x="61112" y="1471066"/>
                  </a:lnTo>
                  <a:lnTo>
                    <a:pt x="55473" y="1471066"/>
                  </a:lnTo>
                  <a:lnTo>
                    <a:pt x="42265" y="1484388"/>
                  </a:lnTo>
                  <a:lnTo>
                    <a:pt x="41897" y="1486052"/>
                  </a:lnTo>
                  <a:lnTo>
                    <a:pt x="41808" y="1486560"/>
                  </a:lnTo>
                  <a:lnTo>
                    <a:pt x="41541" y="1488186"/>
                  </a:lnTo>
                  <a:lnTo>
                    <a:pt x="41554" y="1504327"/>
                  </a:lnTo>
                  <a:lnTo>
                    <a:pt x="55321" y="1521637"/>
                  </a:lnTo>
                  <a:lnTo>
                    <a:pt x="60921" y="1521637"/>
                  </a:lnTo>
                  <a:lnTo>
                    <a:pt x="70916" y="1515440"/>
                  </a:lnTo>
                  <a:lnTo>
                    <a:pt x="71666" y="1514297"/>
                  </a:lnTo>
                  <a:lnTo>
                    <a:pt x="74853" y="1504327"/>
                  </a:lnTo>
                  <a:lnTo>
                    <a:pt x="74891" y="1488186"/>
                  </a:lnTo>
                  <a:close/>
                </a:path>
                <a:path w="74929" h="1522095">
                  <a:moveTo>
                    <a:pt x="74891" y="752652"/>
                  </a:moveTo>
                  <a:lnTo>
                    <a:pt x="71996" y="743102"/>
                  </a:lnTo>
                  <a:lnTo>
                    <a:pt x="71158" y="741667"/>
                  </a:lnTo>
                  <a:lnTo>
                    <a:pt x="68643" y="738771"/>
                  </a:lnTo>
                  <a:lnTo>
                    <a:pt x="68643" y="753554"/>
                  </a:lnTo>
                  <a:lnTo>
                    <a:pt x="68605" y="767930"/>
                  </a:lnTo>
                  <a:lnTo>
                    <a:pt x="68503" y="768604"/>
                  </a:lnTo>
                  <a:lnTo>
                    <a:pt x="68478" y="768794"/>
                  </a:lnTo>
                  <a:lnTo>
                    <a:pt x="68351" y="769620"/>
                  </a:lnTo>
                  <a:lnTo>
                    <a:pt x="60579" y="780897"/>
                  </a:lnTo>
                  <a:lnTo>
                    <a:pt x="55791" y="780897"/>
                  </a:lnTo>
                  <a:lnTo>
                    <a:pt x="47891" y="768794"/>
                  </a:lnTo>
                  <a:lnTo>
                    <a:pt x="47891" y="752652"/>
                  </a:lnTo>
                  <a:lnTo>
                    <a:pt x="48158" y="751027"/>
                  </a:lnTo>
                  <a:lnTo>
                    <a:pt x="48260" y="750519"/>
                  </a:lnTo>
                  <a:lnTo>
                    <a:pt x="48323" y="750265"/>
                  </a:lnTo>
                  <a:lnTo>
                    <a:pt x="48628" y="748855"/>
                  </a:lnTo>
                  <a:lnTo>
                    <a:pt x="48742" y="748474"/>
                  </a:lnTo>
                  <a:lnTo>
                    <a:pt x="49034" y="747483"/>
                  </a:lnTo>
                  <a:lnTo>
                    <a:pt x="49453" y="746328"/>
                  </a:lnTo>
                  <a:lnTo>
                    <a:pt x="55384" y="740829"/>
                  </a:lnTo>
                  <a:lnTo>
                    <a:pt x="61175" y="740829"/>
                  </a:lnTo>
                  <a:lnTo>
                    <a:pt x="68249" y="751027"/>
                  </a:lnTo>
                  <a:lnTo>
                    <a:pt x="68414" y="751827"/>
                  </a:lnTo>
                  <a:lnTo>
                    <a:pt x="68503" y="752652"/>
                  </a:lnTo>
                  <a:lnTo>
                    <a:pt x="68643" y="753554"/>
                  </a:lnTo>
                  <a:lnTo>
                    <a:pt x="68643" y="738771"/>
                  </a:lnTo>
                  <a:lnTo>
                    <a:pt x="61112" y="735533"/>
                  </a:lnTo>
                  <a:lnTo>
                    <a:pt x="55473" y="735533"/>
                  </a:lnTo>
                  <a:lnTo>
                    <a:pt x="42265" y="748855"/>
                  </a:lnTo>
                  <a:lnTo>
                    <a:pt x="41897" y="750519"/>
                  </a:lnTo>
                  <a:lnTo>
                    <a:pt x="41808" y="751027"/>
                  </a:lnTo>
                  <a:lnTo>
                    <a:pt x="41541" y="752652"/>
                  </a:lnTo>
                  <a:lnTo>
                    <a:pt x="41554" y="768794"/>
                  </a:lnTo>
                  <a:lnTo>
                    <a:pt x="55321" y="786117"/>
                  </a:lnTo>
                  <a:lnTo>
                    <a:pt x="60921" y="786117"/>
                  </a:lnTo>
                  <a:lnTo>
                    <a:pt x="70916" y="779907"/>
                  </a:lnTo>
                  <a:lnTo>
                    <a:pt x="71666" y="778764"/>
                  </a:lnTo>
                  <a:lnTo>
                    <a:pt x="74853" y="768794"/>
                  </a:lnTo>
                  <a:lnTo>
                    <a:pt x="74891" y="752652"/>
                  </a:lnTo>
                  <a:close/>
                </a:path>
                <a:path w="74929" h="1522095">
                  <a:moveTo>
                    <a:pt x="74891" y="17119"/>
                  </a:moveTo>
                  <a:lnTo>
                    <a:pt x="71996" y="7569"/>
                  </a:lnTo>
                  <a:lnTo>
                    <a:pt x="71158" y="6134"/>
                  </a:lnTo>
                  <a:lnTo>
                    <a:pt x="68643" y="3238"/>
                  </a:lnTo>
                  <a:lnTo>
                    <a:pt x="68643" y="18021"/>
                  </a:lnTo>
                  <a:lnTo>
                    <a:pt x="68605" y="32397"/>
                  </a:lnTo>
                  <a:lnTo>
                    <a:pt x="68503" y="33070"/>
                  </a:lnTo>
                  <a:lnTo>
                    <a:pt x="68478" y="33261"/>
                  </a:lnTo>
                  <a:lnTo>
                    <a:pt x="68351" y="34086"/>
                  </a:lnTo>
                  <a:lnTo>
                    <a:pt x="60579" y="45364"/>
                  </a:lnTo>
                  <a:lnTo>
                    <a:pt x="55791" y="45364"/>
                  </a:lnTo>
                  <a:lnTo>
                    <a:pt x="47891" y="33261"/>
                  </a:lnTo>
                  <a:lnTo>
                    <a:pt x="47891" y="17119"/>
                  </a:lnTo>
                  <a:lnTo>
                    <a:pt x="48158" y="15494"/>
                  </a:lnTo>
                  <a:lnTo>
                    <a:pt x="48260" y="14986"/>
                  </a:lnTo>
                  <a:lnTo>
                    <a:pt x="48323" y="14732"/>
                  </a:lnTo>
                  <a:lnTo>
                    <a:pt x="48628" y="13322"/>
                  </a:lnTo>
                  <a:lnTo>
                    <a:pt x="48742" y="12941"/>
                  </a:lnTo>
                  <a:lnTo>
                    <a:pt x="49022" y="11976"/>
                  </a:lnTo>
                  <a:lnTo>
                    <a:pt x="49466" y="10769"/>
                  </a:lnTo>
                  <a:lnTo>
                    <a:pt x="55384" y="5295"/>
                  </a:lnTo>
                  <a:lnTo>
                    <a:pt x="61175" y="5295"/>
                  </a:lnTo>
                  <a:lnTo>
                    <a:pt x="68249" y="15494"/>
                  </a:lnTo>
                  <a:lnTo>
                    <a:pt x="68414" y="16294"/>
                  </a:lnTo>
                  <a:lnTo>
                    <a:pt x="68503" y="17119"/>
                  </a:lnTo>
                  <a:lnTo>
                    <a:pt x="68643" y="18021"/>
                  </a:lnTo>
                  <a:lnTo>
                    <a:pt x="68643" y="3238"/>
                  </a:lnTo>
                  <a:lnTo>
                    <a:pt x="61112" y="0"/>
                  </a:lnTo>
                  <a:lnTo>
                    <a:pt x="55473" y="0"/>
                  </a:lnTo>
                  <a:lnTo>
                    <a:pt x="42265" y="13322"/>
                  </a:lnTo>
                  <a:lnTo>
                    <a:pt x="41897" y="14986"/>
                  </a:lnTo>
                  <a:lnTo>
                    <a:pt x="41808" y="15494"/>
                  </a:lnTo>
                  <a:lnTo>
                    <a:pt x="41541" y="17119"/>
                  </a:lnTo>
                  <a:lnTo>
                    <a:pt x="41554" y="33261"/>
                  </a:lnTo>
                  <a:lnTo>
                    <a:pt x="55321" y="50584"/>
                  </a:lnTo>
                  <a:lnTo>
                    <a:pt x="60921" y="50584"/>
                  </a:lnTo>
                  <a:lnTo>
                    <a:pt x="70916" y="44386"/>
                  </a:lnTo>
                  <a:lnTo>
                    <a:pt x="71666" y="43230"/>
                  </a:lnTo>
                  <a:lnTo>
                    <a:pt x="74853" y="33261"/>
                  </a:lnTo>
                  <a:lnTo>
                    <a:pt x="74891" y="1711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13" y="1321236"/>
              <a:ext cx="72359" cy="50645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327" y="585704"/>
              <a:ext cx="73145" cy="50581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816653" y="611043"/>
              <a:ext cx="3088640" cy="3112135"/>
            </a:xfrm>
            <a:custGeom>
              <a:avLst/>
              <a:gdLst/>
              <a:ahLst/>
              <a:cxnLst/>
              <a:rect l="l" t="t" r="r" b="b"/>
              <a:pathLst>
                <a:path w="3088640" h="3112135">
                  <a:moveTo>
                    <a:pt x="0" y="2942096"/>
                  </a:moveTo>
                  <a:lnTo>
                    <a:pt x="22338" y="2942096"/>
                  </a:lnTo>
                </a:path>
                <a:path w="3088640" h="3112135">
                  <a:moveTo>
                    <a:pt x="0" y="2206564"/>
                  </a:moveTo>
                  <a:lnTo>
                    <a:pt x="22338" y="2206564"/>
                  </a:lnTo>
                </a:path>
                <a:path w="3088640" h="3112135">
                  <a:moveTo>
                    <a:pt x="0" y="1471064"/>
                  </a:moveTo>
                  <a:lnTo>
                    <a:pt x="22338" y="1471064"/>
                  </a:lnTo>
                </a:path>
                <a:path w="3088640" h="3112135">
                  <a:moveTo>
                    <a:pt x="0" y="735532"/>
                  </a:moveTo>
                  <a:lnTo>
                    <a:pt x="22338" y="735532"/>
                  </a:lnTo>
                </a:path>
                <a:path w="3088640" h="3112135">
                  <a:moveTo>
                    <a:pt x="0" y="0"/>
                  </a:moveTo>
                  <a:lnTo>
                    <a:pt x="22338" y="0"/>
                  </a:lnTo>
                </a:path>
                <a:path w="3088640" h="3112135">
                  <a:moveTo>
                    <a:pt x="168354" y="3111640"/>
                  </a:moveTo>
                  <a:lnTo>
                    <a:pt x="168354" y="3089208"/>
                  </a:lnTo>
                </a:path>
                <a:path w="3088640" h="3112135">
                  <a:moveTo>
                    <a:pt x="898366" y="3111640"/>
                  </a:moveTo>
                  <a:lnTo>
                    <a:pt x="898366" y="3089208"/>
                  </a:lnTo>
                </a:path>
                <a:path w="3088640" h="3112135">
                  <a:moveTo>
                    <a:pt x="2358390" y="3111640"/>
                  </a:moveTo>
                  <a:lnTo>
                    <a:pt x="2358390" y="3089208"/>
                  </a:lnTo>
                </a:path>
                <a:path w="3088640" h="3112135">
                  <a:moveTo>
                    <a:pt x="3088402" y="3111640"/>
                  </a:moveTo>
                  <a:lnTo>
                    <a:pt x="3088402" y="3089208"/>
                  </a:lnTo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47940" y="3739883"/>
              <a:ext cx="2243455" cy="51435"/>
            </a:xfrm>
            <a:custGeom>
              <a:avLst/>
              <a:gdLst/>
              <a:ahLst/>
              <a:cxnLst/>
              <a:rect l="l" t="t" r="r" b="b"/>
              <a:pathLst>
                <a:path w="2243455" h="51435">
                  <a:moveTo>
                    <a:pt x="34036" y="34124"/>
                  </a:moveTo>
                  <a:lnTo>
                    <a:pt x="17399" y="18656"/>
                  </a:lnTo>
                  <a:lnTo>
                    <a:pt x="15455" y="18783"/>
                  </a:lnTo>
                  <a:lnTo>
                    <a:pt x="12103" y="19583"/>
                  </a:lnTo>
                  <a:lnTo>
                    <a:pt x="9372" y="20828"/>
                  </a:lnTo>
                  <a:lnTo>
                    <a:pt x="7899" y="21818"/>
                  </a:lnTo>
                  <a:lnTo>
                    <a:pt x="8826" y="6096"/>
                  </a:lnTo>
                  <a:lnTo>
                    <a:pt x="31165" y="6096"/>
                  </a:lnTo>
                  <a:lnTo>
                    <a:pt x="31165" y="736"/>
                  </a:lnTo>
                  <a:lnTo>
                    <a:pt x="3086" y="736"/>
                  </a:lnTo>
                  <a:lnTo>
                    <a:pt x="1435" y="27381"/>
                  </a:lnTo>
                  <a:lnTo>
                    <a:pt x="7620" y="27381"/>
                  </a:lnTo>
                  <a:lnTo>
                    <a:pt x="10096" y="25527"/>
                  </a:lnTo>
                  <a:lnTo>
                    <a:pt x="11404" y="24853"/>
                  </a:lnTo>
                  <a:lnTo>
                    <a:pt x="15265" y="23901"/>
                  </a:lnTo>
                  <a:lnTo>
                    <a:pt x="18707" y="23926"/>
                  </a:lnTo>
                  <a:lnTo>
                    <a:pt x="20866" y="24447"/>
                  </a:lnTo>
                  <a:lnTo>
                    <a:pt x="27470" y="33807"/>
                  </a:lnTo>
                  <a:lnTo>
                    <a:pt x="27368" y="36360"/>
                  </a:lnTo>
                  <a:lnTo>
                    <a:pt x="18072" y="45720"/>
                  </a:lnTo>
                  <a:lnTo>
                    <a:pt x="15201" y="45720"/>
                  </a:lnTo>
                  <a:lnTo>
                    <a:pt x="6375" y="38442"/>
                  </a:lnTo>
                  <a:lnTo>
                    <a:pt x="0" y="39166"/>
                  </a:lnTo>
                  <a:lnTo>
                    <a:pt x="15748" y="50927"/>
                  </a:lnTo>
                  <a:lnTo>
                    <a:pt x="18199" y="50901"/>
                  </a:lnTo>
                  <a:lnTo>
                    <a:pt x="33743" y="37668"/>
                  </a:lnTo>
                  <a:lnTo>
                    <a:pt x="34036" y="34124"/>
                  </a:lnTo>
                  <a:close/>
                </a:path>
                <a:path w="2243455" h="51435">
                  <a:moveTo>
                    <a:pt x="73698" y="17310"/>
                  </a:moveTo>
                  <a:lnTo>
                    <a:pt x="67424" y="3390"/>
                  </a:lnTo>
                  <a:lnTo>
                    <a:pt x="67424" y="18173"/>
                  </a:lnTo>
                  <a:lnTo>
                    <a:pt x="67360" y="32562"/>
                  </a:lnTo>
                  <a:lnTo>
                    <a:pt x="59372" y="45529"/>
                  </a:lnTo>
                  <a:lnTo>
                    <a:pt x="59639" y="45529"/>
                  </a:lnTo>
                  <a:lnTo>
                    <a:pt x="57962" y="45758"/>
                  </a:lnTo>
                  <a:lnTo>
                    <a:pt x="55994" y="45758"/>
                  </a:lnTo>
                  <a:lnTo>
                    <a:pt x="54317" y="45529"/>
                  </a:lnTo>
                  <a:lnTo>
                    <a:pt x="54584" y="45529"/>
                  </a:lnTo>
                  <a:lnTo>
                    <a:pt x="53251" y="45148"/>
                  </a:lnTo>
                  <a:lnTo>
                    <a:pt x="46685" y="33426"/>
                  </a:lnTo>
                  <a:lnTo>
                    <a:pt x="46685" y="17310"/>
                  </a:lnTo>
                  <a:lnTo>
                    <a:pt x="46951" y="15659"/>
                  </a:lnTo>
                  <a:lnTo>
                    <a:pt x="47053" y="15138"/>
                  </a:lnTo>
                  <a:lnTo>
                    <a:pt x="47117" y="14884"/>
                  </a:lnTo>
                  <a:lnTo>
                    <a:pt x="47421" y="13487"/>
                  </a:lnTo>
                  <a:lnTo>
                    <a:pt x="54178" y="5461"/>
                  </a:lnTo>
                  <a:lnTo>
                    <a:pt x="59969" y="5461"/>
                  </a:lnTo>
                  <a:lnTo>
                    <a:pt x="67043" y="15659"/>
                  </a:lnTo>
                  <a:lnTo>
                    <a:pt x="67208" y="16459"/>
                  </a:lnTo>
                  <a:lnTo>
                    <a:pt x="67297" y="17310"/>
                  </a:lnTo>
                  <a:lnTo>
                    <a:pt x="67424" y="18173"/>
                  </a:lnTo>
                  <a:lnTo>
                    <a:pt x="67424" y="3390"/>
                  </a:lnTo>
                  <a:lnTo>
                    <a:pt x="60579" y="279"/>
                  </a:lnTo>
                  <a:lnTo>
                    <a:pt x="53568" y="279"/>
                  </a:lnTo>
                  <a:lnTo>
                    <a:pt x="43383" y="7416"/>
                  </a:lnTo>
                  <a:lnTo>
                    <a:pt x="42621" y="8940"/>
                  </a:lnTo>
                  <a:lnTo>
                    <a:pt x="42037" y="10312"/>
                  </a:lnTo>
                  <a:lnTo>
                    <a:pt x="41719" y="11214"/>
                  </a:lnTo>
                  <a:lnTo>
                    <a:pt x="41135" y="13093"/>
                  </a:lnTo>
                  <a:lnTo>
                    <a:pt x="41059" y="13487"/>
                  </a:lnTo>
                  <a:lnTo>
                    <a:pt x="40690" y="15138"/>
                  </a:lnTo>
                  <a:lnTo>
                    <a:pt x="40601" y="15659"/>
                  </a:lnTo>
                  <a:lnTo>
                    <a:pt x="40322" y="17310"/>
                  </a:lnTo>
                  <a:lnTo>
                    <a:pt x="40335" y="33426"/>
                  </a:lnTo>
                  <a:lnTo>
                    <a:pt x="54114" y="50736"/>
                  </a:lnTo>
                  <a:lnTo>
                    <a:pt x="59715" y="50736"/>
                  </a:lnTo>
                  <a:lnTo>
                    <a:pt x="73647" y="33426"/>
                  </a:lnTo>
                  <a:lnTo>
                    <a:pt x="73698" y="17310"/>
                  </a:lnTo>
                  <a:close/>
                </a:path>
                <a:path w="2243455" h="51435">
                  <a:moveTo>
                    <a:pt x="763435" y="736"/>
                  </a:moveTo>
                  <a:lnTo>
                    <a:pt x="730808" y="736"/>
                  </a:lnTo>
                  <a:lnTo>
                    <a:pt x="730808" y="6096"/>
                  </a:lnTo>
                  <a:lnTo>
                    <a:pt x="757351" y="6096"/>
                  </a:lnTo>
                  <a:lnTo>
                    <a:pt x="752576" y="13423"/>
                  </a:lnTo>
                  <a:lnTo>
                    <a:pt x="739927" y="50253"/>
                  </a:lnTo>
                  <a:lnTo>
                    <a:pt x="746518" y="50253"/>
                  </a:lnTo>
                  <a:lnTo>
                    <a:pt x="746709" y="45300"/>
                  </a:lnTo>
                  <a:lnTo>
                    <a:pt x="747509" y="39458"/>
                  </a:lnTo>
                  <a:lnTo>
                    <a:pt x="763435" y="5842"/>
                  </a:lnTo>
                  <a:lnTo>
                    <a:pt x="763435" y="736"/>
                  </a:lnTo>
                  <a:close/>
                </a:path>
                <a:path w="2243455" h="51435">
                  <a:moveTo>
                    <a:pt x="803973" y="34124"/>
                  </a:moveTo>
                  <a:lnTo>
                    <a:pt x="787336" y="18656"/>
                  </a:lnTo>
                  <a:lnTo>
                    <a:pt x="784212" y="18973"/>
                  </a:lnTo>
                  <a:lnTo>
                    <a:pt x="781062" y="19964"/>
                  </a:lnTo>
                  <a:lnTo>
                    <a:pt x="778891" y="21056"/>
                  </a:lnTo>
                  <a:lnTo>
                    <a:pt x="777811" y="21818"/>
                  </a:lnTo>
                  <a:lnTo>
                    <a:pt x="778764" y="6096"/>
                  </a:lnTo>
                  <a:lnTo>
                    <a:pt x="801103" y="6096"/>
                  </a:lnTo>
                  <a:lnTo>
                    <a:pt x="801103" y="736"/>
                  </a:lnTo>
                  <a:lnTo>
                    <a:pt x="773036" y="736"/>
                  </a:lnTo>
                  <a:lnTo>
                    <a:pt x="771372" y="27381"/>
                  </a:lnTo>
                  <a:lnTo>
                    <a:pt x="777557" y="27381"/>
                  </a:lnTo>
                  <a:lnTo>
                    <a:pt x="780046" y="25527"/>
                  </a:lnTo>
                  <a:lnTo>
                    <a:pt x="783551" y="24155"/>
                  </a:lnTo>
                  <a:lnTo>
                    <a:pt x="786739" y="23799"/>
                  </a:lnTo>
                  <a:lnTo>
                    <a:pt x="789127" y="23990"/>
                  </a:lnTo>
                  <a:lnTo>
                    <a:pt x="791997" y="24917"/>
                  </a:lnTo>
                  <a:lnTo>
                    <a:pt x="797407" y="34798"/>
                  </a:lnTo>
                  <a:lnTo>
                    <a:pt x="796937" y="38303"/>
                  </a:lnTo>
                  <a:lnTo>
                    <a:pt x="788009" y="45720"/>
                  </a:lnTo>
                  <a:lnTo>
                    <a:pt x="785139" y="45720"/>
                  </a:lnTo>
                  <a:lnTo>
                    <a:pt x="776312" y="38442"/>
                  </a:lnTo>
                  <a:lnTo>
                    <a:pt x="769937" y="39166"/>
                  </a:lnTo>
                  <a:lnTo>
                    <a:pt x="786447" y="50965"/>
                  </a:lnTo>
                  <a:lnTo>
                    <a:pt x="788136" y="50901"/>
                  </a:lnTo>
                  <a:lnTo>
                    <a:pt x="803694" y="37668"/>
                  </a:lnTo>
                  <a:lnTo>
                    <a:pt x="803973" y="34124"/>
                  </a:lnTo>
                  <a:close/>
                </a:path>
                <a:path w="2243455" h="51435">
                  <a:moveTo>
                    <a:pt x="2203615" y="44856"/>
                  </a:moveTo>
                  <a:lnTo>
                    <a:pt x="2191601" y="44856"/>
                  </a:lnTo>
                  <a:lnTo>
                    <a:pt x="2191601" y="736"/>
                  </a:lnTo>
                  <a:lnTo>
                    <a:pt x="2185771" y="736"/>
                  </a:lnTo>
                  <a:lnTo>
                    <a:pt x="2174100" y="8788"/>
                  </a:lnTo>
                  <a:lnTo>
                    <a:pt x="2174100" y="14757"/>
                  </a:lnTo>
                  <a:lnTo>
                    <a:pt x="2185251" y="6769"/>
                  </a:lnTo>
                  <a:lnTo>
                    <a:pt x="2185251" y="44856"/>
                  </a:lnTo>
                  <a:lnTo>
                    <a:pt x="2172665" y="44856"/>
                  </a:lnTo>
                  <a:lnTo>
                    <a:pt x="2172665" y="50253"/>
                  </a:lnTo>
                  <a:lnTo>
                    <a:pt x="2203615" y="50253"/>
                  </a:lnTo>
                  <a:lnTo>
                    <a:pt x="2203615" y="44856"/>
                  </a:lnTo>
                  <a:close/>
                </a:path>
                <a:path w="2243455" h="51435">
                  <a:moveTo>
                    <a:pt x="2243442" y="44856"/>
                  </a:moveTo>
                  <a:lnTo>
                    <a:pt x="2217661" y="44856"/>
                  </a:lnTo>
                  <a:lnTo>
                    <a:pt x="2218690" y="42913"/>
                  </a:lnTo>
                  <a:lnTo>
                    <a:pt x="2220633" y="40284"/>
                  </a:lnTo>
                  <a:lnTo>
                    <a:pt x="2224201" y="36677"/>
                  </a:lnTo>
                  <a:lnTo>
                    <a:pt x="2233536" y="28790"/>
                  </a:lnTo>
                  <a:lnTo>
                    <a:pt x="2237778" y="24599"/>
                  </a:lnTo>
                  <a:lnTo>
                    <a:pt x="2240737" y="20485"/>
                  </a:lnTo>
                  <a:lnTo>
                    <a:pt x="2242235" y="16929"/>
                  </a:lnTo>
                  <a:lnTo>
                    <a:pt x="2242515" y="15494"/>
                  </a:lnTo>
                  <a:lnTo>
                    <a:pt x="2242655" y="14058"/>
                  </a:lnTo>
                  <a:lnTo>
                    <a:pt x="2242578" y="11633"/>
                  </a:lnTo>
                  <a:lnTo>
                    <a:pt x="2226424" y="0"/>
                  </a:lnTo>
                  <a:lnTo>
                    <a:pt x="2222982" y="342"/>
                  </a:lnTo>
                  <a:lnTo>
                    <a:pt x="2211006" y="12966"/>
                  </a:lnTo>
                  <a:lnTo>
                    <a:pt x="2217470" y="13550"/>
                  </a:lnTo>
                  <a:lnTo>
                    <a:pt x="2217851" y="11595"/>
                  </a:lnTo>
                  <a:lnTo>
                    <a:pt x="2218690" y="9613"/>
                  </a:lnTo>
                  <a:lnTo>
                    <a:pt x="2227161" y="5168"/>
                  </a:lnTo>
                  <a:lnTo>
                    <a:pt x="2229840" y="5461"/>
                  </a:lnTo>
                  <a:lnTo>
                    <a:pt x="2236178" y="14376"/>
                  </a:lnTo>
                  <a:lnTo>
                    <a:pt x="2236051" y="15532"/>
                  </a:lnTo>
                  <a:lnTo>
                    <a:pt x="2222766" y="30861"/>
                  </a:lnTo>
                  <a:lnTo>
                    <a:pt x="2217191" y="36106"/>
                  </a:lnTo>
                  <a:lnTo>
                    <a:pt x="2213622" y="40513"/>
                  </a:lnTo>
                  <a:lnTo>
                    <a:pt x="2212276" y="42659"/>
                  </a:lnTo>
                  <a:lnTo>
                    <a:pt x="2210752" y="45783"/>
                  </a:lnTo>
                  <a:lnTo>
                    <a:pt x="2210752" y="50253"/>
                  </a:lnTo>
                  <a:lnTo>
                    <a:pt x="2243442" y="50253"/>
                  </a:lnTo>
                  <a:lnTo>
                    <a:pt x="2243442" y="448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603" y="3700252"/>
              <a:ext cx="110991" cy="189131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3197860" y="3739971"/>
              <a:ext cx="763905" cy="51435"/>
            </a:xfrm>
            <a:custGeom>
              <a:avLst/>
              <a:gdLst/>
              <a:ahLst/>
              <a:cxnLst/>
              <a:rect l="l" t="t" r="r" b="b"/>
              <a:pathLst>
                <a:path w="763904" h="51435">
                  <a:moveTo>
                    <a:pt x="34023" y="34036"/>
                  </a:moveTo>
                  <a:lnTo>
                    <a:pt x="17399" y="18567"/>
                  </a:lnTo>
                  <a:lnTo>
                    <a:pt x="15481" y="18694"/>
                  </a:lnTo>
                  <a:lnTo>
                    <a:pt x="12611" y="19342"/>
                  </a:lnTo>
                  <a:lnTo>
                    <a:pt x="10223" y="20294"/>
                  </a:lnTo>
                  <a:lnTo>
                    <a:pt x="7899" y="21729"/>
                  </a:lnTo>
                  <a:lnTo>
                    <a:pt x="8851" y="6007"/>
                  </a:lnTo>
                  <a:lnTo>
                    <a:pt x="31165" y="6007"/>
                  </a:lnTo>
                  <a:lnTo>
                    <a:pt x="31165" y="647"/>
                  </a:lnTo>
                  <a:lnTo>
                    <a:pt x="3086" y="647"/>
                  </a:lnTo>
                  <a:lnTo>
                    <a:pt x="1435" y="27292"/>
                  </a:lnTo>
                  <a:lnTo>
                    <a:pt x="7607" y="27292"/>
                  </a:lnTo>
                  <a:lnTo>
                    <a:pt x="9906" y="25565"/>
                  </a:lnTo>
                  <a:lnTo>
                    <a:pt x="13347" y="24130"/>
                  </a:lnTo>
                  <a:lnTo>
                    <a:pt x="16789" y="23710"/>
                  </a:lnTo>
                  <a:lnTo>
                    <a:pt x="19177" y="23901"/>
                  </a:lnTo>
                  <a:lnTo>
                    <a:pt x="22047" y="24828"/>
                  </a:lnTo>
                  <a:lnTo>
                    <a:pt x="27470" y="35242"/>
                  </a:lnTo>
                  <a:lnTo>
                    <a:pt x="27114" y="37744"/>
                  </a:lnTo>
                  <a:lnTo>
                    <a:pt x="17145" y="45694"/>
                  </a:lnTo>
                  <a:lnTo>
                    <a:pt x="15189" y="45631"/>
                  </a:lnTo>
                  <a:lnTo>
                    <a:pt x="6400" y="38354"/>
                  </a:lnTo>
                  <a:lnTo>
                    <a:pt x="0" y="39077"/>
                  </a:lnTo>
                  <a:lnTo>
                    <a:pt x="16497" y="50876"/>
                  </a:lnTo>
                  <a:lnTo>
                    <a:pt x="19024" y="50749"/>
                  </a:lnTo>
                  <a:lnTo>
                    <a:pt x="33769" y="37579"/>
                  </a:lnTo>
                  <a:lnTo>
                    <a:pt x="34023" y="34036"/>
                  </a:lnTo>
                  <a:close/>
                </a:path>
                <a:path w="763904" h="51435">
                  <a:moveTo>
                    <a:pt x="683704" y="44767"/>
                  </a:moveTo>
                  <a:lnTo>
                    <a:pt x="671690" y="44767"/>
                  </a:lnTo>
                  <a:lnTo>
                    <a:pt x="671690" y="647"/>
                  </a:lnTo>
                  <a:lnTo>
                    <a:pt x="665861" y="647"/>
                  </a:lnTo>
                  <a:lnTo>
                    <a:pt x="654189" y="8699"/>
                  </a:lnTo>
                  <a:lnTo>
                    <a:pt x="654189" y="14668"/>
                  </a:lnTo>
                  <a:lnTo>
                    <a:pt x="665353" y="6680"/>
                  </a:lnTo>
                  <a:lnTo>
                    <a:pt x="665353" y="44767"/>
                  </a:lnTo>
                  <a:lnTo>
                    <a:pt x="652767" y="44767"/>
                  </a:lnTo>
                  <a:lnTo>
                    <a:pt x="652767" y="50165"/>
                  </a:lnTo>
                  <a:lnTo>
                    <a:pt x="683704" y="50165"/>
                  </a:lnTo>
                  <a:lnTo>
                    <a:pt x="683704" y="44767"/>
                  </a:lnTo>
                  <a:close/>
                </a:path>
                <a:path w="763904" h="51435">
                  <a:moveTo>
                    <a:pt x="724141" y="34036"/>
                  </a:moveTo>
                  <a:lnTo>
                    <a:pt x="709612" y="18605"/>
                  </a:lnTo>
                  <a:lnTo>
                    <a:pt x="706170" y="18630"/>
                  </a:lnTo>
                  <a:lnTo>
                    <a:pt x="704354" y="18884"/>
                  </a:lnTo>
                  <a:lnTo>
                    <a:pt x="702691" y="19342"/>
                  </a:lnTo>
                  <a:lnTo>
                    <a:pt x="700303" y="20294"/>
                  </a:lnTo>
                  <a:lnTo>
                    <a:pt x="697979" y="21729"/>
                  </a:lnTo>
                  <a:lnTo>
                    <a:pt x="698931" y="6007"/>
                  </a:lnTo>
                  <a:lnTo>
                    <a:pt x="721245" y="6007"/>
                  </a:lnTo>
                  <a:lnTo>
                    <a:pt x="721245" y="647"/>
                  </a:lnTo>
                  <a:lnTo>
                    <a:pt x="693166" y="647"/>
                  </a:lnTo>
                  <a:lnTo>
                    <a:pt x="691540" y="27292"/>
                  </a:lnTo>
                  <a:lnTo>
                    <a:pt x="697699" y="27292"/>
                  </a:lnTo>
                  <a:lnTo>
                    <a:pt x="699985" y="25565"/>
                  </a:lnTo>
                  <a:lnTo>
                    <a:pt x="702919" y="24257"/>
                  </a:lnTo>
                  <a:lnTo>
                    <a:pt x="705942" y="23749"/>
                  </a:lnTo>
                  <a:lnTo>
                    <a:pt x="707859" y="23749"/>
                  </a:lnTo>
                  <a:lnTo>
                    <a:pt x="717575" y="34709"/>
                  </a:lnTo>
                  <a:lnTo>
                    <a:pt x="717194" y="37744"/>
                  </a:lnTo>
                  <a:lnTo>
                    <a:pt x="706234" y="45694"/>
                  </a:lnTo>
                  <a:lnTo>
                    <a:pt x="703554" y="45415"/>
                  </a:lnTo>
                  <a:lnTo>
                    <a:pt x="696480" y="38354"/>
                  </a:lnTo>
                  <a:lnTo>
                    <a:pt x="690079" y="39077"/>
                  </a:lnTo>
                  <a:lnTo>
                    <a:pt x="706615" y="50876"/>
                  </a:lnTo>
                  <a:lnTo>
                    <a:pt x="709104" y="50749"/>
                  </a:lnTo>
                  <a:lnTo>
                    <a:pt x="723861" y="37579"/>
                  </a:lnTo>
                  <a:lnTo>
                    <a:pt x="724141" y="34036"/>
                  </a:lnTo>
                  <a:close/>
                </a:path>
                <a:path w="763904" h="51435">
                  <a:moveTo>
                    <a:pt x="763752" y="33337"/>
                  </a:moveTo>
                  <a:lnTo>
                    <a:pt x="763625" y="16167"/>
                  </a:lnTo>
                  <a:lnTo>
                    <a:pt x="763498" y="15570"/>
                  </a:lnTo>
                  <a:lnTo>
                    <a:pt x="763397" y="15049"/>
                  </a:lnTo>
                  <a:lnTo>
                    <a:pt x="757415" y="3200"/>
                  </a:lnTo>
                  <a:lnTo>
                    <a:pt x="757415" y="17221"/>
                  </a:lnTo>
                  <a:lnTo>
                    <a:pt x="757339" y="33337"/>
                  </a:lnTo>
                  <a:lnTo>
                    <a:pt x="757097" y="34963"/>
                  </a:lnTo>
                  <a:lnTo>
                    <a:pt x="757008" y="35344"/>
                  </a:lnTo>
                  <a:lnTo>
                    <a:pt x="756932" y="35725"/>
                  </a:lnTo>
                  <a:lnTo>
                    <a:pt x="754926" y="41262"/>
                  </a:lnTo>
                  <a:lnTo>
                    <a:pt x="754672" y="41732"/>
                  </a:lnTo>
                  <a:lnTo>
                    <a:pt x="754354" y="42151"/>
                  </a:lnTo>
                  <a:lnTo>
                    <a:pt x="754062" y="42570"/>
                  </a:lnTo>
                  <a:lnTo>
                    <a:pt x="753427" y="43307"/>
                  </a:lnTo>
                  <a:lnTo>
                    <a:pt x="749452" y="45440"/>
                  </a:lnTo>
                  <a:lnTo>
                    <a:pt x="744664" y="45440"/>
                  </a:lnTo>
                  <a:lnTo>
                    <a:pt x="739724" y="42151"/>
                  </a:lnTo>
                  <a:lnTo>
                    <a:pt x="739406" y="41732"/>
                  </a:lnTo>
                  <a:lnTo>
                    <a:pt x="736917" y="34290"/>
                  </a:lnTo>
                  <a:lnTo>
                    <a:pt x="736765" y="33337"/>
                  </a:lnTo>
                  <a:lnTo>
                    <a:pt x="736765" y="17221"/>
                  </a:lnTo>
                  <a:lnTo>
                    <a:pt x="737019" y="15570"/>
                  </a:lnTo>
                  <a:lnTo>
                    <a:pt x="737133" y="15049"/>
                  </a:lnTo>
                  <a:lnTo>
                    <a:pt x="737501" y="13360"/>
                  </a:lnTo>
                  <a:lnTo>
                    <a:pt x="745210" y="5181"/>
                  </a:lnTo>
                  <a:lnTo>
                    <a:pt x="749160" y="5181"/>
                  </a:lnTo>
                  <a:lnTo>
                    <a:pt x="757250" y="16167"/>
                  </a:lnTo>
                  <a:lnTo>
                    <a:pt x="757415" y="17221"/>
                  </a:lnTo>
                  <a:lnTo>
                    <a:pt x="757415" y="3200"/>
                  </a:lnTo>
                  <a:lnTo>
                    <a:pt x="749312" y="0"/>
                  </a:lnTo>
                  <a:lnTo>
                    <a:pt x="745045" y="0"/>
                  </a:lnTo>
                  <a:lnTo>
                    <a:pt x="733463" y="7327"/>
                  </a:lnTo>
                  <a:lnTo>
                    <a:pt x="732815" y="8597"/>
                  </a:lnTo>
                  <a:lnTo>
                    <a:pt x="730440" y="17221"/>
                  </a:lnTo>
                  <a:lnTo>
                    <a:pt x="730453" y="33337"/>
                  </a:lnTo>
                  <a:lnTo>
                    <a:pt x="730580" y="34290"/>
                  </a:lnTo>
                  <a:lnTo>
                    <a:pt x="730694" y="34963"/>
                  </a:lnTo>
                  <a:lnTo>
                    <a:pt x="730770" y="35344"/>
                  </a:lnTo>
                  <a:lnTo>
                    <a:pt x="730846" y="35725"/>
                  </a:lnTo>
                  <a:lnTo>
                    <a:pt x="744220" y="50647"/>
                  </a:lnTo>
                  <a:lnTo>
                    <a:pt x="749795" y="50647"/>
                  </a:lnTo>
                  <a:lnTo>
                    <a:pt x="759091" y="45440"/>
                  </a:lnTo>
                  <a:lnTo>
                    <a:pt x="759231" y="45288"/>
                  </a:lnTo>
                  <a:lnTo>
                    <a:pt x="763473" y="34963"/>
                  </a:lnTo>
                  <a:lnTo>
                    <a:pt x="763587" y="34290"/>
                  </a:lnTo>
                  <a:lnTo>
                    <a:pt x="763752" y="3333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16209" y="2054052"/>
              <a:ext cx="62230" cy="56515"/>
            </a:xfrm>
            <a:custGeom>
              <a:avLst/>
              <a:gdLst/>
              <a:ahLst/>
              <a:cxnLst/>
              <a:rect l="l" t="t" r="r" b="b"/>
              <a:pathLst>
                <a:path w="62229" h="56514">
                  <a:moveTo>
                    <a:pt x="0" y="56077"/>
                  </a:moveTo>
                  <a:lnTo>
                    <a:pt x="0" y="46843"/>
                  </a:lnTo>
                  <a:lnTo>
                    <a:pt x="29381" y="27991"/>
                  </a:lnTo>
                  <a:lnTo>
                    <a:pt x="0" y="9234"/>
                  </a:lnTo>
                  <a:lnTo>
                    <a:pt x="0" y="0"/>
                  </a:lnTo>
                  <a:lnTo>
                    <a:pt x="36137" y="23901"/>
                  </a:lnTo>
                  <a:lnTo>
                    <a:pt x="61726" y="23901"/>
                  </a:lnTo>
                  <a:lnTo>
                    <a:pt x="61726" y="32272"/>
                  </a:lnTo>
                  <a:lnTo>
                    <a:pt x="36137" y="32272"/>
                  </a:lnTo>
                  <a:lnTo>
                    <a:pt x="0" y="56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4536826" y="795019"/>
            <a:ext cx="58420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Shape: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7" name="object 5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55" name="object 55" descr=""/>
          <p:cNvSpPr txBox="1"/>
          <p:nvPr/>
        </p:nvSpPr>
        <p:spPr>
          <a:xfrm>
            <a:off x="4536826" y="1604644"/>
            <a:ext cx="5397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5">
                <a:latin typeface="Trebuchet MS"/>
                <a:cs typeface="Trebuchet MS"/>
              </a:rPr>
              <a:t>Trend: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4536826" y="2404745"/>
            <a:ext cx="7753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Strength: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8992" y="3185389"/>
            <a:ext cx="3206115" cy="0"/>
          </a:xfrm>
          <a:custGeom>
            <a:avLst/>
            <a:gdLst/>
            <a:ahLst/>
            <a:cxnLst/>
            <a:rect l="l" t="t" r="r" b="b"/>
            <a:pathLst>
              <a:path w="3206115" h="0">
                <a:moveTo>
                  <a:pt x="0" y="0"/>
                </a:moveTo>
                <a:lnTo>
                  <a:pt x="3206088" y="0"/>
                </a:lnTo>
              </a:path>
            </a:pathLst>
          </a:custGeom>
          <a:ln w="4364">
            <a:solidFill>
              <a:srgbClr val="EBEBEB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8987" y="2447683"/>
            <a:ext cx="1591310" cy="4445"/>
          </a:xfrm>
          <a:custGeom>
            <a:avLst/>
            <a:gdLst/>
            <a:ahLst/>
            <a:cxnLst/>
            <a:rect l="l" t="t" r="r" b="b"/>
            <a:pathLst>
              <a:path w="1591310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1591310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1591310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1591310" h="4444">
                <a:moveTo>
                  <a:pt x="171310" y="0"/>
                </a:moveTo>
                <a:lnTo>
                  <a:pt x="146837" y="0"/>
                </a:lnTo>
                <a:lnTo>
                  <a:pt x="146837" y="4356"/>
                </a:lnTo>
                <a:lnTo>
                  <a:pt x="171310" y="4356"/>
                </a:lnTo>
                <a:lnTo>
                  <a:pt x="171310" y="0"/>
                </a:lnTo>
                <a:close/>
              </a:path>
              <a:path w="1591310" h="4444">
                <a:moveTo>
                  <a:pt x="220268" y="0"/>
                </a:moveTo>
                <a:lnTo>
                  <a:pt x="195795" y="0"/>
                </a:lnTo>
                <a:lnTo>
                  <a:pt x="195795" y="4356"/>
                </a:lnTo>
                <a:lnTo>
                  <a:pt x="220268" y="4356"/>
                </a:lnTo>
                <a:lnTo>
                  <a:pt x="220268" y="0"/>
                </a:lnTo>
                <a:close/>
              </a:path>
              <a:path w="1591310" h="4444">
                <a:moveTo>
                  <a:pt x="269214" y="0"/>
                </a:moveTo>
                <a:lnTo>
                  <a:pt x="244741" y="0"/>
                </a:lnTo>
                <a:lnTo>
                  <a:pt x="244741" y="4356"/>
                </a:lnTo>
                <a:lnTo>
                  <a:pt x="269214" y="4356"/>
                </a:lnTo>
                <a:lnTo>
                  <a:pt x="269214" y="0"/>
                </a:lnTo>
                <a:close/>
              </a:path>
              <a:path w="1591310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1591310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1591310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1591310" h="4444">
                <a:moveTo>
                  <a:pt x="464997" y="0"/>
                </a:moveTo>
                <a:lnTo>
                  <a:pt x="440524" y="0"/>
                </a:lnTo>
                <a:lnTo>
                  <a:pt x="440524" y="4356"/>
                </a:lnTo>
                <a:lnTo>
                  <a:pt x="464997" y="4356"/>
                </a:lnTo>
                <a:lnTo>
                  <a:pt x="464997" y="0"/>
                </a:lnTo>
                <a:close/>
              </a:path>
              <a:path w="1591310" h="4444">
                <a:moveTo>
                  <a:pt x="513956" y="0"/>
                </a:moveTo>
                <a:lnTo>
                  <a:pt x="489483" y="0"/>
                </a:lnTo>
                <a:lnTo>
                  <a:pt x="489483" y="4356"/>
                </a:lnTo>
                <a:lnTo>
                  <a:pt x="513956" y="4356"/>
                </a:lnTo>
                <a:lnTo>
                  <a:pt x="513956" y="0"/>
                </a:lnTo>
                <a:close/>
              </a:path>
              <a:path w="1591310" h="4444">
                <a:moveTo>
                  <a:pt x="562902" y="0"/>
                </a:moveTo>
                <a:lnTo>
                  <a:pt x="538429" y="0"/>
                </a:lnTo>
                <a:lnTo>
                  <a:pt x="538429" y="4356"/>
                </a:lnTo>
                <a:lnTo>
                  <a:pt x="562902" y="4356"/>
                </a:lnTo>
                <a:lnTo>
                  <a:pt x="562902" y="0"/>
                </a:lnTo>
                <a:close/>
              </a:path>
              <a:path w="1591310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1591310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1591310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1591310" h="4444">
                <a:moveTo>
                  <a:pt x="758685" y="0"/>
                </a:moveTo>
                <a:lnTo>
                  <a:pt x="734212" y="0"/>
                </a:lnTo>
                <a:lnTo>
                  <a:pt x="734212" y="4356"/>
                </a:lnTo>
                <a:lnTo>
                  <a:pt x="758685" y="4356"/>
                </a:lnTo>
                <a:lnTo>
                  <a:pt x="758685" y="0"/>
                </a:lnTo>
                <a:close/>
              </a:path>
              <a:path w="1591310" h="4444">
                <a:moveTo>
                  <a:pt x="807643" y="0"/>
                </a:moveTo>
                <a:lnTo>
                  <a:pt x="783170" y="0"/>
                </a:lnTo>
                <a:lnTo>
                  <a:pt x="783170" y="4356"/>
                </a:lnTo>
                <a:lnTo>
                  <a:pt x="807643" y="4356"/>
                </a:lnTo>
                <a:lnTo>
                  <a:pt x="807643" y="0"/>
                </a:lnTo>
                <a:close/>
              </a:path>
              <a:path w="1591310" h="4444">
                <a:moveTo>
                  <a:pt x="856589" y="0"/>
                </a:moveTo>
                <a:lnTo>
                  <a:pt x="832116" y="0"/>
                </a:lnTo>
                <a:lnTo>
                  <a:pt x="832116" y="4356"/>
                </a:lnTo>
                <a:lnTo>
                  <a:pt x="856589" y="4356"/>
                </a:lnTo>
                <a:lnTo>
                  <a:pt x="856589" y="0"/>
                </a:lnTo>
                <a:close/>
              </a:path>
              <a:path w="1591310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1591310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  <a:path w="1591310" h="4444">
                <a:moveTo>
                  <a:pt x="1003427" y="0"/>
                </a:moveTo>
                <a:lnTo>
                  <a:pt x="978954" y="0"/>
                </a:lnTo>
                <a:lnTo>
                  <a:pt x="978954" y="4356"/>
                </a:lnTo>
                <a:lnTo>
                  <a:pt x="1003427" y="4356"/>
                </a:lnTo>
                <a:lnTo>
                  <a:pt x="1003427" y="0"/>
                </a:lnTo>
                <a:close/>
              </a:path>
              <a:path w="1591310" h="4444">
                <a:moveTo>
                  <a:pt x="1052372" y="0"/>
                </a:moveTo>
                <a:lnTo>
                  <a:pt x="1027899" y="0"/>
                </a:lnTo>
                <a:lnTo>
                  <a:pt x="1027899" y="4356"/>
                </a:lnTo>
                <a:lnTo>
                  <a:pt x="1052372" y="4356"/>
                </a:lnTo>
                <a:lnTo>
                  <a:pt x="1052372" y="0"/>
                </a:lnTo>
                <a:close/>
              </a:path>
              <a:path w="1591310" h="4444">
                <a:moveTo>
                  <a:pt x="1101331" y="0"/>
                </a:moveTo>
                <a:lnTo>
                  <a:pt x="1076858" y="0"/>
                </a:lnTo>
                <a:lnTo>
                  <a:pt x="1076858" y="4356"/>
                </a:lnTo>
                <a:lnTo>
                  <a:pt x="1101331" y="4356"/>
                </a:lnTo>
                <a:lnTo>
                  <a:pt x="1101331" y="0"/>
                </a:lnTo>
                <a:close/>
              </a:path>
              <a:path w="1591310" h="4444">
                <a:moveTo>
                  <a:pt x="1150277" y="0"/>
                </a:moveTo>
                <a:lnTo>
                  <a:pt x="1125804" y="0"/>
                </a:lnTo>
                <a:lnTo>
                  <a:pt x="1125804" y="4356"/>
                </a:lnTo>
                <a:lnTo>
                  <a:pt x="1150277" y="4356"/>
                </a:lnTo>
                <a:lnTo>
                  <a:pt x="1150277" y="0"/>
                </a:lnTo>
                <a:close/>
              </a:path>
              <a:path w="1591310" h="4444">
                <a:moveTo>
                  <a:pt x="1199222" y="0"/>
                </a:moveTo>
                <a:lnTo>
                  <a:pt x="1174750" y="0"/>
                </a:lnTo>
                <a:lnTo>
                  <a:pt x="1174750" y="4356"/>
                </a:lnTo>
                <a:lnTo>
                  <a:pt x="1199222" y="4356"/>
                </a:lnTo>
                <a:lnTo>
                  <a:pt x="1199222" y="0"/>
                </a:lnTo>
                <a:close/>
              </a:path>
              <a:path w="1591310" h="4444">
                <a:moveTo>
                  <a:pt x="1248168" y="0"/>
                </a:moveTo>
                <a:lnTo>
                  <a:pt x="1223695" y="0"/>
                </a:lnTo>
                <a:lnTo>
                  <a:pt x="1223695" y="4356"/>
                </a:lnTo>
                <a:lnTo>
                  <a:pt x="1248168" y="4356"/>
                </a:lnTo>
                <a:lnTo>
                  <a:pt x="1248168" y="0"/>
                </a:lnTo>
                <a:close/>
              </a:path>
              <a:path w="1591310" h="4444">
                <a:moveTo>
                  <a:pt x="1297114" y="0"/>
                </a:moveTo>
                <a:lnTo>
                  <a:pt x="1272641" y="0"/>
                </a:lnTo>
                <a:lnTo>
                  <a:pt x="1272641" y="4356"/>
                </a:lnTo>
                <a:lnTo>
                  <a:pt x="1297114" y="4356"/>
                </a:lnTo>
                <a:lnTo>
                  <a:pt x="1297114" y="0"/>
                </a:lnTo>
                <a:close/>
              </a:path>
              <a:path w="1591310" h="4444">
                <a:moveTo>
                  <a:pt x="1346060" y="0"/>
                </a:moveTo>
                <a:lnTo>
                  <a:pt x="1321587" y="0"/>
                </a:lnTo>
                <a:lnTo>
                  <a:pt x="1321587" y="4356"/>
                </a:lnTo>
                <a:lnTo>
                  <a:pt x="1346060" y="4356"/>
                </a:lnTo>
                <a:lnTo>
                  <a:pt x="1346060" y="0"/>
                </a:lnTo>
                <a:close/>
              </a:path>
              <a:path w="1591310" h="4444">
                <a:moveTo>
                  <a:pt x="1395018" y="0"/>
                </a:moveTo>
                <a:lnTo>
                  <a:pt x="1370545" y="0"/>
                </a:lnTo>
                <a:lnTo>
                  <a:pt x="1370545" y="4356"/>
                </a:lnTo>
                <a:lnTo>
                  <a:pt x="1395018" y="4356"/>
                </a:lnTo>
                <a:lnTo>
                  <a:pt x="1395018" y="0"/>
                </a:lnTo>
                <a:close/>
              </a:path>
              <a:path w="1591310" h="4444">
                <a:moveTo>
                  <a:pt x="1443964" y="0"/>
                </a:moveTo>
                <a:lnTo>
                  <a:pt x="1419491" y="0"/>
                </a:lnTo>
                <a:lnTo>
                  <a:pt x="1419491" y="4356"/>
                </a:lnTo>
                <a:lnTo>
                  <a:pt x="1443964" y="4356"/>
                </a:lnTo>
                <a:lnTo>
                  <a:pt x="1443964" y="0"/>
                </a:lnTo>
                <a:close/>
              </a:path>
              <a:path w="1591310" h="4444">
                <a:moveTo>
                  <a:pt x="1492910" y="0"/>
                </a:moveTo>
                <a:lnTo>
                  <a:pt x="1468437" y="0"/>
                </a:lnTo>
                <a:lnTo>
                  <a:pt x="1468437" y="4356"/>
                </a:lnTo>
                <a:lnTo>
                  <a:pt x="1492910" y="4356"/>
                </a:lnTo>
                <a:lnTo>
                  <a:pt x="1492910" y="0"/>
                </a:lnTo>
                <a:close/>
              </a:path>
              <a:path w="1591310" h="4444">
                <a:moveTo>
                  <a:pt x="1541856" y="0"/>
                </a:moveTo>
                <a:lnTo>
                  <a:pt x="1517383" y="0"/>
                </a:lnTo>
                <a:lnTo>
                  <a:pt x="1517383" y="4356"/>
                </a:lnTo>
                <a:lnTo>
                  <a:pt x="1541856" y="4356"/>
                </a:lnTo>
                <a:lnTo>
                  <a:pt x="1541856" y="0"/>
                </a:lnTo>
                <a:close/>
              </a:path>
              <a:path w="1591310" h="4444">
                <a:moveTo>
                  <a:pt x="1590802" y="0"/>
                </a:moveTo>
                <a:lnTo>
                  <a:pt x="1566329" y="0"/>
                </a:lnTo>
                <a:lnTo>
                  <a:pt x="1566329" y="4356"/>
                </a:lnTo>
                <a:lnTo>
                  <a:pt x="1590802" y="4356"/>
                </a:lnTo>
                <a:lnTo>
                  <a:pt x="159080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090596" y="2447683"/>
            <a:ext cx="955040" cy="4445"/>
          </a:xfrm>
          <a:custGeom>
            <a:avLst/>
            <a:gdLst/>
            <a:ahLst/>
            <a:cxnLst/>
            <a:rect l="l" t="t" r="r" b="b"/>
            <a:pathLst>
              <a:path w="955039" h="4444">
                <a:moveTo>
                  <a:pt x="24472" y="0"/>
                </a:moveTo>
                <a:lnTo>
                  <a:pt x="0" y="0"/>
                </a:lnTo>
                <a:lnTo>
                  <a:pt x="0" y="4356"/>
                </a:lnTo>
                <a:lnTo>
                  <a:pt x="24472" y="4356"/>
                </a:lnTo>
                <a:lnTo>
                  <a:pt x="24472" y="0"/>
                </a:lnTo>
                <a:close/>
              </a:path>
              <a:path w="955039" h="4444">
                <a:moveTo>
                  <a:pt x="73418" y="0"/>
                </a:moveTo>
                <a:lnTo>
                  <a:pt x="48945" y="0"/>
                </a:lnTo>
                <a:lnTo>
                  <a:pt x="48945" y="4356"/>
                </a:lnTo>
                <a:lnTo>
                  <a:pt x="73418" y="4356"/>
                </a:lnTo>
                <a:lnTo>
                  <a:pt x="73418" y="0"/>
                </a:lnTo>
                <a:close/>
              </a:path>
              <a:path w="955039" h="4444">
                <a:moveTo>
                  <a:pt x="122364" y="0"/>
                </a:moveTo>
                <a:lnTo>
                  <a:pt x="97891" y="0"/>
                </a:lnTo>
                <a:lnTo>
                  <a:pt x="97891" y="4356"/>
                </a:lnTo>
                <a:lnTo>
                  <a:pt x="122364" y="4356"/>
                </a:lnTo>
                <a:lnTo>
                  <a:pt x="122364" y="0"/>
                </a:lnTo>
                <a:close/>
              </a:path>
              <a:path w="955039" h="4444">
                <a:moveTo>
                  <a:pt x="171310" y="0"/>
                </a:moveTo>
                <a:lnTo>
                  <a:pt x="146837" y="0"/>
                </a:lnTo>
                <a:lnTo>
                  <a:pt x="146837" y="4356"/>
                </a:lnTo>
                <a:lnTo>
                  <a:pt x="171310" y="4356"/>
                </a:lnTo>
                <a:lnTo>
                  <a:pt x="171310" y="0"/>
                </a:lnTo>
                <a:close/>
              </a:path>
              <a:path w="955039" h="4444">
                <a:moveTo>
                  <a:pt x="220256" y="0"/>
                </a:moveTo>
                <a:lnTo>
                  <a:pt x="195783" y="0"/>
                </a:lnTo>
                <a:lnTo>
                  <a:pt x="195783" y="4356"/>
                </a:lnTo>
                <a:lnTo>
                  <a:pt x="220256" y="4356"/>
                </a:lnTo>
                <a:lnTo>
                  <a:pt x="220256" y="0"/>
                </a:lnTo>
                <a:close/>
              </a:path>
              <a:path w="955039" h="4444">
                <a:moveTo>
                  <a:pt x="269201" y="0"/>
                </a:moveTo>
                <a:lnTo>
                  <a:pt x="244729" y="0"/>
                </a:lnTo>
                <a:lnTo>
                  <a:pt x="244729" y="4356"/>
                </a:lnTo>
                <a:lnTo>
                  <a:pt x="269201" y="4356"/>
                </a:lnTo>
                <a:lnTo>
                  <a:pt x="269201" y="0"/>
                </a:lnTo>
                <a:close/>
              </a:path>
              <a:path w="955039" h="4444">
                <a:moveTo>
                  <a:pt x="318160" y="0"/>
                </a:moveTo>
                <a:lnTo>
                  <a:pt x="293687" y="0"/>
                </a:lnTo>
                <a:lnTo>
                  <a:pt x="293687" y="4356"/>
                </a:lnTo>
                <a:lnTo>
                  <a:pt x="318160" y="4356"/>
                </a:lnTo>
                <a:lnTo>
                  <a:pt x="318160" y="0"/>
                </a:lnTo>
                <a:close/>
              </a:path>
              <a:path w="955039" h="4444">
                <a:moveTo>
                  <a:pt x="367106" y="0"/>
                </a:moveTo>
                <a:lnTo>
                  <a:pt x="342633" y="0"/>
                </a:lnTo>
                <a:lnTo>
                  <a:pt x="342633" y="4356"/>
                </a:lnTo>
                <a:lnTo>
                  <a:pt x="367106" y="4356"/>
                </a:lnTo>
                <a:lnTo>
                  <a:pt x="367106" y="0"/>
                </a:lnTo>
                <a:close/>
              </a:path>
              <a:path w="955039" h="4444">
                <a:moveTo>
                  <a:pt x="416052" y="0"/>
                </a:moveTo>
                <a:lnTo>
                  <a:pt x="391579" y="0"/>
                </a:lnTo>
                <a:lnTo>
                  <a:pt x="391579" y="4356"/>
                </a:lnTo>
                <a:lnTo>
                  <a:pt x="416052" y="4356"/>
                </a:lnTo>
                <a:lnTo>
                  <a:pt x="416052" y="0"/>
                </a:lnTo>
                <a:close/>
              </a:path>
              <a:path w="955039" h="4444">
                <a:moveTo>
                  <a:pt x="464997" y="0"/>
                </a:moveTo>
                <a:lnTo>
                  <a:pt x="440524" y="0"/>
                </a:lnTo>
                <a:lnTo>
                  <a:pt x="440524" y="4356"/>
                </a:lnTo>
                <a:lnTo>
                  <a:pt x="464997" y="4356"/>
                </a:lnTo>
                <a:lnTo>
                  <a:pt x="464997" y="0"/>
                </a:lnTo>
                <a:close/>
              </a:path>
              <a:path w="955039" h="4444">
                <a:moveTo>
                  <a:pt x="513943" y="0"/>
                </a:moveTo>
                <a:lnTo>
                  <a:pt x="489470" y="0"/>
                </a:lnTo>
                <a:lnTo>
                  <a:pt x="489470" y="4356"/>
                </a:lnTo>
                <a:lnTo>
                  <a:pt x="513943" y="4356"/>
                </a:lnTo>
                <a:lnTo>
                  <a:pt x="513943" y="0"/>
                </a:lnTo>
                <a:close/>
              </a:path>
              <a:path w="955039" h="4444">
                <a:moveTo>
                  <a:pt x="562889" y="0"/>
                </a:moveTo>
                <a:lnTo>
                  <a:pt x="538416" y="0"/>
                </a:lnTo>
                <a:lnTo>
                  <a:pt x="538416" y="4356"/>
                </a:lnTo>
                <a:lnTo>
                  <a:pt x="562889" y="4356"/>
                </a:lnTo>
                <a:lnTo>
                  <a:pt x="562889" y="0"/>
                </a:lnTo>
                <a:close/>
              </a:path>
              <a:path w="955039" h="4444">
                <a:moveTo>
                  <a:pt x="611847" y="0"/>
                </a:moveTo>
                <a:lnTo>
                  <a:pt x="587375" y="0"/>
                </a:lnTo>
                <a:lnTo>
                  <a:pt x="587375" y="4356"/>
                </a:lnTo>
                <a:lnTo>
                  <a:pt x="611847" y="4356"/>
                </a:lnTo>
                <a:lnTo>
                  <a:pt x="611847" y="0"/>
                </a:lnTo>
                <a:close/>
              </a:path>
              <a:path w="955039" h="4444">
                <a:moveTo>
                  <a:pt x="660793" y="0"/>
                </a:moveTo>
                <a:lnTo>
                  <a:pt x="636320" y="0"/>
                </a:lnTo>
                <a:lnTo>
                  <a:pt x="636320" y="4356"/>
                </a:lnTo>
                <a:lnTo>
                  <a:pt x="660793" y="4356"/>
                </a:lnTo>
                <a:lnTo>
                  <a:pt x="660793" y="0"/>
                </a:lnTo>
                <a:close/>
              </a:path>
              <a:path w="955039" h="4444">
                <a:moveTo>
                  <a:pt x="709739" y="0"/>
                </a:moveTo>
                <a:lnTo>
                  <a:pt x="685266" y="0"/>
                </a:lnTo>
                <a:lnTo>
                  <a:pt x="685266" y="4356"/>
                </a:lnTo>
                <a:lnTo>
                  <a:pt x="709739" y="4356"/>
                </a:lnTo>
                <a:lnTo>
                  <a:pt x="709739" y="0"/>
                </a:lnTo>
                <a:close/>
              </a:path>
              <a:path w="955039" h="4444">
                <a:moveTo>
                  <a:pt x="758685" y="0"/>
                </a:moveTo>
                <a:lnTo>
                  <a:pt x="734212" y="0"/>
                </a:lnTo>
                <a:lnTo>
                  <a:pt x="734212" y="4356"/>
                </a:lnTo>
                <a:lnTo>
                  <a:pt x="758685" y="4356"/>
                </a:lnTo>
                <a:lnTo>
                  <a:pt x="758685" y="0"/>
                </a:lnTo>
                <a:close/>
              </a:path>
              <a:path w="955039" h="4444">
                <a:moveTo>
                  <a:pt x="807631" y="0"/>
                </a:moveTo>
                <a:lnTo>
                  <a:pt x="783158" y="0"/>
                </a:lnTo>
                <a:lnTo>
                  <a:pt x="783158" y="4356"/>
                </a:lnTo>
                <a:lnTo>
                  <a:pt x="807631" y="4356"/>
                </a:lnTo>
                <a:lnTo>
                  <a:pt x="807631" y="0"/>
                </a:lnTo>
                <a:close/>
              </a:path>
              <a:path w="955039" h="4444">
                <a:moveTo>
                  <a:pt x="856576" y="0"/>
                </a:moveTo>
                <a:lnTo>
                  <a:pt x="832104" y="0"/>
                </a:lnTo>
                <a:lnTo>
                  <a:pt x="832104" y="4356"/>
                </a:lnTo>
                <a:lnTo>
                  <a:pt x="856576" y="4356"/>
                </a:lnTo>
                <a:lnTo>
                  <a:pt x="856576" y="0"/>
                </a:lnTo>
                <a:close/>
              </a:path>
              <a:path w="955039" h="4444">
                <a:moveTo>
                  <a:pt x="905535" y="0"/>
                </a:moveTo>
                <a:lnTo>
                  <a:pt x="881062" y="0"/>
                </a:lnTo>
                <a:lnTo>
                  <a:pt x="881062" y="4356"/>
                </a:lnTo>
                <a:lnTo>
                  <a:pt x="905535" y="4356"/>
                </a:lnTo>
                <a:lnTo>
                  <a:pt x="905535" y="0"/>
                </a:lnTo>
                <a:close/>
              </a:path>
              <a:path w="955039" h="4444">
                <a:moveTo>
                  <a:pt x="954481" y="0"/>
                </a:moveTo>
                <a:lnTo>
                  <a:pt x="930008" y="0"/>
                </a:lnTo>
                <a:lnTo>
                  <a:pt x="930008" y="4356"/>
                </a:lnTo>
                <a:lnTo>
                  <a:pt x="954481" y="4356"/>
                </a:lnTo>
                <a:lnTo>
                  <a:pt x="95448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38987" y="1712150"/>
            <a:ext cx="1101725" cy="4445"/>
          </a:xfrm>
          <a:custGeom>
            <a:avLst/>
            <a:gdLst/>
            <a:ahLst/>
            <a:cxnLst/>
            <a:rect l="l" t="t" r="r" b="b"/>
            <a:pathLst>
              <a:path w="1101725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101725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101725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101725" h="4444">
                <a:moveTo>
                  <a:pt x="171310" y="0"/>
                </a:moveTo>
                <a:lnTo>
                  <a:pt x="146837" y="0"/>
                </a:lnTo>
                <a:lnTo>
                  <a:pt x="146837" y="4368"/>
                </a:lnTo>
                <a:lnTo>
                  <a:pt x="171310" y="4368"/>
                </a:lnTo>
                <a:lnTo>
                  <a:pt x="171310" y="0"/>
                </a:lnTo>
                <a:close/>
              </a:path>
              <a:path w="1101725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101725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101725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101725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101725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101725" h="4444">
                <a:moveTo>
                  <a:pt x="464997" y="0"/>
                </a:moveTo>
                <a:lnTo>
                  <a:pt x="440524" y="0"/>
                </a:lnTo>
                <a:lnTo>
                  <a:pt x="440524" y="4368"/>
                </a:lnTo>
                <a:lnTo>
                  <a:pt x="464997" y="4368"/>
                </a:lnTo>
                <a:lnTo>
                  <a:pt x="464997" y="0"/>
                </a:lnTo>
                <a:close/>
              </a:path>
              <a:path w="1101725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101725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101725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101725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101725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101725" h="4444">
                <a:moveTo>
                  <a:pt x="758685" y="0"/>
                </a:moveTo>
                <a:lnTo>
                  <a:pt x="734212" y="0"/>
                </a:lnTo>
                <a:lnTo>
                  <a:pt x="734212" y="4368"/>
                </a:lnTo>
                <a:lnTo>
                  <a:pt x="758685" y="4368"/>
                </a:lnTo>
                <a:lnTo>
                  <a:pt x="758685" y="0"/>
                </a:lnTo>
                <a:close/>
              </a:path>
              <a:path w="1101725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101725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101725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101725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101725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101725" h="4444">
                <a:moveTo>
                  <a:pt x="1052372" y="0"/>
                </a:moveTo>
                <a:lnTo>
                  <a:pt x="1027899" y="0"/>
                </a:lnTo>
                <a:lnTo>
                  <a:pt x="1027899" y="4368"/>
                </a:lnTo>
                <a:lnTo>
                  <a:pt x="1052372" y="4368"/>
                </a:lnTo>
                <a:lnTo>
                  <a:pt x="1052372" y="0"/>
                </a:lnTo>
                <a:close/>
              </a:path>
              <a:path w="1101725" h="4444">
                <a:moveTo>
                  <a:pt x="1101331" y="0"/>
                </a:moveTo>
                <a:lnTo>
                  <a:pt x="1076858" y="0"/>
                </a:lnTo>
                <a:lnTo>
                  <a:pt x="1076858" y="4368"/>
                </a:lnTo>
                <a:lnTo>
                  <a:pt x="1101331" y="4368"/>
                </a:lnTo>
                <a:lnTo>
                  <a:pt x="110133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258479" y="1712150"/>
            <a:ext cx="1786889" cy="4445"/>
          </a:xfrm>
          <a:custGeom>
            <a:avLst/>
            <a:gdLst/>
            <a:ahLst/>
            <a:cxnLst/>
            <a:rect l="l" t="t" r="r" b="b"/>
            <a:pathLst>
              <a:path w="1786889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786889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786889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786889" h="4444">
                <a:moveTo>
                  <a:pt x="171310" y="0"/>
                </a:moveTo>
                <a:lnTo>
                  <a:pt x="146837" y="0"/>
                </a:lnTo>
                <a:lnTo>
                  <a:pt x="146837" y="4368"/>
                </a:lnTo>
                <a:lnTo>
                  <a:pt x="171310" y="4368"/>
                </a:lnTo>
                <a:lnTo>
                  <a:pt x="171310" y="0"/>
                </a:lnTo>
                <a:close/>
              </a:path>
              <a:path w="1786889" h="4444">
                <a:moveTo>
                  <a:pt x="220256" y="0"/>
                </a:moveTo>
                <a:lnTo>
                  <a:pt x="195783" y="0"/>
                </a:lnTo>
                <a:lnTo>
                  <a:pt x="195783" y="4368"/>
                </a:lnTo>
                <a:lnTo>
                  <a:pt x="220256" y="4368"/>
                </a:lnTo>
                <a:lnTo>
                  <a:pt x="220256" y="0"/>
                </a:lnTo>
                <a:close/>
              </a:path>
              <a:path w="1786889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786889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786889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786889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786889" h="4444">
                <a:moveTo>
                  <a:pt x="464997" y="0"/>
                </a:moveTo>
                <a:lnTo>
                  <a:pt x="440524" y="0"/>
                </a:lnTo>
                <a:lnTo>
                  <a:pt x="440524" y="4368"/>
                </a:lnTo>
                <a:lnTo>
                  <a:pt x="464997" y="4368"/>
                </a:lnTo>
                <a:lnTo>
                  <a:pt x="464997" y="0"/>
                </a:lnTo>
                <a:close/>
              </a:path>
              <a:path w="1786889" h="4444">
                <a:moveTo>
                  <a:pt x="513943" y="0"/>
                </a:moveTo>
                <a:lnTo>
                  <a:pt x="489470" y="0"/>
                </a:lnTo>
                <a:lnTo>
                  <a:pt x="489470" y="4368"/>
                </a:lnTo>
                <a:lnTo>
                  <a:pt x="513943" y="4368"/>
                </a:lnTo>
                <a:lnTo>
                  <a:pt x="513943" y="0"/>
                </a:lnTo>
                <a:close/>
              </a:path>
              <a:path w="1786889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786889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786889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786889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786889" h="4444">
                <a:moveTo>
                  <a:pt x="758685" y="0"/>
                </a:moveTo>
                <a:lnTo>
                  <a:pt x="734212" y="0"/>
                </a:lnTo>
                <a:lnTo>
                  <a:pt x="734212" y="4368"/>
                </a:lnTo>
                <a:lnTo>
                  <a:pt x="758685" y="4368"/>
                </a:lnTo>
                <a:lnTo>
                  <a:pt x="758685" y="0"/>
                </a:lnTo>
                <a:close/>
              </a:path>
              <a:path w="1786889" h="4444">
                <a:moveTo>
                  <a:pt x="807631" y="0"/>
                </a:moveTo>
                <a:lnTo>
                  <a:pt x="783158" y="0"/>
                </a:lnTo>
                <a:lnTo>
                  <a:pt x="783158" y="4368"/>
                </a:lnTo>
                <a:lnTo>
                  <a:pt x="807631" y="4368"/>
                </a:lnTo>
                <a:lnTo>
                  <a:pt x="807631" y="0"/>
                </a:lnTo>
                <a:close/>
              </a:path>
              <a:path w="1786889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786889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786889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786889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786889" h="4444">
                <a:moveTo>
                  <a:pt x="1052372" y="0"/>
                </a:moveTo>
                <a:lnTo>
                  <a:pt x="1027899" y="0"/>
                </a:lnTo>
                <a:lnTo>
                  <a:pt x="1027899" y="4368"/>
                </a:lnTo>
                <a:lnTo>
                  <a:pt x="1052372" y="4368"/>
                </a:lnTo>
                <a:lnTo>
                  <a:pt x="1052372" y="0"/>
                </a:lnTo>
                <a:close/>
              </a:path>
              <a:path w="1786889" h="4444">
                <a:moveTo>
                  <a:pt x="1101318" y="0"/>
                </a:moveTo>
                <a:lnTo>
                  <a:pt x="1076845" y="0"/>
                </a:lnTo>
                <a:lnTo>
                  <a:pt x="1076845" y="4368"/>
                </a:lnTo>
                <a:lnTo>
                  <a:pt x="1101318" y="4368"/>
                </a:lnTo>
                <a:lnTo>
                  <a:pt x="1101318" y="0"/>
                </a:lnTo>
                <a:close/>
              </a:path>
              <a:path w="1786889" h="4444">
                <a:moveTo>
                  <a:pt x="1150277" y="0"/>
                </a:moveTo>
                <a:lnTo>
                  <a:pt x="1125804" y="0"/>
                </a:lnTo>
                <a:lnTo>
                  <a:pt x="1125804" y="4368"/>
                </a:lnTo>
                <a:lnTo>
                  <a:pt x="1150277" y="4368"/>
                </a:lnTo>
                <a:lnTo>
                  <a:pt x="1150277" y="0"/>
                </a:lnTo>
                <a:close/>
              </a:path>
              <a:path w="1786889" h="4444">
                <a:moveTo>
                  <a:pt x="1199222" y="0"/>
                </a:moveTo>
                <a:lnTo>
                  <a:pt x="1174750" y="0"/>
                </a:lnTo>
                <a:lnTo>
                  <a:pt x="1174750" y="4368"/>
                </a:lnTo>
                <a:lnTo>
                  <a:pt x="1199222" y="4368"/>
                </a:lnTo>
                <a:lnTo>
                  <a:pt x="1199222" y="0"/>
                </a:lnTo>
                <a:close/>
              </a:path>
              <a:path w="1786889" h="4444">
                <a:moveTo>
                  <a:pt x="1248168" y="0"/>
                </a:moveTo>
                <a:lnTo>
                  <a:pt x="1223695" y="0"/>
                </a:lnTo>
                <a:lnTo>
                  <a:pt x="1223695" y="4368"/>
                </a:lnTo>
                <a:lnTo>
                  <a:pt x="1248168" y="4368"/>
                </a:lnTo>
                <a:lnTo>
                  <a:pt x="1248168" y="0"/>
                </a:lnTo>
                <a:close/>
              </a:path>
              <a:path w="1786889" h="4444">
                <a:moveTo>
                  <a:pt x="1297114" y="0"/>
                </a:moveTo>
                <a:lnTo>
                  <a:pt x="1272641" y="0"/>
                </a:lnTo>
                <a:lnTo>
                  <a:pt x="1272641" y="4368"/>
                </a:lnTo>
                <a:lnTo>
                  <a:pt x="1297114" y="4368"/>
                </a:lnTo>
                <a:lnTo>
                  <a:pt x="1297114" y="0"/>
                </a:lnTo>
                <a:close/>
              </a:path>
              <a:path w="1786889" h="4444">
                <a:moveTo>
                  <a:pt x="1346060" y="0"/>
                </a:moveTo>
                <a:lnTo>
                  <a:pt x="1321587" y="0"/>
                </a:lnTo>
                <a:lnTo>
                  <a:pt x="1321587" y="4368"/>
                </a:lnTo>
                <a:lnTo>
                  <a:pt x="1346060" y="4368"/>
                </a:lnTo>
                <a:lnTo>
                  <a:pt x="1346060" y="0"/>
                </a:lnTo>
                <a:close/>
              </a:path>
              <a:path w="1786889" h="4444">
                <a:moveTo>
                  <a:pt x="1395006" y="0"/>
                </a:moveTo>
                <a:lnTo>
                  <a:pt x="1370533" y="0"/>
                </a:lnTo>
                <a:lnTo>
                  <a:pt x="1370533" y="4368"/>
                </a:lnTo>
                <a:lnTo>
                  <a:pt x="1395006" y="4368"/>
                </a:lnTo>
                <a:lnTo>
                  <a:pt x="1395006" y="0"/>
                </a:lnTo>
                <a:close/>
              </a:path>
              <a:path w="1786889" h="4444">
                <a:moveTo>
                  <a:pt x="1443964" y="0"/>
                </a:moveTo>
                <a:lnTo>
                  <a:pt x="1419491" y="0"/>
                </a:lnTo>
                <a:lnTo>
                  <a:pt x="1419491" y="4368"/>
                </a:lnTo>
                <a:lnTo>
                  <a:pt x="1443964" y="4368"/>
                </a:lnTo>
                <a:lnTo>
                  <a:pt x="1443964" y="0"/>
                </a:lnTo>
                <a:close/>
              </a:path>
              <a:path w="1786889" h="4444">
                <a:moveTo>
                  <a:pt x="1492910" y="0"/>
                </a:moveTo>
                <a:lnTo>
                  <a:pt x="1468437" y="0"/>
                </a:lnTo>
                <a:lnTo>
                  <a:pt x="1468437" y="4368"/>
                </a:lnTo>
                <a:lnTo>
                  <a:pt x="1492910" y="4368"/>
                </a:lnTo>
                <a:lnTo>
                  <a:pt x="1492910" y="0"/>
                </a:lnTo>
                <a:close/>
              </a:path>
              <a:path w="1786889" h="4444">
                <a:moveTo>
                  <a:pt x="1541856" y="0"/>
                </a:moveTo>
                <a:lnTo>
                  <a:pt x="1517383" y="0"/>
                </a:lnTo>
                <a:lnTo>
                  <a:pt x="1517383" y="4368"/>
                </a:lnTo>
                <a:lnTo>
                  <a:pt x="1541856" y="4368"/>
                </a:lnTo>
                <a:lnTo>
                  <a:pt x="1541856" y="0"/>
                </a:lnTo>
                <a:close/>
              </a:path>
              <a:path w="1786889" h="4444">
                <a:moveTo>
                  <a:pt x="1590802" y="0"/>
                </a:moveTo>
                <a:lnTo>
                  <a:pt x="1566329" y="0"/>
                </a:lnTo>
                <a:lnTo>
                  <a:pt x="1566329" y="4368"/>
                </a:lnTo>
                <a:lnTo>
                  <a:pt x="1590802" y="4368"/>
                </a:lnTo>
                <a:lnTo>
                  <a:pt x="1590802" y="0"/>
                </a:lnTo>
                <a:close/>
              </a:path>
              <a:path w="1786889" h="4444">
                <a:moveTo>
                  <a:pt x="1639747" y="0"/>
                </a:moveTo>
                <a:lnTo>
                  <a:pt x="1615274" y="0"/>
                </a:lnTo>
                <a:lnTo>
                  <a:pt x="1615274" y="4368"/>
                </a:lnTo>
                <a:lnTo>
                  <a:pt x="1639747" y="4368"/>
                </a:lnTo>
                <a:lnTo>
                  <a:pt x="1639747" y="0"/>
                </a:lnTo>
                <a:close/>
              </a:path>
              <a:path w="1786889" h="4444">
                <a:moveTo>
                  <a:pt x="1688693" y="0"/>
                </a:moveTo>
                <a:lnTo>
                  <a:pt x="1664220" y="0"/>
                </a:lnTo>
                <a:lnTo>
                  <a:pt x="1664220" y="4368"/>
                </a:lnTo>
                <a:lnTo>
                  <a:pt x="1688693" y="4368"/>
                </a:lnTo>
                <a:lnTo>
                  <a:pt x="1688693" y="0"/>
                </a:lnTo>
                <a:close/>
              </a:path>
              <a:path w="1786889" h="4444">
                <a:moveTo>
                  <a:pt x="1737652" y="0"/>
                </a:moveTo>
                <a:lnTo>
                  <a:pt x="1713179" y="0"/>
                </a:lnTo>
                <a:lnTo>
                  <a:pt x="1713179" y="4368"/>
                </a:lnTo>
                <a:lnTo>
                  <a:pt x="1737652" y="4368"/>
                </a:lnTo>
                <a:lnTo>
                  <a:pt x="1737652" y="0"/>
                </a:lnTo>
                <a:close/>
              </a:path>
              <a:path w="1786889" h="4444">
                <a:moveTo>
                  <a:pt x="1786597" y="0"/>
                </a:moveTo>
                <a:lnTo>
                  <a:pt x="1762125" y="0"/>
                </a:lnTo>
                <a:lnTo>
                  <a:pt x="1762125" y="4368"/>
                </a:lnTo>
                <a:lnTo>
                  <a:pt x="1786597" y="4368"/>
                </a:lnTo>
                <a:lnTo>
                  <a:pt x="1786597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616209" y="459540"/>
            <a:ext cx="3439795" cy="3430270"/>
            <a:chOff x="616209" y="459540"/>
            <a:chExt cx="3439795" cy="3430270"/>
          </a:xfrm>
        </p:grpSpPr>
        <p:sp>
          <p:nvSpPr>
            <p:cNvPr id="9" name="object 9" descr=""/>
            <p:cNvSpPr/>
            <p:nvPr/>
          </p:nvSpPr>
          <p:spPr>
            <a:xfrm>
              <a:off x="838992" y="978793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35001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077847" y="485507"/>
              <a:ext cx="734695" cy="3215005"/>
            </a:xfrm>
            <a:custGeom>
              <a:avLst/>
              <a:gdLst/>
              <a:ahLst/>
              <a:cxnLst/>
              <a:rect l="l" t="t" r="r" b="b"/>
              <a:pathLst>
                <a:path w="734694" h="3215004">
                  <a:moveTo>
                    <a:pt x="4343" y="3190214"/>
                  </a:moveTo>
                  <a:lnTo>
                    <a:pt x="0" y="3190214"/>
                  </a:lnTo>
                  <a:lnTo>
                    <a:pt x="0" y="3214751"/>
                  </a:lnTo>
                  <a:lnTo>
                    <a:pt x="4343" y="3214751"/>
                  </a:lnTo>
                  <a:lnTo>
                    <a:pt x="4343" y="3190214"/>
                  </a:lnTo>
                  <a:close/>
                </a:path>
                <a:path w="734694" h="3215004">
                  <a:moveTo>
                    <a:pt x="4343" y="3141129"/>
                  </a:moveTo>
                  <a:lnTo>
                    <a:pt x="0" y="3141129"/>
                  </a:lnTo>
                  <a:lnTo>
                    <a:pt x="0" y="3165665"/>
                  </a:lnTo>
                  <a:lnTo>
                    <a:pt x="4343" y="3165665"/>
                  </a:lnTo>
                  <a:lnTo>
                    <a:pt x="4343" y="3141129"/>
                  </a:lnTo>
                  <a:close/>
                </a:path>
                <a:path w="734694" h="3215004">
                  <a:moveTo>
                    <a:pt x="4343" y="3092043"/>
                  </a:moveTo>
                  <a:lnTo>
                    <a:pt x="0" y="3092043"/>
                  </a:lnTo>
                  <a:lnTo>
                    <a:pt x="0" y="3116592"/>
                  </a:lnTo>
                  <a:lnTo>
                    <a:pt x="4343" y="3116592"/>
                  </a:lnTo>
                  <a:lnTo>
                    <a:pt x="4343" y="3092043"/>
                  </a:lnTo>
                  <a:close/>
                </a:path>
                <a:path w="734694" h="3215004">
                  <a:moveTo>
                    <a:pt x="4343" y="3042970"/>
                  </a:moveTo>
                  <a:lnTo>
                    <a:pt x="0" y="3042970"/>
                  </a:lnTo>
                  <a:lnTo>
                    <a:pt x="0" y="3067507"/>
                  </a:lnTo>
                  <a:lnTo>
                    <a:pt x="4343" y="3067507"/>
                  </a:lnTo>
                  <a:lnTo>
                    <a:pt x="4343" y="3042970"/>
                  </a:lnTo>
                  <a:close/>
                </a:path>
                <a:path w="734694" h="3215004">
                  <a:moveTo>
                    <a:pt x="4343" y="2993885"/>
                  </a:moveTo>
                  <a:lnTo>
                    <a:pt x="0" y="2993885"/>
                  </a:lnTo>
                  <a:lnTo>
                    <a:pt x="0" y="3018434"/>
                  </a:lnTo>
                  <a:lnTo>
                    <a:pt x="4343" y="3018434"/>
                  </a:lnTo>
                  <a:lnTo>
                    <a:pt x="4343" y="2993885"/>
                  </a:lnTo>
                  <a:close/>
                </a:path>
                <a:path w="734694" h="3215004">
                  <a:moveTo>
                    <a:pt x="4343" y="2944812"/>
                  </a:moveTo>
                  <a:lnTo>
                    <a:pt x="0" y="2944812"/>
                  </a:lnTo>
                  <a:lnTo>
                    <a:pt x="0" y="2969349"/>
                  </a:lnTo>
                  <a:lnTo>
                    <a:pt x="4343" y="2969349"/>
                  </a:lnTo>
                  <a:lnTo>
                    <a:pt x="4343" y="2944812"/>
                  </a:lnTo>
                  <a:close/>
                </a:path>
                <a:path w="734694" h="3215004">
                  <a:moveTo>
                    <a:pt x="4343" y="2895727"/>
                  </a:moveTo>
                  <a:lnTo>
                    <a:pt x="0" y="2895727"/>
                  </a:lnTo>
                  <a:lnTo>
                    <a:pt x="0" y="2920263"/>
                  </a:lnTo>
                  <a:lnTo>
                    <a:pt x="4343" y="2920263"/>
                  </a:lnTo>
                  <a:lnTo>
                    <a:pt x="4343" y="2895727"/>
                  </a:lnTo>
                  <a:close/>
                </a:path>
                <a:path w="734694" h="3215004">
                  <a:moveTo>
                    <a:pt x="4343" y="2846654"/>
                  </a:moveTo>
                  <a:lnTo>
                    <a:pt x="0" y="2846654"/>
                  </a:lnTo>
                  <a:lnTo>
                    <a:pt x="0" y="2871190"/>
                  </a:lnTo>
                  <a:lnTo>
                    <a:pt x="4343" y="2871190"/>
                  </a:lnTo>
                  <a:lnTo>
                    <a:pt x="4343" y="2846654"/>
                  </a:lnTo>
                  <a:close/>
                </a:path>
                <a:path w="734694" h="3215004">
                  <a:moveTo>
                    <a:pt x="4343" y="2797568"/>
                  </a:moveTo>
                  <a:lnTo>
                    <a:pt x="0" y="2797568"/>
                  </a:lnTo>
                  <a:lnTo>
                    <a:pt x="0" y="2822105"/>
                  </a:lnTo>
                  <a:lnTo>
                    <a:pt x="4343" y="2822105"/>
                  </a:lnTo>
                  <a:lnTo>
                    <a:pt x="4343" y="2797568"/>
                  </a:lnTo>
                  <a:close/>
                </a:path>
                <a:path w="734694" h="3215004">
                  <a:moveTo>
                    <a:pt x="4343" y="2748483"/>
                  </a:moveTo>
                  <a:lnTo>
                    <a:pt x="0" y="2748483"/>
                  </a:lnTo>
                  <a:lnTo>
                    <a:pt x="0" y="2773032"/>
                  </a:lnTo>
                  <a:lnTo>
                    <a:pt x="4343" y="2773032"/>
                  </a:lnTo>
                  <a:lnTo>
                    <a:pt x="4343" y="2748483"/>
                  </a:lnTo>
                  <a:close/>
                </a:path>
                <a:path w="734694" h="3215004">
                  <a:moveTo>
                    <a:pt x="4343" y="2699410"/>
                  </a:moveTo>
                  <a:lnTo>
                    <a:pt x="0" y="2699410"/>
                  </a:lnTo>
                  <a:lnTo>
                    <a:pt x="0" y="2723946"/>
                  </a:lnTo>
                  <a:lnTo>
                    <a:pt x="4343" y="2723946"/>
                  </a:lnTo>
                  <a:lnTo>
                    <a:pt x="4343" y="2699410"/>
                  </a:lnTo>
                  <a:close/>
                </a:path>
                <a:path w="734694" h="3215004">
                  <a:moveTo>
                    <a:pt x="4343" y="2650325"/>
                  </a:moveTo>
                  <a:lnTo>
                    <a:pt x="0" y="2650325"/>
                  </a:lnTo>
                  <a:lnTo>
                    <a:pt x="0" y="2674874"/>
                  </a:lnTo>
                  <a:lnTo>
                    <a:pt x="4343" y="2674874"/>
                  </a:lnTo>
                  <a:lnTo>
                    <a:pt x="4343" y="2650325"/>
                  </a:lnTo>
                  <a:close/>
                </a:path>
                <a:path w="734694" h="3215004">
                  <a:moveTo>
                    <a:pt x="4343" y="2601252"/>
                  </a:moveTo>
                  <a:lnTo>
                    <a:pt x="0" y="2601252"/>
                  </a:lnTo>
                  <a:lnTo>
                    <a:pt x="0" y="2625788"/>
                  </a:lnTo>
                  <a:lnTo>
                    <a:pt x="4343" y="2625788"/>
                  </a:lnTo>
                  <a:lnTo>
                    <a:pt x="4343" y="2601252"/>
                  </a:lnTo>
                  <a:close/>
                </a:path>
                <a:path w="734694" h="3215004">
                  <a:moveTo>
                    <a:pt x="4343" y="2552166"/>
                  </a:moveTo>
                  <a:lnTo>
                    <a:pt x="0" y="2552166"/>
                  </a:lnTo>
                  <a:lnTo>
                    <a:pt x="0" y="2576703"/>
                  </a:lnTo>
                  <a:lnTo>
                    <a:pt x="4343" y="2576703"/>
                  </a:lnTo>
                  <a:lnTo>
                    <a:pt x="4343" y="2552166"/>
                  </a:lnTo>
                  <a:close/>
                </a:path>
                <a:path w="734694" h="3215004">
                  <a:moveTo>
                    <a:pt x="4343" y="2503081"/>
                  </a:moveTo>
                  <a:lnTo>
                    <a:pt x="0" y="2503081"/>
                  </a:lnTo>
                  <a:lnTo>
                    <a:pt x="0" y="2527630"/>
                  </a:lnTo>
                  <a:lnTo>
                    <a:pt x="4343" y="2527630"/>
                  </a:lnTo>
                  <a:lnTo>
                    <a:pt x="4343" y="2503081"/>
                  </a:lnTo>
                  <a:close/>
                </a:path>
                <a:path w="734694" h="3215004">
                  <a:moveTo>
                    <a:pt x="4343" y="2454008"/>
                  </a:moveTo>
                  <a:lnTo>
                    <a:pt x="0" y="2454008"/>
                  </a:lnTo>
                  <a:lnTo>
                    <a:pt x="0" y="2478544"/>
                  </a:lnTo>
                  <a:lnTo>
                    <a:pt x="4343" y="2478544"/>
                  </a:lnTo>
                  <a:lnTo>
                    <a:pt x="4343" y="2454008"/>
                  </a:lnTo>
                  <a:close/>
                </a:path>
                <a:path w="734694" h="3215004">
                  <a:moveTo>
                    <a:pt x="4343" y="2404922"/>
                  </a:moveTo>
                  <a:lnTo>
                    <a:pt x="0" y="2404922"/>
                  </a:lnTo>
                  <a:lnTo>
                    <a:pt x="0" y="2429472"/>
                  </a:lnTo>
                  <a:lnTo>
                    <a:pt x="4343" y="2429472"/>
                  </a:lnTo>
                  <a:lnTo>
                    <a:pt x="4343" y="2404922"/>
                  </a:lnTo>
                  <a:close/>
                </a:path>
                <a:path w="734694" h="3215004">
                  <a:moveTo>
                    <a:pt x="4343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43" y="2380386"/>
                  </a:lnTo>
                  <a:lnTo>
                    <a:pt x="4343" y="2355850"/>
                  </a:lnTo>
                  <a:close/>
                </a:path>
                <a:path w="734694" h="3215004">
                  <a:moveTo>
                    <a:pt x="4343" y="2306764"/>
                  </a:moveTo>
                  <a:lnTo>
                    <a:pt x="0" y="2306764"/>
                  </a:lnTo>
                  <a:lnTo>
                    <a:pt x="0" y="2331301"/>
                  </a:lnTo>
                  <a:lnTo>
                    <a:pt x="4343" y="2331301"/>
                  </a:lnTo>
                  <a:lnTo>
                    <a:pt x="4343" y="2306764"/>
                  </a:lnTo>
                  <a:close/>
                </a:path>
                <a:path w="734694" h="3215004">
                  <a:moveTo>
                    <a:pt x="4343" y="2257691"/>
                  </a:moveTo>
                  <a:lnTo>
                    <a:pt x="0" y="2257691"/>
                  </a:lnTo>
                  <a:lnTo>
                    <a:pt x="0" y="2282228"/>
                  </a:lnTo>
                  <a:lnTo>
                    <a:pt x="4343" y="2282228"/>
                  </a:lnTo>
                  <a:lnTo>
                    <a:pt x="4343" y="2257691"/>
                  </a:lnTo>
                  <a:close/>
                </a:path>
                <a:path w="734694" h="3215004">
                  <a:moveTo>
                    <a:pt x="4343" y="2208606"/>
                  </a:moveTo>
                  <a:lnTo>
                    <a:pt x="0" y="2208606"/>
                  </a:lnTo>
                  <a:lnTo>
                    <a:pt x="0" y="2233142"/>
                  </a:lnTo>
                  <a:lnTo>
                    <a:pt x="4343" y="2233142"/>
                  </a:lnTo>
                  <a:lnTo>
                    <a:pt x="4343" y="2208606"/>
                  </a:lnTo>
                  <a:close/>
                </a:path>
                <a:path w="734694" h="3215004">
                  <a:moveTo>
                    <a:pt x="4343" y="2159520"/>
                  </a:moveTo>
                  <a:lnTo>
                    <a:pt x="0" y="2159520"/>
                  </a:lnTo>
                  <a:lnTo>
                    <a:pt x="0" y="2184069"/>
                  </a:lnTo>
                  <a:lnTo>
                    <a:pt x="4343" y="2184069"/>
                  </a:lnTo>
                  <a:lnTo>
                    <a:pt x="4343" y="2159520"/>
                  </a:lnTo>
                  <a:close/>
                </a:path>
                <a:path w="734694" h="3215004">
                  <a:moveTo>
                    <a:pt x="4343" y="2110448"/>
                  </a:moveTo>
                  <a:lnTo>
                    <a:pt x="0" y="2110448"/>
                  </a:lnTo>
                  <a:lnTo>
                    <a:pt x="0" y="2134984"/>
                  </a:lnTo>
                  <a:lnTo>
                    <a:pt x="4343" y="2134984"/>
                  </a:lnTo>
                  <a:lnTo>
                    <a:pt x="4343" y="2110448"/>
                  </a:lnTo>
                  <a:close/>
                </a:path>
                <a:path w="734694" h="3215004">
                  <a:moveTo>
                    <a:pt x="4343" y="2061362"/>
                  </a:moveTo>
                  <a:lnTo>
                    <a:pt x="0" y="2061362"/>
                  </a:lnTo>
                  <a:lnTo>
                    <a:pt x="0" y="2085911"/>
                  </a:lnTo>
                  <a:lnTo>
                    <a:pt x="4343" y="2085911"/>
                  </a:lnTo>
                  <a:lnTo>
                    <a:pt x="4343" y="2061362"/>
                  </a:lnTo>
                  <a:close/>
                </a:path>
                <a:path w="734694" h="3215004">
                  <a:moveTo>
                    <a:pt x="4343" y="2012289"/>
                  </a:moveTo>
                  <a:lnTo>
                    <a:pt x="0" y="2012289"/>
                  </a:lnTo>
                  <a:lnTo>
                    <a:pt x="0" y="2036826"/>
                  </a:lnTo>
                  <a:lnTo>
                    <a:pt x="4343" y="2036826"/>
                  </a:lnTo>
                  <a:lnTo>
                    <a:pt x="4343" y="2012289"/>
                  </a:lnTo>
                  <a:close/>
                </a:path>
                <a:path w="734694" h="3215004">
                  <a:moveTo>
                    <a:pt x="4343" y="1963204"/>
                  </a:moveTo>
                  <a:lnTo>
                    <a:pt x="0" y="1963204"/>
                  </a:lnTo>
                  <a:lnTo>
                    <a:pt x="0" y="1987740"/>
                  </a:lnTo>
                  <a:lnTo>
                    <a:pt x="4343" y="1987740"/>
                  </a:lnTo>
                  <a:lnTo>
                    <a:pt x="4343" y="1963204"/>
                  </a:lnTo>
                  <a:close/>
                </a:path>
                <a:path w="734694" h="3215004">
                  <a:moveTo>
                    <a:pt x="4343" y="1914131"/>
                  </a:moveTo>
                  <a:lnTo>
                    <a:pt x="0" y="1914131"/>
                  </a:lnTo>
                  <a:lnTo>
                    <a:pt x="0" y="1938667"/>
                  </a:lnTo>
                  <a:lnTo>
                    <a:pt x="4343" y="1938667"/>
                  </a:lnTo>
                  <a:lnTo>
                    <a:pt x="4343" y="1914131"/>
                  </a:lnTo>
                  <a:close/>
                </a:path>
                <a:path w="734694" h="3215004">
                  <a:moveTo>
                    <a:pt x="4343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43" y="1889582"/>
                  </a:lnTo>
                  <a:lnTo>
                    <a:pt x="4343" y="1865045"/>
                  </a:lnTo>
                  <a:close/>
                </a:path>
                <a:path w="734694" h="3215004">
                  <a:moveTo>
                    <a:pt x="4343" y="1815960"/>
                  </a:moveTo>
                  <a:lnTo>
                    <a:pt x="0" y="1815960"/>
                  </a:lnTo>
                  <a:lnTo>
                    <a:pt x="0" y="1840509"/>
                  </a:lnTo>
                  <a:lnTo>
                    <a:pt x="4343" y="1840509"/>
                  </a:lnTo>
                  <a:lnTo>
                    <a:pt x="4343" y="1815960"/>
                  </a:lnTo>
                  <a:close/>
                </a:path>
                <a:path w="734694" h="3215004">
                  <a:moveTo>
                    <a:pt x="4343" y="1766887"/>
                  </a:moveTo>
                  <a:lnTo>
                    <a:pt x="0" y="1766887"/>
                  </a:lnTo>
                  <a:lnTo>
                    <a:pt x="0" y="1791423"/>
                  </a:lnTo>
                  <a:lnTo>
                    <a:pt x="4343" y="1791423"/>
                  </a:lnTo>
                  <a:lnTo>
                    <a:pt x="4343" y="1766887"/>
                  </a:lnTo>
                  <a:close/>
                </a:path>
                <a:path w="734694" h="3215004">
                  <a:moveTo>
                    <a:pt x="4343" y="1717802"/>
                  </a:moveTo>
                  <a:lnTo>
                    <a:pt x="0" y="1717802"/>
                  </a:lnTo>
                  <a:lnTo>
                    <a:pt x="0" y="1742338"/>
                  </a:lnTo>
                  <a:lnTo>
                    <a:pt x="4343" y="1742338"/>
                  </a:lnTo>
                  <a:lnTo>
                    <a:pt x="4343" y="1717802"/>
                  </a:lnTo>
                  <a:close/>
                </a:path>
                <a:path w="734694" h="3215004">
                  <a:moveTo>
                    <a:pt x="4343" y="1668729"/>
                  </a:moveTo>
                  <a:lnTo>
                    <a:pt x="0" y="1668729"/>
                  </a:lnTo>
                  <a:lnTo>
                    <a:pt x="0" y="1693265"/>
                  </a:lnTo>
                  <a:lnTo>
                    <a:pt x="4343" y="1693265"/>
                  </a:lnTo>
                  <a:lnTo>
                    <a:pt x="4343" y="1668729"/>
                  </a:lnTo>
                  <a:close/>
                </a:path>
                <a:path w="734694" h="3215004">
                  <a:moveTo>
                    <a:pt x="4343" y="1619643"/>
                  </a:moveTo>
                  <a:lnTo>
                    <a:pt x="0" y="1619643"/>
                  </a:lnTo>
                  <a:lnTo>
                    <a:pt x="0" y="1644180"/>
                  </a:lnTo>
                  <a:lnTo>
                    <a:pt x="4343" y="1644180"/>
                  </a:lnTo>
                  <a:lnTo>
                    <a:pt x="4343" y="1619643"/>
                  </a:lnTo>
                  <a:close/>
                </a:path>
                <a:path w="734694" h="3215004">
                  <a:moveTo>
                    <a:pt x="4343" y="1128839"/>
                  </a:moveTo>
                  <a:lnTo>
                    <a:pt x="0" y="1128839"/>
                  </a:lnTo>
                  <a:lnTo>
                    <a:pt x="0" y="1153375"/>
                  </a:lnTo>
                  <a:lnTo>
                    <a:pt x="4343" y="1153375"/>
                  </a:lnTo>
                  <a:lnTo>
                    <a:pt x="4343" y="1128839"/>
                  </a:lnTo>
                  <a:close/>
                </a:path>
                <a:path w="734694" h="3215004">
                  <a:moveTo>
                    <a:pt x="4343" y="1079766"/>
                  </a:moveTo>
                  <a:lnTo>
                    <a:pt x="0" y="1079766"/>
                  </a:lnTo>
                  <a:lnTo>
                    <a:pt x="0" y="1104303"/>
                  </a:lnTo>
                  <a:lnTo>
                    <a:pt x="4343" y="1104303"/>
                  </a:lnTo>
                  <a:lnTo>
                    <a:pt x="4343" y="1079766"/>
                  </a:lnTo>
                  <a:close/>
                </a:path>
                <a:path w="734694" h="3215004">
                  <a:moveTo>
                    <a:pt x="4343" y="1030681"/>
                  </a:moveTo>
                  <a:lnTo>
                    <a:pt x="0" y="1030681"/>
                  </a:lnTo>
                  <a:lnTo>
                    <a:pt x="0" y="1055217"/>
                  </a:lnTo>
                  <a:lnTo>
                    <a:pt x="4343" y="1055217"/>
                  </a:lnTo>
                  <a:lnTo>
                    <a:pt x="4343" y="1030681"/>
                  </a:lnTo>
                  <a:close/>
                </a:path>
                <a:path w="734694" h="3215004">
                  <a:moveTo>
                    <a:pt x="4343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43" y="1006144"/>
                  </a:lnTo>
                  <a:lnTo>
                    <a:pt x="4343" y="981595"/>
                  </a:lnTo>
                  <a:close/>
                </a:path>
                <a:path w="734694" h="3215004">
                  <a:moveTo>
                    <a:pt x="4343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43" y="957059"/>
                  </a:lnTo>
                  <a:lnTo>
                    <a:pt x="4343" y="932522"/>
                  </a:lnTo>
                  <a:close/>
                </a:path>
                <a:path w="734694" h="3215004">
                  <a:moveTo>
                    <a:pt x="4343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43" y="907986"/>
                  </a:lnTo>
                  <a:lnTo>
                    <a:pt x="4343" y="883437"/>
                  </a:lnTo>
                  <a:close/>
                </a:path>
                <a:path w="734694" h="3215004">
                  <a:moveTo>
                    <a:pt x="4343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43" y="858901"/>
                  </a:lnTo>
                  <a:lnTo>
                    <a:pt x="4343" y="834364"/>
                  </a:lnTo>
                  <a:close/>
                </a:path>
                <a:path w="734694" h="3215004">
                  <a:moveTo>
                    <a:pt x="4343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43" y="809815"/>
                  </a:lnTo>
                  <a:lnTo>
                    <a:pt x="4343" y="785279"/>
                  </a:lnTo>
                  <a:close/>
                </a:path>
                <a:path w="734694" h="3215004">
                  <a:moveTo>
                    <a:pt x="4343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43" y="760742"/>
                  </a:lnTo>
                  <a:lnTo>
                    <a:pt x="4343" y="736206"/>
                  </a:lnTo>
                  <a:close/>
                </a:path>
                <a:path w="734694" h="3215004">
                  <a:moveTo>
                    <a:pt x="4343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43" y="711657"/>
                  </a:lnTo>
                  <a:lnTo>
                    <a:pt x="4343" y="687120"/>
                  </a:lnTo>
                  <a:close/>
                </a:path>
                <a:path w="734694" h="3215004">
                  <a:moveTo>
                    <a:pt x="4343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43" y="662584"/>
                  </a:lnTo>
                  <a:lnTo>
                    <a:pt x="4343" y="638035"/>
                  </a:lnTo>
                  <a:close/>
                </a:path>
                <a:path w="734694" h="3215004">
                  <a:moveTo>
                    <a:pt x="4343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43" y="613498"/>
                  </a:lnTo>
                  <a:lnTo>
                    <a:pt x="4343" y="588962"/>
                  </a:lnTo>
                  <a:close/>
                </a:path>
                <a:path w="734694" h="3215004">
                  <a:moveTo>
                    <a:pt x="4343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43" y="564413"/>
                  </a:lnTo>
                  <a:lnTo>
                    <a:pt x="4343" y="539877"/>
                  </a:lnTo>
                  <a:close/>
                </a:path>
                <a:path w="734694" h="3215004">
                  <a:moveTo>
                    <a:pt x="4343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43" y="515340"/>
                  </a:lnTo>
                  <a:lnTo>
                    <a:pt x="4343" y="490804"/>
                  </a:lnTo>
                  <a:close/>
                </a:path>
                <a:path w="734694" h="3215004">
                  <a:moveTo>
                    <a:pt x="4343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43" y="466255"/>
                  </a:lnTo>
                  <a:lnTo>
                    <a:pt x="4343" y="441718"/>
                  </a:lnTo>
                  <a:close/>
                </a:path>
                <a:path w="734694" h="3215004">
                  <a:moveTo>
                    <a:pt x="4343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43" y="417182"/>
                  </a:lnTo>
                  <a:lnTo>
                    <a:pt x="4343" y="392633"/>
                  </a:lnTo>
                  <a:close/>
                </a:path>
                <a:path w="734694" h="3215004">
                  <a:moveTo>
                    <a:pt x="4343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43" y="368096"/>
                  </a:lnTo>
                  <a:lnTo>
                    <a:pt x="4343" y="343560"/>
                  </a:lnTo>
                  <a:close/>
                </a:path>
                <a:path w="734694" h="3215004">
                  <a:moveTo>
                    <a:pt x="4343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43" y="319024"/>
                  </a:lnTo>
                  <a:lnTo>
                    <a:pt x="4343" y="294474"/>
                  </a:lnTo>
                  <a:close/>
                </a:path>
                <a:path w="734694" h="3215004">
                  <a:moveTo>
                    <a:pt x="4343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43" y="269938"/>
                  </a:lnTo>
                  <a:lnTo>
                    <a:pt x="4343" y="245402"/>
                  </a:lnTo>
                  <a:close/>
                </a:path>
                <a:path w="734694" h="3215004">
                  <a:moveTo>
                    <a:pt x="4343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43" y="220853"/>
                  </a:lnTo>
                  <a:lnTo>
                    <a:pt x="4343" y="196316"/>
                  </a:lnTo>
                  <a:close/>
                </a:path>
                <a:path w="734694" h="3215004">
                  <a:moveTo>
                    <a:pt x="4343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43" y="171780"/>
                  </a:lnTo>
                  <a:lnTo>
                    <a:pt x="4343" y="147243"/>
                  </a:lnTo>
                  <a:close/>
                </a:path>
                <a:path w="734694" h="3215004">
                  <a:moveTo>
                    <a:pt x="4343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43" y="122694"/>
                  </a:lnTo>
                  <a:lnTo>
                    <a:pt x="4343" y="98158"/>
                  </a:lnTo>
                  <a:close/>
                </a:path>
                <a:path w="734694" h="3215004">
                  <a:moveTo>
                    <a:pt x="4343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43" y="73621"/>
                  </a:lnTo>
                  <a:lnTo>
                    <a:pt x="4343" y="49072"/>
                  </a:lnTo>
                  <a:close/>
                </a:path>
                <a:path w="734694" h="3215004">
                  <a:moveTo>
                    <a:pt x="4343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43" y="24536"/>
                  </a:lnTo>
                  <a:lnTo>
                    <a:pt x="4343" y="0"/>
                  </a:lnTo>
                  <a:close/>
                </a:path>
                <a:path w="734694" h="3215004">
                  <a:moveTo>
                    <a:pt x="734364" y="3190214"/>
                  </a:moveTo>
                  <a:lnTo>
                    <a:pt x="730008" y="3190214"/>
                  </a:lnTo>
                  <a:lnTo>
                    <a:pt x="730008" y="3214751"/>
                  </a:lnTo>
                  <a:lnTo>
                    <a:pt x="734364" y="3214751"/>
                  </a:lnTo>
                  <a:lnTo>
                    <a:pt x="734364" y="3190214"/>
                  </a:lnTo>
                  <a:close/>
                </a:path>
                <a:path w="734694" h="3215004">
                  <a:moveTo>
                    <a:pt x="734364" y="3141129"/>
                  </a:moveTo>
                  <a:lnTo>
                    <a:pt x="730008" y="3141129"/>
                  </a:lnTo>
                  <a:lnTo>
                    <a:pt x="730008" y="3165665"/>
                  </a:lnTo>
                  <a:lnTo>
                    <a:pt x="734364" y="3165665"/>
                  </a:lnTo>
                  <a:lnTo>
                    <a:pt x="734364" y="3141129"/>
                  </a:lnTo>
                  <a:close/>
                </a:path>
                <a:path w="734694" h="3215004">
                  <a:moveTo>
                    <a:pt x="734364" y="3092043"/>
                  </a:moveTo>
                  <a:lnTo>
                    <a:pt x="730008" y="3092043"/>
                  </a:lnTo>
                  <a:lnTo>
                    <a:pt x="730008" y="3116592"/>
                  </a:lnTo>
                  <a:lnTo>
                    <a:pt x="734364" y="3116592"/>
                  </a:lnTo>
                  <a:lnTo>
                    <a:pt x="734364" y="3092043"/>
                  </a:lnTo>
                  <a:close/>
                </a:path>
                <a:path w="734694" h="3215004">
                  <a:moveTo>
                    <a:pt x="734364" y="3042970"/>
                  </a:moveTo>
                  <a:lnTo>
                    <a:pt x="730008" y="3042970"/>
                  </a:lnTo>
                  <a:lnTo>
                    <a:pt x="730008" y="3067507"/>
                  </a:lnTo>
                  <a:lnTo>
                    <a:pt x="734364" y="3067507"/>
                  </a:lnTo>
                  <a:lnTo>
                    <a:pt x="734364" y="3042970"/>
                  </a:lnTo>
                  <a:close/>
                </a:path>
                <a:path w="734694" h="3215004">
                  <a:moveTo>
                    <a:pt x="734364" y="2993885"/>
                  </a:moveTo>
                  <a:lnTo>
                    <a:pt x="730008" y="2993885"/>
                  </a:lnTo>
                  <a:lnTo>
                    <a:pt x="730008" y="3018434"/>
                  </a:lnTo>
                  <a:lnTo>
                    <a:pt x="734364" y="3018434"/>
                  </a:lnTo>
                  <a:lnTo>
                    <a:pt x="734364" y="2993885"/>
                  </a:lnTo>
                  <a:close/>
                </a:path>
                <a:path w="734694" h="3215004">
                  <a:moveTo>
                    <a:pt x="734364" y="2944812"/>
                  </a:moveTo>
                  <a:lnTo>
                    <a:pt x="730008" y="2944812"/>
                  </a:lnTo>
                  <a:lnTo>
                    <a:pt x="730008" y="2969349"/>
                  </a:lnTo>
                  <a:lnTo>
                    <a:pt x="734364" y="2969349"/>
                  </a:lnTo>
                  <a:lnTo>
                    <a:pt x="734364" y="2944812"/>
                  </a:lnTo>
                  <a:close/>
                </a:path>
                <a:path w="734694" h="3215004">
                  <a:moveTo>
                    <a:pt x="734364" y="2895727"/>
                  </a:moveTo>
                  <a:lnTo>
                    <a:pt x="730008" y="2895727"/>
                  </a:lnTo>
                  <a:lnTo>
                    <a:pt x="730008" y="2920263"/>
                  </a:lnTo>
                  <a:lnTo>
                    <a:pt x="734364" y="2920263"/>
                  </a:lnTo>
                  <a:lnTo>
                    <a:pt x="734364" y="2895727"/>
                  </a:lnTo>
                  <a:close/>
                </a:path>
                <a:path w="734694" h="3215004">
                  <a:moveTo>
                    <a:pt x="734364" y="2846654"/>
                  </a:moveTo>
                  <a:lnTo>
                    <a:pt x="730008" y="2846654"/>
                  </a:lnTo>
                  <a:lnTo>
                    <a:pt x="730008" y="2871190"/>
                  </a:lnTo>
                  <a:lnTo>
                    <a:pt x="734364" y="2871190"/>
                  </a:lnTo>
                  <a:lnTo>
                    <a:pt x="734364" y="2846654"/>
                  </a:lnTo>
                  <a:close/>
                </a:path>
                <a:path w="734694" h="3215004">
                  <a:moveTo>
                    <a:pt x="734364" y="2797568"/>
                  </a:moveTo>
                  <a:lnTo>
                    <a:pt x="730008" y="2797568"/>
                  </a:lnTo>
                  <a:lnTo>
                    <a:pt x="730008" y="2822105"/>
                  </a:lnTo>
                  <a:lnTo>
                    <a:pt x="734364" y="2822105"/>
                  </a:lnTo>
                  <a:lnTo>
                    <a:pt x="734364" y="2797568"/>
                  </a:lnTo>
                  <a:close/>
                </a:path>
                <a:path w="734694" h="3215004">
                  <a:moveTo>
                    <a:pt x="734364" y="2748483"/>
                  </a:moveTo>
                  <a:lnTo>
                    <a:pt x="730008" y="2748483"/>
                  </a:lnTo>
                  <a:lnTo>
                    <a:pt x="730008" y="2773032"/>
                  </a:lnTo>
                  <a:lnTo>
                    <a:pt x="734364" y="2773032"/>
                  </a:lnTo>
                  <a:lnTo>
                    <a:pt x="734364" y="2748483"/>
                  </a:lnTo>
                  <a:close/>
                </a:path>
                <a:path w="734694" h="3215004">
                  <a:moveTo>
                    <a:pt x="734364" y="2699410"/>
                  </a:moveTo>
                  <a:lnTo>
                    <a:pt x="730008" y="2699410"/>
                  </a:lnTo>
                  <a:lnTo>
                    <a:pt x="730008" y="2723946"/>
                  </a:lnTo>
                  <a:lnTo>
                    <a:pt x="734364" y="2723946"/>
                  </a:lnTo>
                  <a:lnTo>
                    <a:pt x="734364" y="2699410"/>
                  </a:lnTo>
                  <a:close/>
                </a:path>
                <a:path w="734694" h="3215004">
                  <a:moveTo>
                    <a:pt x="734364" y="2650325"/>
                  </a:moveTo>
                  <a:lnTo>
                    <a:pt x="730008" y="2650325"/>
                  </a:lnTo>
                  <a:lnTo>
                    <a:pt x="730008" y="2674874"/>
                  </a:lnTo>
                  <a:lnTo>
                    <a:pt x="734364" y="2674874"/>
                  </a:lnTo>
                  <a:lnTo>
                    <a:pt x="734364" y="2650325"/>
                  </a:lnTo>
                  <a:close/>
                </a:path>
                <a:path w="734694" h="3215004">
                  <a:moveTo>
                    <a:pt x="734364" y="2601252"/>
                  </a:moveTo>
                  <a:lnTo>
                    <a:pt x="730008" y="2601252"/>
                  </a:lnTo>
                  <a:lnTo>
                    <a:pt x="730008" y="2625788"/>
                  </a:lnTo>
                  <a:lnTo>
                    <a:pt x="734364" y="2625788"/>
                  </a:lnTo>
                  <a:lnTo>
                    <a:pt x="734364" y="2601252"/>
                  </a:lnTo>
                  <a:close/>
                </a:path>
                <a:path w="734694" h="3215004">
                  <a:moveTo>
                    <a:pt x="734364" y="2552166"/>
                  </a:moveTo>
                  <a:lnTo>
                    <a:pt x="730008" y="2552166"/>
                  </a:lnTo>
                  <a:lnTo>
                    <a:pt x="730008" y="2576703"/>
                  </a:lnTo>
                  <a:lnTo>
                    <a:pt x="734364" y="2576703"/>
                  </a:lnTo>
                  <a:lnTo>
                    <a:pt x="734364" y="255216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807855" y="485507"/>
              <a:ext cx="4445" cy="2576830"/>
            </a:xfrm>
            <a:custGeom>
              <a:avLst/>
              <a:gdLst/>
              <a:ahLst/>
              <a:cxnLst/>
              <a:rect l="l" t="t" r="r" b="b"/>
              <a:pathLst>
                <a:path w="4444" h="2576830">
                  <a:moveTo>
                    <a:pt x="4356" y="2552166"/>
                  </a:moveTo>
                  <a:lnTo>
                    <a:pt x="0" y="2552166"/>
                  </a:lnTo>
                  <a:lnTo>
                    <a:pt x="0" y="2576703"/>
                  </a:lnTo>
                  <a:lnTo>
                    <a:pt x="4356" y="2576703"/>
                  </a:lnTo>
                  <a:lnTo>
                    <a:pt x="4356" y="2552166"/>
                  </a:lnTo>
                  <a:close/>
                </a:path>
                <a:path w="4444" h="2576830">
                  <a:moveTo>
                    <a:pt x="4356" y="2503081"/>
                  </a:moveTo>
                  <a:lnTo>
                    <a:pt x="0" y="2503081"/>
                  </a:lnTo>
                  <a:lnTo>
                    <a:pt x="0" y="2527630"/>
                  </a:lnTo>
                  <a:lnTo>
                    <a:pt x="4356" y="2527630"/>
                  </a:lnTo>
                  <a:lnTo>
                    <a:pt x="4356" y="2503081"/>
                  </a:lnTo>
                  <a:close/>
                </a:path>
                <a:path w="4444" h="2576830">
                  <a:moveTo>
                    <a:pt x="4356" y="2454008"/>
                  </a:moveTo>
                  <a:lnTo>
                    <a:pt x="0" y="2454008"/>
                  </a:lnTo>
                  <a:lnTo>
                    <a:pt x="0" y="2478544"/>
                  </a:lnTo>
                  <a:lnTo>
                    <a:pt x="4356" y="2478544"/>
                  </a:lnTo>
                  <a:lnTo>
                    <a:pt x="4356" y="2454008"/>
                  </a:lnTo>
                  <a:close/>
                </a:path>
                <a:path w="4444" h="2576830">
                  <a:moveTo>
                    <a:pt x="4356" y="2404922"/>
                  </a:moveTo>
                  <a:lnTo>
                    <a:pt x="0" y="2404922"/>
                  </a:lnTo>
                  <a:lnTo>
                    <a:pt x="0" y="2429472"/>
                  </a:lnTo>
                  <a:lnTo>
                    <a:pt x="4356" y="2429472"/>
                  </a:lnTo>
                  <a:lnTo>
                    <a:pt x="4356" y="2404922"/>
                  </a:lnTo>
                  <a:close/>
                </a:path>
                <a:path w="4444" h="2576830">
                  <a:moveTo>
                    <a:pt x="4356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56" y="2380386"/>
                  </a:lnTo>
                  <a:lnTo>
                    <a:pt x="4356" y="2355850"/>
                  </a:lnTo>
                  <a:close/>
                </a:path>
                <a:path w="4444" h="2576830">
                  <a:moveTo>
                    <a:pt x="4356" y="2306764"/>
                  </a:moveTo>
                  <a:lnTo>
                    <a:pt x="0" y="2306764"/>
                  </a:lnTo>
                  <a:lnTo>
                    <a:pt x="0" y="2331301"/>
                  </a:lnTo>
                  <a:lnTo>
                    <a:pt x="4356" y="2331301"/>
                  </a:lnTo>
                  <a:lnTo>
                    <a:pt x="4356" y="2306764"/>
                  </a:lnTo>
                  <a:close/>
                </a:path>
                <a:path w="4444" h="2576830">
                  <a:moveTo>
                    <a:pt x="4356" y="1766887"/>
                  </a:moveTo>
                  <a:lnTo>
                    <a:pt x="0" y="1766887"/>
                  </a:lnTo>
                  <a:lnTo>
                    <a:pt x="0" y="1791423"/>
                  </a:lnTo>
                  <a:lnTo>
                    <a:pt x="4356" y="1791423"/>
                  </a:lnTo>
                  <a:lnTo>
                    <a:pt x="4356" y="1766887"/>
                  </a:lnTo>
                  <a:close/>
                </a:path>
                <a:path w="4444" h="2576830">
                  <a:moveTo>
                    <a:pt x="4356" y="1717802"/>
                  </a:moveTo>
                  <a:lnTo>
                    <a:pt x="0" y="1717802"/>
                  </a:lnTo>
                  <a:lnTo>
                    <a:pt x="0" y="1742338"/>
                  </a:lnTo>
                  <a:lnTo>
                    <a:pt x="4356" y="1742338"/>
                  </a:lnTo>
                  <a:lnTo>
                    <a:pt x="4356" y="1717802"/>
                  </a:lnTo>
                  <a:close/>
                </a:path>
                <a:path w="4444" h="2576830">
                  <a:moveTo>
                    <a:pt x="4356" y="1668729"/>
                  </a:moveTo>
                  <a:lnTo>
                    <a:pt x="0" y="1668729"/>
                  </a:lnTo>
                  <a:lnTo>
                    <a:pt x="0" y="1693265"/>
                  </a:lnTo>
                  <a:lnTo>
                    <a:pt x="4356" y="1693265"/>
                  </a:lnTo>
                  <a:lnTo>
                    <a:pt x="4356" y="1668729"/>
                  </a:lnTo>
                  <a:close/>
                </a:path>
                <a:path w="4444" h="2576830">
                  <a:moveTo>
                    <a:pt x="4356" y="1619643"/>
                  </a:moveTo>
                  <a:lnTo>
                    <a:pt x="0" y="1619643"/>
                  </a:lnTo>
                  <a:lnTo>
                    <a:pt x="0" y="1644180"/>
                  </a:lnTo>
                  <a:lnTo>
                    <a:pt x="4356" y="1644180"/>
                  </a:lnTo>
                  <a:lnTo>
                    <a:pt x="4356" y="1619643"/>
                  </a:lnTo>
                  <a:close/>
                </a:path>
                <a:path w="4444" h="2576830">
                  <a:moveTo>
                    <a:pt x="4356" y="1570558"/>
                  </a:moveTo>
                  <a:lnTo>
                    <a:pt x="0" y="1570558"/>
                  </a:lnTo>
                  <a:lnTo>
                    <a:pt x="0" y="1595107"/>
                  </a:lnTo>
                  <a:lnTo>
                    <a:pt x="4356" y="1595107"/>
                  </a:lnTo>
                  <a:lnTo>
                    <a:pt x="4356" y="1570558"/>
                  </a:lnTo>
                  <a:close/>
                </a:path>
                <a:path w="4444" h="2576830">
                  <a:moveTo>
                    <a:pt x="4356" y="1521485"/>
                  </a:moveTo>
                  <a:lnTo>
                    <a:pt x="0" y="1521485"/>
                  </a:lnTo>
                  <a:lnTo>
                    <a:pt x="0" y="1546021"/>
                  </a:lnTo>
                  <a:lnTo>
                    <a:pt x="4356" y="1546021"/>
                  </a:lnTo>
                  <a:lnTo>
                    <a:pt x="4356" y="1521485"/>
                  </a:lnTo>
                  <a:close/>
                </a:path>
                <a:path w="4444" h="2576830">
                  <a:moveTo>
                    <a:pt x="4356" y="1472399"/>
                  </a:moveTo>
                  <a:lnTo>
                    <a:pt x="0" y="1472399"/>
                  </a:lnTo>
                  <a:lnTo>
                    <a:pt x="0" y="1496949"/>
                  </a:lnTo>
                  <a:lnTo>
                    <a:pt x="4356" y="1496949"/>
                  </a:lnTo>
                  <a:lnTo>
                    <a:pt x="4356" y="1472399"/>
                  </a:lnTo>
                  <a:close/>
                </a:path>
                <a:path w="4444" h="2576830">
                  <a:moveTo>
                    <a:pt x="4356" y="1423327"/>
                  </a:moveTo>
                  <a:lnTo>
                    <a:pt x="0" y="1423327"/>
                  </a:lnTo>
                  <a:lnTo>
                    <a:pt x="0" y="1447863"/>
                  </a:lnTo>
                  <a:lnTo>
                    <a:pt x="4356" y="1447863"/>
                  </a:lnTo>
                  <a:lnTo>
                    <a:pt x="4356" y="1423327"/>
                  </a:lnTo>
                  <a:close/>
                </a:path>
                <a:path w="4444" h="2576830">
                  <a:moveTo>
                    <a:pt x="4356" y="1374241"/>
                  </a:moveTo>
                  <a:lnTo>
                    <a:pt x="0" y="1374241"/>
                  </a:lnTo>
                  <a:lnTo>
                    <a:pt x="0" y="1398778"/>
                  </a:lnTo>
                  <a:lnTo>
                    <a:pt x="4356" y="1398778"/>
                  </a:lnTo>
                  <a:lnTo>
                    <a:pt x="4356" y="1374241"/>
                  </a:lnTo>
                  <a:close/>
                </a:path>
                <a:path w="4444" h="2576830">
                  <a:moveTo>
                    <a:pt x="4356" y="1325168"/>
                  </a:moveTo>
                  <a:lnTo>
                    <a:pt x="0" y="1325168"/>
                  </a:lnTo>
                  <a:lnTo>
                    <a:pt x="0" y="1349705"/>
                  </a:lnTo>
                  <a:lnTo>
                    <a:pt x="4356" y="1349705"/>
                  </a:lnTo>
                  <a:lnTo>
                    <a:pt x="4356" y="1325168"/>
                  </a:lnTo>
                  <a:close/>
                </a:path>
                <a:path w="4444" h="2576830">
                  <a:moveTo>
                    <a:pt x="4356" y="1276083"/>
                  </a:moveTo>
                  <a:lnTo>
                    <a:pt x="0" y="1276083"/>
                  </a:lnTo>
                  <a:lnTo>
                    <a:pt x="0" y="1300619"/>
                  </a:lnTo>
                  <a:lnTo>
                    <a:pt x="4356" y="1300619"/>
                  </a:lnTo>
                  <a:lnTo>
                    <a:pt x="4356" y="1276083"/>
                  </a:lnTo>
                  <a:close/>
                </a:path>
                <a:path w="4444" h="2576830">
                  <a:moveTo>
                    <a:pt x="4356" y="1226997"/>
                  </a:moveTo>
                  <a:lnTo>
                    <a:pt x="0" y="1226997"/>
                  </a:lnTo>
                  <a:lnTo>
                    <a:pt x="0" y="1251546"/>
                  </a:lnTo>
                  <a:lnTo>
                    <a:pt x="4356" y="1251546"/>
                  </a:lnTo>
                  <a:lnTo>
                    <a:pt x="4356" y="1226997"/>
                  </a:lnTo>
                  <a:close/>
                </a:path>
                <a:path w="4444" h="2576830">
                  <a:moveTo>
                    <a:pt x="4356" y="1177925"/>
                  </a:moveTo>
                  <a:lnTo>
                    <a:pt x="0" y="1177925"/>
                  </a:lnTo>
                  <a:lnTo>
                    <a:pt x="0" y="1202461"/>
                  </a:lnTo>
                  <a:lnTo>
                    <a:pt x="4356" y="1202461"/>
                  </a:lnTo>
                  <a:lnTo>
                    <a:pt x="4356" y="1177925"/>
                  </a:lnTo>
                  <a:close/>
                </a:path>
                <a:path w="4444" h="2576830">
                  <a:moveTo>
                    <a:pt x="4356" y="1128839"/>
                  </a:moveTo>
                  <a:lnTo>
                    <a:pt x="0" y="1128839"/>
                  </a:lnTo>
                  <a:lnTo>
                    <a:pt x="0" y="1153375"/>
                  </a:lnTo>
                  <a:lnTo>
                    <a:pt x="4356" y="1153375"/>
                  </a:lnTo>
                  <a:lnTo>
                    <a:pt x="4356" y="1128839"/>
                  </a:lnTo>
                  <a:close/>
                </a:path>
                <a:path w="4444" h="2576830">
                  <a:moveTo>
                    <a:pt x="4356" y="1079766"/>
                  </a:moveTo>
                  <a:lnTo>
                    <a:pt x="0" y="1079766"/>
                  </a:lnTo>
                  <a:lnTo>
                    <a:pt x="0" y="1104303"/>
                  </a:lnTo>
                  <a:lnTo>
                    <a:pt x="4356" y="1104303"/>
                  </a:lnTo>
                  <a:lnTo>
                    <a:pt x="4356" y="1079766"/>
                  </a:lnTo>
                  <a:close/>
                </a:path>
                <a:path w="4444" h="2576830">
                  <a:moveTo>
                    <a:pt x="4356" y="1030681"/>
                  </a:moveTo>
                  <a:lnTo>
                    <a:pt x="0" y="1030681"/>
                  </a:lnTo>
                  <a:lnTo>
                    <a:pt x="0" y="1055217"/>
                  </a:lnTo>
                  <a:lnTo>
                    <a:pt x="4356" y="1055217"/>
                  </a:lnTo>
                  <a:lnTo>
                    <a:pt x="4356" y="1030681"/>
                  </a:lnTo>
                  <a:close/>
                </a:path>
                <a:path w="4444" h="2576830">
                  <a:moveTo>
                    <a:pt x="4356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56" y="1006144"/>
                  </a:lnTo>
                  <a:lnTo>
                    <a:pt x="4356" y="981595"/>
                  </a:lnTo>
                  <a:close/>
                </a:path>
                <a:path w="4444" h="2576830">
                  <a:moveTo>
                    <a:pt x="4356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56" y="957059"/>
                  </a:lnTo>
                  <a:lnTo>
                    <a:pt x="4356" y="932522"/>
                  </a:lnTo>
                  <a:close/>
                </a:path>
                <a:path w="4444" h="2576830">
                  <a:moveTo>
                    <a:pt x="4356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56" y="907986"/>
                  </a:lnTo>
                  <a:lnTo>
                    <a:pt x="4356" y="883437"/>
                  </a:lnTo>
                  <a:close/>
                </a:path>
                <a:path w="4444" h="2576830">
                  <a:moveTo>
                    <a:pt x="4356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56" y="858901"/>
                  </a:lnTo>
                  <a:lnTo>
                    <a:pt x="4356" y="834364"/>
                  </a:lnTo>
                  <a:close/>
                </a:path>
                <a:path w="4444" h="2576830">
                  <a:moveTo>
                    <a:pt x="4356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56" y="809815"/>
                  </a:lnTo>
                  <a:lnTo>
                    <a:pt x="4356" y="785279"/>
                  </a:lnTo>
                  <a:close/>
                </a:path>
                <a:path w="4444" h="2576830">
                  <a:moveTo>
                    <a:pt x="4356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56" y="760742"/>
                  </a:lnTo>
                  <a:lnTo>
                    <a:pt x="4356" y="736206"/>
                  </a:lnTo>
                  <a:close/>
                </a:path>
                <a:path w="4444" h="2576830">
                  <a:moveTo>
                    <a:pt x="4356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56" y="711657"/>
                  </a:lnTo>
                  <a:lnTo>
                    <a:pt x="4356" y="687120"/>
                  </a:lnTo>
                  <a:close/>
                </a:path>
                <a:path w="4444" h="2576830">
                  <a:moveTo>
                    <a:pt x="4356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56" y="662584"/>
                  </a:lnTo>
                  <a:lnTo>
                    <a:pt x="4356" y="638035"/>
                  </a:lnTo>
                  <a:close/>
                </a:path>
                <a:path w="4444" h="2576830">
                  <a:moveTo>
                    <a:pt x="4356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56" y="613498"/>
                  </a:lnTo>
                  <a:lnTo>
                    <a:pt x="4356" y="588962"/>
                  </a:lnTo>
                  <a:close/>
                </a:path>
                <a:path w="4444" h="2576830">
                  <a:moveTo>
                    <a:pt x="4356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56" y="564413"/>
                  </a:lnTo>
                  <a:lnTo>
                    <a:pt x="4356" y="539877"/>
                  </a:lnTo>
                  <a:close/>
                </a:path>
                <a:path w="4444" h="2576830">
                  <a:moveTo>
                    <a:pt x="4356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56" y="515340"/>
                  </a:lnTo>
                  <a:lnTo>
                    <a:pt x="4356" y="490804"/>
                  </a:lnTo>
                  <a:close/>
                </a:path>
                <a:path w="4444" h="2576830">
                  <a:moveTo>
                    <a:pt x="4356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56" y="466255"/>
                  </a:lnTo>
                  <a:lnTo>
                    <a:pt x="4356" y="441718"/>
                  </a:lnTo>
                  <a:close/>
                </a:path>
                <a:path w="4444" h="2576830">
                  <a:moveTo>
                    <a:pt x="4356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56" y="417182"/>
                  </a:lnTo>
                  <a:lnTo>
                    <a:pt x="4356" y="392633"/>
                  </a:lnTo>
                  <a:close/>
                </a:path>
                <a:path w="4444" h="2576830">
                  <a:moveTo>
                    <a:pt x="4356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56" y="368096"/>
                  </a:lnTo>
                  <a:lnTo>
                    <a:pt x="4356" y="343560"/>
                  </a:lnTo>
                  <a:close/>
                </a:path>
                <a:path w="4444" h="2576830">
                  <a:moveTo>
                    <a:pt x="4356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56" y="319024"/>
                  </a:lnTo>
                  <a:lnTo>
                    <a:pt x="4356" y="294474"/>
                  </a:lnTo>
                  <a:close/>
                </a:path>
                <a:path w="4444" h="2576830">
                  <a:moveTo>
                    <a:pt x="4356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56" y="269938"/>
                  </a:lnTo>
                  <a:lnTo>
                    <a:pt x="4356" y="245402"/>
                  </a:lnTo>
                  <a:close/>
                </a:path>
                <a:path w="4444" h="2576830">
                  <a:moveTo>
                    <a:pt x="4356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56" y="220853"/>
                  </a:lnTo>
                  <a:lnTo>
                    <a:pt x="4356" y="196316"/>
                  </a:lnTo>
                  <a:close/>
                </a:path>
                <a:path w="4444" h="2576830">
                  <a:moveTo>
                    <a:pt x="4356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56" y="171780"/>
                  </a:lnTo>
                  <a:lnTo>
                    <a:pt x="4356" y="147243"/>
                  </a:lnTo>
                  <a:close/>
                </a:path>
                <a:path w="4444" h="2576830">
                  <a:moveTo>
                    <a:pt x="4356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56" y="122694"/>
                  </a:lnTo>
                  <a:lnTo>
                    <a:pt x="4356" y="98158"/>
                  </a:lnTo>
                  <a:close/>
                </a:path>
                <a:path w="4444" h="2576830">
                  <a:moveTo>
                    <a:pt x="4356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56" y="73621"/>
                  </a:lnTo>
                  <a:lnTo>
                    <a:pt x="4356" y="49072"/>
                  </a:lnTo>
                  <a:close/>
                </a:path>
                <a:path w="4444" h="2576830">
                  <a:moveTo>
                    <a:pt x="4356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56" y="24536"/>
                  </a:lnTo>
                  <a:lnTo>
                    <a:pt x="435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540050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38992" y="3553139"/>
              <a:ext cx="3168650" cy="0"/>
            </a:xfrm>
            <a:custGeom>
              <a:avLst/>
              <a:gdLst/>
              <a:ahLst/>
              <a:cxnLst/>
              <a:rect l="l" t="t" r="r" b="b"/>
              <a:pathLst>
                <a:path w="3168650" h="0">
                  <a:moveTo>
                    <a:pt x="0" y="0"/>
                  </a:moveTo>
                  <a:lnTo>
                    <a:pt x="3168398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38987" y="2077745"/>
              <a:ext cx="3212465" cy="1480185"/>
            </a:xfrm>
            <a:custGeom>
              <a:avLst/>
              <a:gdLst/>
              <a:ahLst/>
              <a:cxnLst/>
              <a:rect l="l" t="t" r="r" b="b"/>
              <a:pathLst>
                <a:path w="3212465" h="1480185">
                  <a:moveTo>
                    <a:pt x="34810" y="735507"/>
                  </a:moveTo>
                  <a:lnTo>
                    <a:pt x="0" y="735507"/>
                  </a:lnTo>
                  <a:lnTo>
                    <a:pt x="0" y="744232"/>
                  </a:lnTo>
                  <a:lnTo>
                    <a:pt x="34810" y="744232"/>
                  </a:lnTo>
                  <a:lnTo>
                    <a:pt x="34810" y="735507"/>
                  </a:lnTo>
                  <a:close/>
                </a:path>
                <a:path w="3212465" h="1480185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480185">
                  <a:moveTo>
                    <a:pt x="104457" y="735507"/>
                  </a:moveTo>
                  <a:lnTo>
                    <a:pt x="69634" y="735507"/>
                  </a:lnTo>
                  <a:lnTo>
                    <a:pt x="69634" y="744232"/>
                  </a:lnTo>
                  <a:lnTo>
                    <a:pt x="104457" y="744232"/>
                  </a:lnTo>
                  <a:lnTo>
                    <a:pt x="104457" y="735507"/>
                  </a:lnTo>
                  <a:close/>
                </a:path>
                <a:path w="3212465" h="1480185">
                  <a:moveTo>
                    <a:pt x="104457" y="0"/>
                  </a:moveTo>
                  <a:lnTo>
                    <a:pt x="69634" y="0"/>
                  </a:lnTo>
                  <a:lnTo>
                    <a:pt x="69634" y="8737"/>
                  </a:lnTo>
                  <a:lnTo>
                    <a:pt x="104457" y="8737"/>
                  </a:lnTo>
                  <a:lnTo>
                    <a:pt x="104457" y="0"/>
                  </a:lnTo>
                  <a:close/>
                </a:path>
                <a:path w="3212465" h="1480185">
                  <a:moveTo>
                    <a:pt x="174091" y="735507"/>
                  </a:moveTo>
                  <a:lnTo>
                    <a:pt x="139268" y="735507"/>
                  </a:lnTo>
                  <a:lnTo>
                    <a:pt x="139268" y="744232"/>
                  </a:lnTo>
                  <a:lnTo>
                    <a:pt x="174091" y="744232"/>
                  </a:lnTo>
                  <a:lnTo>
                    <a:pt x="174091" y="735507"/>
                  </a:lnTo>
                  <a:close/>
                </a:path>
                <a:path w="3212465" h="1480185">
                  <a:moveTo>
                    <a:pt x="174091" y="0"/>
                  </a:moveTo>
                  <a:lnTo>
                    <a:pt x="139268" y="0"/>
                  </a:lnTo>
                  <a:lnTo>
                    <a:pt x="139268" y="8737"/>
                  </a:lnTo>
                  <a:lnTo>
                    <a:pt x="174091" y="8737"/>
                  </a:lnTo>
                  <a:lnTo>
                    <a:pt x="174091" y="0"/>
                  </a:lnTo>
                  <a:close/>
                </a:path>
                <a:path w="3212465" h="1480185">
                  <a:moveTo>
                    <a:pt x="243725" y="735507"/>
                  </a:moveTo>
                  <a:lnTo>
                    <a:pt x="208902" y="735507"/>
                  </a:lnTo>
                  <a:lnTo>
                    <a:pt x="208902" y="744232"/>
                  </a:lnTo>
                  <a:lnTo>
                    <a:pt x="243725" y="744232"/>
                  </a:lnTo>
                  <a:lnTo>
                    <a:pt x="243725" y="735507"/>
                  </a:lnTo>
                  <a:close/>
                </a:path>
                <a:path w="3212465" h="1480185">
                  <a:moveTo>
                    <a:pt x="243725" y="0"/>
                  </a:moveTo>
                  <a:lnTo>
                    <a:pt x="208902" y="0"/>
                  </a:lnTo>
                  <a:lnTo>
                    <a:pt x="208902" y="8737"/>
                  </a:lnTo>
                  <a:lnTo>
                    <a:pt x="243725" y="8737"/>
                  </a:lnTo>
                  <a:lnTo>
                    <a:pt x="243725" y="0"/>
                  </a:lnTo>
                  <a:close/>
                </a:path>
                <a:path w="3212465" h="1480185">
                  <a:moveTo>
                    <a:pt x="313359" y="735507"/>
                  </a:moveTo>
                  <a:lnTo>
                    <a:pt x="278536" y="735507"/>
                  </a:lnTo>
                  <a:lnTo>
                    <a:pt x="278536" y="744232"/>
                  </a:lnTo>
                  <a:lnTo>
                    <a:pt x="313359" y="744232"/>
                  </a:lnTo>
                  <a:lnTo>
                    <a:pt x="313359" y="735507"/>
                  </a:lnTo>
                  <a:close/>
                </a:path>
                <a:path w="3212465" h="1480185">
                  <a:moveTo>
                    <a:pt x="313359" y="0"/>
                  </a:moveTo>
                  <a:lnTo>
                    <a:pt x="278536" y="0"/>
                  </a:lnTo>
                  <a:lnTo>
                    <a:pt x="278536" y="8737"/>
                  </a:lnTo>
                  <a:lnTo>
                    <a:pt x="313359" y="8737"/>
                  </a:lnTo>
                  <a:lnTo>
                    <a:pt x="313359" y="0"/>
                  </a:lnTo>
                  <a:close/>
                </a:path>
                <a:path w="3212465" h="1480185">
                  <a:moveTo>
                    <a:pt x="382993" y="735507"/>
                  </a:moveTo>
                  <a:lnTo>
                    <a:pt x="348170" y="735507"/>
                  </a:lnTo>
                  <a:lnTo>
                    <a:pt x="348170" y="744232"/>
                  </a:lnTo>
                  <a:lnTo>
                    <a:pt x="382993" y="744232"/>
                  </a:lnTo>
                  <a:lnTo>
                    <a:pt x="382993" y="735507"/>
                  </a:lnTo>
                  <a:close/>
                </a:path>
                <a:path w="3212465" h="1480185">
                  <a:moveTo>
                    <a:pt x="382993" y="0"/>
                  </a:moveTo>
                  <a:lnTo>
                    <a:pt x="348170" y="0"/>
                  </a:lnTo>
                  <a:lnTo>
                    <a:pt x="348170" y="8737"/>
                  </a:lnTo>
                  <a:lnTo>
                    <a:pt x="382993" y="8737"/>
                  </a:lnTo>
                  <a:lnTo>
                    <a:pt x="382993" y="0"/>
                  </a:lnTo>
                  <a:close/>
                </a:path>
                <a:path w="3212465" h="1480185">
                  <a:moveTo>
                    <a:pt x="452628" y="735507"/>
                  </a:moveTo>
                  <a:lnTo>
                    <a:pt x="417804" y="735507"/>
                  </a:lnTo>
                  <a:lnTo>
                    <a:pt x="417804" y="744232"/>
                  </a:lnTo>
                  <a:lnTo>
                    <a:pt x="452628" y="744232"/>
                  </a:lnTo>
                  <a:lnTo>
                    <a:pt x="452628" y="735507"/>
                  </a:lnTo>
                  <a:close/>
                </a:path>
                <a:path w="3212465" h="1480185">
                  <a:moveTo>
                    <a:pt x="452628" y="0"/>
                  </a:moveTo>
                  <a:lnTo>
                    <a:pt x="417804" y="0"/>
                  </a:lnTo>
                  <a:lnTo>
                    <a:pt x="417804" y="8737"/>
                  </a:lnTo>
                  <a:lnTo>
                    <a:pt x="452628" y="8737"/>
                  </a:lnTo>
                  <a:lnTo>
                    <a:pt x="452628" y="0"/>
                  </a:lnTo>
                  <a:close/>
                </a:path>
                <a:path w="3212465" h="1480185">
                  <a:moveTo>
                    <a:pt x="522262" y="735507"/>
                  </a:moveTo>
                  <a:lnTo>
                    <a:pt x="487438" y="735507"/>
                  </a:lnTo>
                  <a:lnTo>
                    <a:pt x="487438" y="744232"/>
                  </a:lnTo>
                  <a:lnTo>
                    <a:pt x="522262" y="744232"/>
                  </a:lnTo>
                  <a:lnTo>
                    <a:pt x="522262" y="735507"/>
                  </a:lnTo>
                  <a:close/>
                </a:path>
                <a:path w="3212465" h="1480185">
                  <a:moveTo>
                    <a:pt x="522262" y="0"/>
                  </a:moveTo>
                  <a:lnTo>
                    <a:pt x="487438" y="0"/>
                  </a:lnTo>
                  <a:lnTo>
                    <a:pt x="487438" y="8737"/>
                  </a:lnTo>
                  <a:lnTo>
                    <a:pt x="522262" y="8737"/>
                  </a:lnTo>
                  <a:lnTo>
                    <a:pt x="522262" y="0"/>
                  </a:lnTo>
                  <a:close/>
                </a:path>
                <a:path w="3212465" h="1480185">
                  <a:moveTo>
                    <a:pt x="591896" y="735507"/>
                  </a:moveTo>
                  <a:lnTo>
                    <a:pt x="557085" y="735507"/>
                  </a:lnTo>
                  <a:lnTo>
                    <a:pt x="557085" y="744232"/>
                  </a:lnTo>
                  <a:lnTo>
                    <a:pt x="591896" y="744232"/>
                  </a:lnTo>
                  <a:lnTo>
                    <a:pt x="591896" y="735507"/>
                  </a:lnTo>
                  <a:close/>
                </a:path>
                <a:path w="3212465" h="1480185">
                  <a:moveTo>
                    <a:pt x="591896" y="0"/>
                  </a:moveTo>
                  <a:lnTo>
                    <a:pt x="557085" y="0"/>
                  </a:lnTo>
                  <a:lnTo>
                    <a:pt x="557085" y="8737"/>
                  </a:lnTo>
                  <a:lnTo>
                    <a:pt x="591896" y="8737"/>
                  </a:lnTo>
                  <a:lnTo>
                    <a:pt x="591896" y="0"/>
                  </a:lnTo>
                  <a:close/>
                </a:path>
                <a:path w="3212465" h="1480185">
                  <a:moveTo>
                    <a:pt x="661530" y="735507"/>
                  </a:moveTo>
                  <a:lnTo>
                    <a:pt x="626719" y="735507"/>
                  </a:lnTo>
                  <a:lnTo>
                    <a:pt x="626719" y="744232"/>
                  </a:lnTo>
                  <a:lnTo>
                    <a:pt x="661530" y="744232"/>
                  </a:lnTo>
                  <a:lnTo>
                    <a:pt x="661530" y="735507"/>
                  </a:lnTo>
                  <a:close/>
                </a:path>
                <a:path w="3212465" h="1480185">
                  <a:moveTo>
                    <a:pt x="661530" y="0"/>
                  </a:moveTo>
                  <a:lnTo>
                    <a:pt x="626719" y="0"/>
                  </a:lnTo>
                  <a:lnTo>
                    <a:pt x="626719" y="8737"/>
                  </a:lnTo>
                  <a:lnTo>
                    <a:pt x="661530" y="8737"/>
                  </a:lnTo>
                  <a:lnTo>
                    <a:pt x="661530" y="0"/>
                  </a:lnTo>
                  <a:close/>
                </a:path>
                <a:path w="3212465" h="1480185">
                  <a:moveTo>
                    <a:pt x="731164" y="735507"/>
                  </a:moveTo>
                  <a:lnTo>
                    <a:pt x="696353" y="735507"/>
                  </a:lnTo>
                  <a:lnTo>
                    <a:pt x="696353" y="744232"/>
                  </a:lnTo>
                  <a:lnTo>
                    <a:pt x="731164" y="744232"/>
                  </a:lnTo>
                  <a:lnTo>
                    <a:pt x="731164" y="735507"/>
                  </a:lnTo>
                  <a:close/>
                </a:path>
                <a:path w="3212465" h="1480185">
                  <a:moveTo>
                    <a:pt x="731164" y="0"/>
                  </a:moveTo>
                  <a:lnTo>
                    <a:pt x="696353" y="0"/>
                  </a:lnTo>
                  <a:lnTo>
                    <a:pt x="696353" y="8737"/>
                  </a:lnTo>
                  <a:lnTo>
                    <a:pt x="731164" y="8737"/>
                  </a:lnTo>
                  <a:lnTo>
                    <a:pt x="731164" y="0"/>
                  </a:lnTo>
                  <a:close/>
                </a:path>
                <a:path w="3212465" h="1480185">
                  <a:moveTo>
                    <a:pt x="800798" y="735507"/>
                  </a:moveTo>
                  <a:lnTo>
                    <a:pt x="765987" y="735507"/>
                  </a:lnTo>
                  <a:lnTo>
                    <a:pt x="765987" y="744232"/>
                  </a:lnTo>
                  <a:lnTo>
                    <a:pt x="800798" y="744232"/>
                  </a:lnTo>
                  <a:lnTo>
                    <a:pt x="800798" y="735507"/>
                  </a:lnTo>
                  <a:close/>
                </a:path>
                <a:path w="3212465" h="1480185">
                  <a:moveTo>
                    <a:pt x="800798" y="0"/>
                  </a:moveTo>
                  <a:lnTo>
                    <a:pt x="765987" y="0"/>
                  </a:lnTo>
                  <a:lnTo>
                    <a:pt x="765987" y="8737"/>
                  </a:lnTo>
                  <a:lnTo>
                    <a:pt x="800798" y="8737"/>
                  </a:lnTo>
                  <a:lnTo>
                    <a:pt x="800798" y="0"/>
                  </a:lnTo>
                  <a:close/>
                </a:path>
                <a:path w="3212465" h="1480185">
                  <a:moveTo>
                    <a:pt x="870432" y="735507"/>
                  </a:moveTo>
                  <a:lnTo>
                    <a:pt x="835621" y="735507"/>
                  </a:lnTo>
                  <a:lnTo>
                    <a:pt x="835621" y="744232"/>
                  </a:lnTo>
                  <a:lnTo>
                    <a:pt x="870432" y="744232"/>
                  </a:lnTo>
                  <a:lnTo>
                    <a:pt x="870432" y="735507"/>
                  </a:lnTo>
                  <a:close/>
                </a:path>
                <a:path w="3212465" h="1480185">
                  <a:moveTo>
                    <a:pt x="870432" y="0"/>
                  </a:moveTo>
                  <a:lnTo>
                    <a:pt x="835621" y="0"/>
                  </a:lnTo>
                  <a:lnTo>
                    <a:pt x="835621" y="8737"/>
                  </a:lnTo>
                  <a:lnTo>
                    <a:pt x="870432" y="8737"/>
                  </a:lnTo>
                  <a:lnTo>
                    <a:pt x="870432" y="0"/>
                  </a:lnTo>
                  <a:close/>
                </a:path>
                <a:path w="3212465" h="1480185">
                  <a:moveTo>
                    <a:pt x="940079" y="735507"/>
                  </a:moveTo>
                  <a:lnTo>
                    <a:pt x="905256" y="735507"/>
                  </a:lnTo>
                  <a:lnTo>
                    <a:pt x="905256" y="744232"/>
                  </a:lnTo>
                  <a:lnTo>
                    <a:pt x="940079" y="744232"/>
                  </a:lnTo>
                  <a:lnTo>
                    <a:pt x="940079" y="735507"/>
                  </a:lnTo>
                  <a:close/>
                </a:path>
                <a:path w="3212465" h="1480185">
                  <a:moveTo>
                    <a:pt x="940079" y="0"/>
                  </a:moveTo>
                  <a:lnTo>
                    <a:pt x="905256" y="0"/>
                  </a:lnTo>
                  <a:lnTo>
                    <a:pt x="905256" y="8737"/>
                  </a:lnTo>
                  <a:lnTo>
                    <a:pt x="940079" y="8737"/>
                  </a:lnTo>
                  <a:lnTo>
                    <a:pt x="940079" y="0"/>
                  </a:lnTo>
                  <a:close/>
                </a:path>
                <a:path w="3212465" h="1480185">
                  <a:moveTo>
                    <a:pt x="1009713" y="735507"/>
                  </a:moveTo>
                  <a:lnTo>
                    <a:pt x="974890" y="735507"/>
                  </a:lnTo>
                  <a:lnTo>
                    <a:pt x="974890" y="744232"/>
                  </a:lnTo>
                  <a:lnTo>
                    <a:pt x="1009713" y="744232"/>
                  </a:lnTo>
                  <a:lnTo>
                    <a:pt x="1009713" y="735507"/>
                  </a:lnTo>
                  <a:close/>
                </a:path>
                <a:path w="3212465" h="1480185">
                  <a:moveTo>
                    <a:pt x="1009713" y="0"/>
                  </a:moveTo>
                  <a:lnTo>
                    <a:pt x="974890" y="0"/>
                  </a:lnTo>
                  <a:lnTo>
                    <a:pt x="974890" y="8737"/>
                  </a:lnTo>
                  <a:lnTo>
                    <a:pt x="1009713" y="8737"/>
                  </a:lnTo>
                  <a:lnTo>
                    <a:pt x="1009713" y="0"/>
                  </a:lnTo>
                  <a:close/>
                </a:path>
                <a:path w="3212465" h="1480185">
                  <a:moveTo>
                    <a:pt x="1079347" y="735507"/>
                  </a:moveTo>
                  <a:lnTo>
                    <a:pt x="1044524" y="735507"/>
                  </a:lnTo>
                  <a:lnTo>
                    <a:pt x="1044524" y="744232"/>
                  </a:lnTo>
                  <a:lnTo>
                    <a:pt x="1079347" y="744232"/>
                  </a:lnTo>
                  <a:lnTo>
                    <a:pt x="1079347" y="735507"/>
                  </a:lnTo>
                  <a:close/>
                </a:path>
                <a:path w="3212465" h="1480185">
                  <a:moveTo>
                    <a:pt x="1079347" y="0"/>
                  </a:moveTo>
                  <a:lnTo>
                    <a:pt x="1044524" y="0"/>
                  </a:lnTo>
                  <a:lnTo>
                    <a:pt x="1044524" y="8737"/>
                  </a:lnTo>
                  <a:lnTo>
                    <a:pt x="1079347" y="8737"/>
                  </a:lnTo>
                  <a:lnTo>
                    <a:pt x="1079347" y="0"/>
                  </a:lnTo>
                  <a:close/>
                </a:path>
                <a:path w="3212465" h="1480185">
                  <a:moveTo>
                    <a:pt x="1148981" y="735507"/>
                  </a:moveTo>
                  <a:lnTo>
                    <a:pt x="1114158" y="735507"/>
                  </a:lnTo>
                  <a:lnTo>
                    <a:pt x="1114158" y="744232"/>
                  </a:lnTo>
                  <a:lnTo>
                    <a:pt x="1148981" y="744232"/>
                  </a:lnTo>
                  <a:lnTo>
                    <a:pt x="1148981" y="735507"/>
                  </a:lnTo>
                  <a:close/>
                </a:path>
                <a:path w="3212465" h="1480185">
                  <a:moveTo>
                    <a:pt x="1148981" y="0"/>
                  </a:moveTo>
                  <a:lnTo>
                    <a:pt x="1114158" y="0"/>
                  </a:lnTo>
                  <a:lnTo>
                    <a:pt x="1114158" y="8737"/>
                  </a:lnTo>
                  <a:lnTo>
                    <a:pt x="1148981" y="8737"/>
                  </a:lnTo>
                  <a:lnTo>
                    <a:pt x="1148981" y="0"/>
                  </a:lnTo>
                  <a:close/>
                </a:path>
                <a:path w="3212465" h="1480185">
                  <a:moveTo>
                    <a:pt x="1218615" y="735507"/>
                  </a:moveTo>
                  <a:lnTo>
                    <a:pt x="1183792" y="735507"/>
                  </a:lnTo>
                  <a:lnTo>
                    <a:pt x="1183792" y="744232"/>
                  </a:lnTo>
                  <a:lnTo>
                    <a:pt x="1218615" y="744232"/>
                  </a:lnTo>
                  <a:lnTo>
                    <a:pt x="1218615" y="735507"/>
                  </a:lnTo>
                  <a:close/>
                </a:path>
                <a:path w="3212465" h="1480185">
                  <a:moveTo>
                    <a:pt x="1288249" y="735507"/>
                  </a:moveTo>
                  <a:lnTo>
                    <a:pt x="1253426" y="735507"/>
                  </a:lnTo>
                  <a:lnTo>
                    <a:pt x="1253426" y="744232"/>
                  </a:lnTo>
                  <a:lnTo>
                    <a:pt x="1288249" y="744232"/>
                  </a:lnTo>
                  <a:lnTo>
                    <a:pt x="1288249" y="735507"/>
                  </a:lnTo>
                  <a:close/>
                </a:path>
                <a:path w="3212465" h="1480185">
                  <a:moveTo>
                    <a:pt x="1357884" y="735507"/>
                  </a:moveTo>
                  <a:lnTo>
                    <a:pt x="1323060" y="735507"/>
                  </a:lnTo>
                  <a:lnTo>
                    <a:pt x="1323060" y="744232"/>
                  </a:lnTo>
                  <a:lnTo>
                    <a:pt x="1357884" y="744232"/>
                  </a:lnTo>
                  <a:lnTo>
                    <a:pt x="1357884" y="735507"/>
                  </a:lnTo>
                  <a:close/>
                </a:path>
                <a:path w="3212465" h="1480185">
                  <a:moveTo>
                    <a:pt x="1427518" y="735507"/>
                  </a:moveTo>
                  <a:lnTo>
                    <a:pt x="1392707" y="735507"/>
                  </a:lnTo>
                  <a:lnTo>
                    <a:pt x="1392707" y="744232"/>
                  </a:lnTo>
                  <a:lnTo>
                    <a:pt x="1427518" y="744232"/>
                  </a:lnTo>
                  <a:lnTo>
                    <a:pt x="1427518" y="735507"/>
                  </a:lnTo>
                  <a:close/>
                </a:path>
                <a:path w="3212465" h="1480185">
                  <a:moveTo>
                    <a:pt x="1497152" y="735507"/>
                  </a:moveTo>
                  <a:lnTo>
                    <a:pt x="1462341" y="735507"/>
                  </a:lnTo>
                  <a:lnTo>
                    <a:pt x="1462341" y="744232"/>
                  </a:lnTo>
                  <a:lnTo>
                    <a:pt x="1497152" y="744232"/>
                  </a:lnTo>
                  <a:lnTo>
                    <a:pt x="1497152" y="735507"/>
                  </a:lnTo>
                  <a:close/>
                </a:path>
                <a:path w="3212465" h="1480185">
                  <a:moveTo>
                    <a:pt x="1566786" y="735507"/>
                  </a:moveTo>
                  <a:lnTo>
                    <a:pt x="1531975" y="735507"/>
                  </a:lnTo>
                  <a:lnTo>
                    <a:pt x="1531975" y="744232"/>
                  </a:lnTo>
                  <a:lnTo>
                    <a:pt x="1566786" y="744232"/>
                  </a:lnTo>
                  <a:lnTo>
                    <a:pt x="1566786" y="735507"/>
                  </a:lnTo>
                  <a:close/>
                </a:path>
                <a:path w="3212465" h="1480185">
                  <a:moveTo>
                    <a:pt x="1636420" y="735507"/>
                  </a:moveTo>
                  <a:lnTo>
                    <a:pt x="1601609" y="735507"/>
                  </a:lnTo>
                  <a:lnTo>
                    <a:pt x="1601609" y="744232"/>
                  </a:lnTo>
                  <a:lnTo>
                    <a:pt x="1636420" y="744232"/>
                  </a:lnTo>
                  <a:lnTo>
                    <a:pt x="1636420" y="735507"/>
                  </a:lnTo>
                  <a:close/>
                </a:path>
                <a:path w="3212465" h="1480185">
                  <a:moveTo>
                    <a:pt x="1706054" y="735507"/>
                  </a:moveTo>
                  <a:lnTo>
                    <a:pt x="1671243" y="735507"/>
                  </a:lnTo>
                  <a:lnTo>
                    <a:pt x="1671243" y="744232"/>
                  </a:lnTo>
                  <a:lnTo>
                    <a:pt x="1706054" y="744232"/>
                  </a:lnTo>
                  <a:lnTo>
                    <a:pt x="1706054" y="735507"/>
                  </a:lnTo>
                  <a:close/>
                </a:path>
                <a:path w="3212465" h="1480185">
                  <a:moveTo>
                    <a:pt x="1775701" y="735507"/>
                  </a:moveTo>
                  <a:lnTo>
                    <a:pt x="1740877" y="735507"/>
                  </a:lnTo>
                  <a:lnTo>
                    <a:pt x="1740877" y="744232"/>
                  </a:lnTo>
                  <a:lnTo>
                    <a:pt x="1775701" y="744232"/>
                  </a:lnTo>
                  <a:lnTo>
                    <a:pt x="1775701" y="735507"/>
                  </a:lnTo>
                  <a:close/>
                </a:path>
                <a:path w="3212465" h="1480185">
                  <a:moveTo>
                    <a:pt x="1845335" y="735507"/>
                  </a:moveTo>
                  <a:lnTo>
                    <a:pt x="1810512" y="735507"/>
                  </a:lnTo>
                  <a:lnTo>
                    <a:pt x="1810512" y="744232"/>
                  </a:lnTo>
                  <a:lnTo>
                    <a:pt x="1845335" y="744232"/>
                  </a:lnTo>
                  <a:lnTo>
                    <a:pt x="1845335" y="735507"/>
                  </a:lnTo>
                  <a:close/>
                </a:path>
                <a:path w="3212465" h="1480185">
                  <a:moveTo>
                    <a:pt x="1845335" y="0"/>
                  </a:moveTo>
                  <a:lnTo>
                    <a:pt x="1810512" y="0"/>
                  </a:lnTo>
                  <a:lnTo>
                    <a:pt x="1810512" y="8737"/>
                  </a:lnTo>
                  <a:lnTo>
                    <a:pt x="1845335" y="8737"/>
                  </a:lnTo>
                  <a:lnTo>
                    <a:pt x="1845335" y="0"/>
                  </a:lnTo>
                  <a:close/>
                </a:path>
                <a:path w="3212465" h="1480185">
                  <a:moveTo>
                    <a:pt x="1914969" y="735507"/>
                  </a:moveTo>
                  <a:lnTo>
                    <a:pt x="1880146" y="735507"/>
                  </a:lnTo>
                  <a:lnTo>
                    <a:pt x="1880146" y="744232"/>
                  </a:lnTo>
                  <a:lnTo>
                    <a:pt x="1914969" y="744232"/>
                  </a:lnTo>
                  <a:lnTo>
                    <a:pt x="1914969" y="735507"/>
                  </a:lnTo>
                  <a:close/>
                </a:path>
                <a:path w="3212465" h="1480185">
                  <a:moveTo>
                    <a:pt x="1914969" y="0"/>
                  </a:moveTo>
                  <a:lnTo>
                    <a:pt x="1880146" y="0"/>
                  </a:lnTo>
                  <a:lnTo>
                    <a:pt x="1880146" y="8737"/>
                  </a:lnTo>
                  <a:lnTo>
                    <a:pt x="1914969" y="8737"/>
                  </a:lnTo>
                  <a:lnTo>
                    <a:pt x="1914969" y="0"/>
                  </a:lnTo>
                  <a:close/>
                </a:path>
                <a:path w="3212465" h="1480185">
                  <a:moveTo>
                    <a:pt x="1984603" y="735507"/>
                  </a:moveTo>
                  <a:lnTo>
                    <a:pt x="1949780" y="735507"/>
                  </a:lnTo>
                  <a:lnTo>
                    <a:pt x="1949780" y="744232"/>
                  </a:lnTo>
                  <a:lnTo>
                    <a:pt x="1984603" y="744232"/>
                  </a:lnTo>
                  <a:lnTo>
                    <a:pt x="1984603" y="735507"/>
                  </a:lnTo>
                  <a:close/>
                </a:path>
                <a:path w="3212465" h="1480185">
                  <a:moveTo>
                    <a:pt x="1984603" y="0"/>
                  </a:moveTo>
                  <a:lnTo>
                    <a:pt x="1949780" y="0"/>
                  </a:lnTo>
                  <a:lnTo>
                    <a:pt x="1949780" y="8737"/>
                  </a:lnTo>
                  <a:lnTo>
                    <a:pt x="1984603" y="8737"/>
                  </a:lnTo>
                  <a:lnTo>
                    <a:pt x="1984603" y="0"/>
                  </a:lnTo>
                  <a:close/>
                </a:path>
                <a:path w="3212465" h="1480185">
                  <a:moveTo>
                    <a:pt x="2054237" y="0"/>
                  </a:moveTo>
                  <a:lnTo>
                    <a:pt x="2019414" y="0"/>
                  </a:lnTo>
                  <a:lnTo>
                    <a:pt x="2019414" y="8737"/>
                  </a:lnTo>
                  <a:lnTo>
                    <a:pt x="2054237" y="8737"/>
                  </a:lnTo>
                  <a:lnTo>
                    <a:pt x="2054237" y="0"/>
                  </a:lnTo>
                  <a:close/>
                </a:path>
                <a:path w="3212465" h="1480185">
                  <a:moveTo>
                    <a:pt x="2123871" y="0"/>
                  </a:moveTo>
                  <a:lnTo>
                    <a:pt x="2089048" y="0"/>
                  </a:lnTo>
                  <a:lnTo>
                    <a:pt x="2089048" y="8737"/>
                  </a:lnTo>
                  <a:lnTo>
                    <a:pt x="2123871" y="8737"/>
                  </a:lnTo>
                  <a:lnTo>
                    <a:pt x="2123871" y="0"/>
                  </a:lnTo>
                  <a:close/>
                </a:path>
                <a:path w="3212465" h="1480185">
                  <a:moveTo>
                    <a:pt x="2193506" y="0"/>
                  </a:moveTo>
                  <a:lnTo>
                    <a:pt x="2158682" y="0"/>
                  </a:lnTo>
                  <a:lnTo>
                    <a:pt x="2158682" y="8737"/>
                  </a:lnTo>
                  <a:lnTo>
                    <a:pt x="2193506" y="8737"/>
                  </a:lnTo>
                  <a:lnTo>
                    <a:pt x="2193506" y="0"/>
                  </a:lnTo>
                  <a:close/>
                </a:path>
                <a:path w="3212465" h="1480185">
                  <a:moveTo>
                    <a:pt x="2263140" y="735507"/>
                  </a:moveTo>
                  <a:lnTo>
                    <a:pt x="2228329" y="735507"/>
                  </a:lnTo>
                  <a:lnTo>
                    <a:pt x="2228329" y="744232"/>
                  </a:lnTo>
                  <a:lnTo>
                    <a:pt x="2263140" y="744232"/>
                  </a:lnTo>
                  <a:lnTo>
                    <a:pt x="2263140" y="735507"/>
                  </a:lnTo>
                  <a:close/>
                </a:path>
                <a:path w="3212465" h="1480185">
                  <a:moveTo>
                    <a:pt x="2263140" y="0"/>
                  </a:moveTo>
                  <a:lnTo>
                    <a:pt x="2228329" y="0"/>
                  </a:lnTo>
                  <a:lnTo>
                    <a:pt x="2228329" y="8737"/>
                  </a:lnTo>
                  <a:lnTo>
                    <a:pt x="2263140" y="8737"/>
                  </a:lnTo>
                  <a:lnTo>
                    <a:pt x="2263140" y="0"/>
                  </a:lnTo>
                  <a:close/>
                </a:path>
                <a:path w="3212465" h="1480185">
                  <a:moveTo>
                    <a:pt x="2332774" y="735507"/>
                  </a:moveTo>
                  <a:lnTo>
                    <a:pt x="2297963" y="735507"/>
                  </a:lnTo>
                  <a:lnTo>
                    <a:pt x="2297963" y="744232"/>
                  </a:lnTo>
                  <a:lnTo>
                    <a:pt x="2332774" y="744232"/>
                  </a:lnTo>
                  <a:lnTo>
                    <a:pt x="2332774" y="735507"/>
                  </a:lnTo>
                  <a:close/>
                </a:path>
                <a:path w="3212465" h="1480185">
                  <a:moveTo>
                    <a:pt x="2332774" y="0"/>
                  </a:moveTo>
                  <a:lnTo>
                    <a:pt x="2297963" y="0"/>
                  </a:lnTo>
                  <a:lnTo>
                    <a:pt x="2297963" y="8737"/>
                  </a:lnTo>
                  <a:lnTo>
                    <a:pt x="2332774" y="8737"/>
                  </a:lnTo>
                  <a:lnTo>
                    <a:pt x="2332774" y="0"/>
                  </a:lnTo>
                  <a:close/>
                </a:path>
                <a:path w="3212465" h="1480185">
                  <a:moveTo>
                    <a:pt x="2402408" y="735507"/>
                  </a:moveTo>
                  <a:lnTo>
                    <a:pt x="2367597" y="735507"/>
                  </a:lnTo>
                  <a:lnTo>
                    <a:pt x="2367597" y="744232"/>
                  </a:lnTo>
                  <a:lnTo>
                    <a:pt x="2402408" y="744232"/>
                  </a:lnTo>
                  <a:lnTo>
                    <a:pt x="2402408" y="735507"/>
                  </a:lnTo>
                  <a:close/>
                </a:path>
                <a:path w="3212465" h="1480185">
                  <a:moveTo>
                    <a:pt x="2402408" y="0"/>
                  </a:moveTo>
                  <a:lnTo>
                    <a:pt x="2367597" y="0"/>
                  </a:lnTo>
                  <a:lnTo>
                    <a:pt x="2367597" y="8737"/>
                  </a:lnTo>
                  <a:lnTo>
                    <a:pt x="2402408" y="8737"/>
                  </a:lnTo>
                  <a:lnTo>
                    <a:pt x="2402408" y="0"/>
                  </a:lnTo>
                  <a:close/>
                </a:path>
                <a:path w="3212465" h="1480185">
                  <a:moveTo>
                    <a:pt x="2472042" y="735507"/>
                  </a:moveTo>
                  <a:lnTo>
                    <a:pt x="2437231" y="735507"/>
                  </a:lnTo>
                  <a:lnTo>
                    <a:pt x="2437231" y="744232"/>
                  </a:lnTo>
                  <a:lnTo>
                    <a:pt x="2472042" y="744232"/>
                  </a:lnTo>
                  <a:lnTo>
                    <a:pt x="2472042" y="735507"/>
                  </a:lnTo>
                  <a:close/>
                </a:path>
                <a:path w="3212465" h="1480185">
                  <a:moveTo>
                    <a:pt x="2541676" y="735507"/>
                  </a:moveTo>
                  <a:lnTo>
                    <a:pt x="2506865" y="735507"/>
                  </a:lnTo>
                  <a:lnTo>
                    <a:pt x="2506865" y="744232"/>
                  </a:lnTo>
                  <a:lnTo>
                    <a:pt x="2541676" y="744232"/>
                  </a:lnTo>
                  <a:lnTo>
                    <a:pt x="2541676" y="735507"/>
                  </a:lnTo>
                  <a:close/>
                </a:path>
                <a:path w="3212465" h="1480185">
                  <a:moveTo>
                    <a:pt x="2611310" y="735507"/>
                  </a:moveTo>
                  <a:lnTo>
                    <a:pt x="2576499" y="735507"/>
                  </a:lnTo>
                  <a:lnTo>
                    <a:pt x="2576499" y="744232"/>
                  </a:lnTo>
                  <a:lnTo>
                    <a:pt x="2611310" y="744232"/>
                  </a:lnTo>
                  <a:lnTo>
                    <a:pt x="2611310" y="735507"/>
                  </a:lnTo>
                  <a:close/>
                </a:path>
                <a:path w="3212465" h="1480185">
                  <a:moveTo>
                    <a:pt x="2680957" y="735507"/>
                  </a:moveTo>
                  <a:lnTo>
                    <a:pt x="2646134" y="735507"/>
                  </a:lnTo>
                  <a:lnTo>
                    <a:pt x="2646134" y="744232"/>
                  </a:lnTo>
                  <a:lnTo>
                    <a:pt x="2680957" y="744232"/>
                  </a:lnTo>
                  <a:lnTo>
                    <a:pt x="2680957" y="735507"/>
                  </a:lnTo>
                  <a:close/>
                </a:path>
                <a:path w="3212465" h="1480185">
                  <a:moveTo>
                    <a:pt x="2750591" y="735507"/>
                  </a:moveTo>
                  <a:lnTo>
                    <a:pt x="2715768" y="735507"/>
                  </a:lnTo>
                  <a:lnTo>
                    <a:pt x="2715768" y="744232"/>
                  </a:lnTo>
                  <a:lnTo>
                    <a:pt x="2750591" y="744232"/>
                  </a:lnTo>
                  <a:lnTo>
                    <a:pt x="2750591" y="735507"/>
                  </a:lnTo>
                  <a:close/>
                </a:path>
                <a:path w="3212465" h="1480185">
                  <a:moveTo>
                    <a:pt x="2820225" y="735507"/>
                  </a:moveTo>
                  <a:lnTo>
                    <a:pt x="2785402" y="735507"/>
                  </a:lnTo>
                  <a:lnTo>
                    <a:pt x="2785402" y="744232"/>
                  </a:lnTo>
                  <a:lnTo>
                    <a:pt x="2820225" y="744232"/>
                  </a:lnTo>
                  <a:lnTo>
                    <a:pt x="2820225" y="735507"/>
                  </a:lnTo>
                  <a:close/>
                </a:path>
                <a:path w="3212465" h="1480185">
                  <a:moveTo>
                    <a:pt x="2889859" y="735507"/>
                  </a:moveTo>
                  <a:lnTo>
                    <a:pt x="2855036" y="735507"/>
                  </a:lnTo>
                  <a:lnTo>
                    <a:pt x="2855036" y="744232"/>
                  </a:lnTo>
                  <a:lnTo>
                    <a:pt x="2889859" y="744232"/>
                  </a:lnTo>
                  <a:lnTo>
                    <a:pt x="2889859" y="735507"/>
                  </a:lnTo>
                  <a:close/>
                </a:path>
                <a:path w="3212465" h="1480185">
                  <a:moveTo>
                    <a:pt x="2959493" y="735507"/>
                  </a:moveTo>
                  <a:lnTo>
                    <a:pt x="2924670" y="735507"/>
                  </a:lnTo>
                  <a:lnTo>
                    <a:pt x="2924670" y="744232"/>
                  </a:lnTo>
                  <a:lnTo>
                    <a:pt x="2959493" y="744232"/>
                  </a:lnTo>
                  <a:lnTo>
                    <a:pt x="2959493" y="735507"/>
                  </a:lnTo>
                  <a:close/>
                </a:path>
                <a:path w="3212465" h="1480185">
                  <a:moveTo>
                    <a:pt x="3029127" y="735507"/>
                  </a:moveTo>
                  <a:lnTo>
                    <a:pt x="2994304" y="735507"/>
                  </a:lnTo>
                  <a:lnTo>
                    <a:pt x="2994304" y="744232"/>
                  </a:lnTo>
                  <a:lnTo>
                    <a:pt x="3029127" y="744232"/>
                  </a:lnTo>
                  <a:lnTo>
                    <a:pt x="3029127" y="735507"/>
                  </a:lnTo>
                  <a:close/>
                </a:path>
                <a:path w="3212465" h="1480185">
                  <a:moveTo>
                    <a:pt x="3098762" y="735507"/>
                  </a:moveTo>
                  <a:lnTo>
                    <a:pt x="3063951" y="735507"/>
                  </a:lnTo>
                  <a:lnTo>
                    <a:pt x="3063951" y="744232"/>
                  </a:lnTo>
                  <a:lnTo>
                    <a:pt x="3098762" y="744232"/>
                  </a:lnTo>
                  <a:lnTo>
                    <a:pt x="3098762" y="735507"/>
                  </a:lnTo>
                  <a:close/>
                </a:path>
                <a:path w="3212465" h="1480185">
                  <a:moveTo>
                    <a:pt x="3168396" y="735507"/>
                  </a:moveTo>
                  <a:lnTo>
                    <a:pt x="3133585" y="735507"/>
                  </a:lnTo>
                  <a:lnTo>
                    <a:pt x="3133585" y="744232"/>
                  </a:lnTo>
                  <a:lnTo>
                    <a:pt x="3168396" y="744232"/>
                  </a:lnTo>
                  <a:lnTo>
                    <a:pt x="3168396" y="735507"/>
                  </a:lnTo>
                  <a:close/>
                </a:path>
                <a:path w="3212465" h="1480185">
                  <a:moveTo>
                    <a:pt x="3212046" y="1471041"/>
                  </a:moveTo>
                  <a:lnTo>
                    <a:pt x="3203219" y="1471041"/>
                  </a:lnTo>
                  <a:lnTo>
                    <a:pt x="3203219" y="1479765"/>
                  </a:lnTo>
                  <a:lnTo>
                    <a:pt x="3212046" y="1479765"/>
                  </a:lnTo>
                  <a:lnTo>
                    <a:pt x="3212046" y="1471041"/>
                  </a:lnTo>
                  <a:close/>
                </a:path>
                <a:path w="3212465" h="1480185">
                  <a:moveTo>
                    <a:pt x="3212046" y="735507"/>
                  </a:moveTo>
                  <a:lnTo>
                    <a:pt x="3203219" y="735507"/>
                  </a:lnTo>
                  <a:lnTo>
                    <a:pt x="3203219" y="744232"/>
                  </a:lnTo>
                  <a:lnTo>
                    <a:pt x="3212046" y="744232"/>
                  </a:lnTo>
                  <a:lnTo>
                    <a:pt x="3212046" y="735507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8987" y="1342211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5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744855">
                  <a:moveTo>
                    <a:pt x="2402408" y="735533"/>
                  </a:moveTo>
                  <a:lnTo>
                    <a:pt x="2367597" y="735533"/>
                  </a:lnTo>
                  <a:lnTo>
                    <a:pt x="2367597" y="744270"/>
                  </a:lnTo>
                  <a:lnTo>
                    <a:pt x="2402408" y="744270"/>
                  </a:lnTo>
                  <a:lnTo>
                    <a:pt x="2402408" y="735533"/>
                  </a:lnTo>
                  <a:close/>
                </a:path>
                <a:path w="3212465" h="744855">
                  <a:moveTo>
                    <a:pt x="2472042" y="735533"/>
                  </a:moveTo>
                  <a:lnTo>
                    <a:pt x="2437231" y="735533"/>
                  </a:lnTo>
                  <a:lnTo>
                    <a:pt x="2437231" y="744270"/>
                  </a:lnTo>
                  <a:lnTo>
                    <a:pt x="2472042" y="744270"/>
                  </a:lnTo>
                  <a:lnTo>
                    <a:pt x="2472042" y="735533"/>
                  </a:lnTo>
                  <a:close/>
                </a:path>
                <a:path w="3212465" h="744855">
                  <a:moveTo>
                    <a:pt x="2541676" y="735533"/>
                  </a:moveTo>
                  <a:lnTo>
                    <a:pt x="2506865" y="735533"/>
                  </a:lnTo>
                  <a:lnTo>
                    <a:pt x="2506865" y="744270"/>
                  </a:lnTo>
                  <a:lnTo>
                    <a:pt x="2541676" y="744270"/>
                  </a:lnTo>
                  <a:lnTo>
                    <a:pt x="2541676" y="735533"/>
                  </a:lnTo>
                  <a:close/>
                </a:path>
                <a:path w="3212465" h="744855">
                  <a:moveTo>
                    <a:pt x="2611310" y="735533"/>
                  </a:moveTo>
                  <a:lnTo>
                    <a:pt x="2576499" y="735533"/>
                  </a:lnTo>
                  <a:lnTo>
                    <a:pt x="2576499" y="744270"/>
                  </a:lnTo>
                  <a:lnTo>
                    <a:pt x="2611310" y="744270"/>
                  </a:lnTo>
                  <a:lnTo>
                    <a:pt x="2611310" y="735533"/>
                  </a:lnTo>
                  <a:close/>
                </a:path>
                <a:path w="3212465" h="744855">
                  <a:moveTo>
                    <a:pt x="2680957" y="735533"/>
                  </a:moveTo>
                  <a:lnTo>
                    <a:pt x="2646134" y="735533"/>
                  </a:lnTo>
                  <a:lnTo>
                    <a:pt x="2646134" y="744270"/>
                  </a:lnTo>
                  <a:lnTo>
                    <a:pt x="2680957" y="744270"/>
                  </a:lnTo>
                  <a:lnTo>
                    <a:pt x="2680957" y="735533"/>
                  </a:lnTo>
                  <a:close/>
                </a:path>
                <a:path w="3212465" h="744855">
                  <a:moveTo>
                    <a:pt x="2750591" y="735533"/>
                  </a:moveTo>
                  <a:lnTo>
                    <a:pt x="2715768" y="735533"/>
                  </a:lnTo>
                  <a:lnTo>
                    <a:pt x="2715768" y="744270"/>
                  </a:lnTo>
                  <a:lnTo>
                    <a:pt x="2750591" y="744270"/>
                  </a:lnTo>
                  <a:lnTo>
                    <a:pt x="2750591" y="735533"/>
                  </a:lnTo>
                  <a:close/>
                </a:path>
                <a:path w="3212465" h="744855">
                  <a:moveTo>
                    <a:pt x="2820225" y="735533"/>
                  </a:moveTo>
                  <a:lnTo>
                    <a:pt x="2785402" y="735533"/>
                  </a:lnTo>
                  <a:lnTo>
                    <a:pt x="2785402" y="744270"/>
                  </a:lnTo>
                  <a:lnTo>
                    <a:pt x="2820225" y="744270"/>
                  </a:lnTo>
                  <a:lnTo>
                    <a:pt x="2820225" y="735533"/>
                  </a:lnTo>
                  <a:close/>
                </a:path>
                <a:path w="3212465" h="744855">
                  <a:moveTo>
                    <a:pt x="2889859" y="735533"/>
                  </a:moveTo>
                  <a:lnTo>
                    <a:pt x="2855036" y="735533"/>
                  </a:lnTo>
                  <a:lnTo>
                    <a:pt x="2855036" y="744270"/>
                  </a:lnTo>
                  <a:lnTo>
                    <a:pt x="2889859" y="744270"/>
                  </a:lnTo>
                  <a:lnTo>
                    <a:pt x="2889859" y="735533"/>
                  </a:lnTo>
                  <a:close/>
                </a:path>
                <a:path w="3212465" h="744855">
                  <a:moveTo>
                    <a:pt x="2959493" y="735533"/>
                  </a:moveTo>
                  <a:lnTo>
                    <a:pt x="2924670" y="735533"/>
                  </a:lnTo>
                  <a:lnTo>
                    <a:pt x="2924670" y="744270"/>
                  </a:lnTo>
                  <a:lnTo>
                    <a:pt x="2959493" y="744270"/>
                  </a:lnTo>
                  <a:lnTo>
                    <a:pt x="2959493" y="735533"/>
                  </a:lnTo>
                  <a:close/>
                </a:path>
                <a:path w="3212465" h="744855">
                  <a:moveTo>
                    <a:pt x="3029127" y="735533"/>
                  </a:moveTo>
                  <a:lnTo>
                    <a:pt x="2994304" y="735533"/>
                  </a:lnTo>
                  <a:lnTo>
                    <a:pt x="2994304" y="744270"/>
                  </a:lnTo>
                  <a:lnTo>
                    <a:pt x="3029127" y="744270"/>
                  </a:lnTo>
                  <a:lnTo>
                    <a:pt x="3029127" y="735533"/>
                  </a:lnTo>
                  <a:close/>
                </a:path>
                <a:path w="3212465" h="744855">
                  <a:moveTo>
                    <a:pt x="3098762" y="735533"/>
                  </a:moveTo>
                  <a:lnTo>
                    <a:pt x="3063951" y="735533"/>
                  </a:lnTo>
                  <a:lnTo>
                    <a:pt x="3063951" y="744270"/>
                  </a:lnTo>
                  <a:lnTo>
                    <a:pt x="3098762" y="744270"/>
                  </a:lnTo>
                  <a:lnTo>
                    <a:pt x="3098762" y="735533"/>
                  </a:lnTo>
                  <a:close/>
                </a:path>
                <a:path w="3212465" h="744855">
                  <a:moveTo>
                    <a:pt x="3168396" y="735533"/>
                  </a:moveTo>
                  <a:lnTo>
                    <a:pt x="3133585" y="735533"/>
                  </a:lnTo>
                  <a:lnTo>
                    <a:pt x="3133585" y="744270"/>
                  </a:lnTo>
                  <a:lnTo>
                    <a:pt x="3168396" y="744270"/>
                  </a:lnTo>
                  <a:lnTo>
                    <a:pt x="3168396" y="735533"/>
                  </a:lnTo>
                  <a:close/>
                </a:path>
                <a:path w="3212465" h="744855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70"/>
                  </a:lnTo>
                  <a:lnTo>
                    <a:pt x="3212046" y="744270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08627" y="1346575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8987" y="606691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5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5">
                  <a:moveTo>
                    <a:pt x="3212046" y="735520"/>
                  </a:moveTo>
                  <a:lnTo>
                    <a:pt x="3203219" y="735520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2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08627" y="61104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80643" y="606691"/>
              <a:ext cx="3070860" cy="3093720"/>
            </a:xfrm>
            <a:custGeom>
              <a:avLst/>
              <a:gdLst/>
              <a:ahLst/>
              <a:cxnLst/>
              <a:rect l="l" t="t" r="r" b="b"/>
              <a:pathLst>
                <a:path w="3070860" h="3093720">
                  <a:moveTo>
                    <a:pt x="8712" y="3058655"/>
                  </a:moveTo>
                  <a:lnTo>
                    <a:pt x="0" y="3058655"/>
                  </a:lnTo>
                  <a:lnTo>
                    <a:pt x="0" y="3093567"/>
                  </a:lnTo>
                  <a:lnTo>
                    <a:pt x="8712" y="3093567"/>
                  </a:lnTo>
                  <a:lnTo>
                    <a:pt x="8712" y="3058655"/>
                  </a:lnTo>
                  <a:close/>
                </a:path>
                <a:path w="3070860" h="3093720">
                  <a:moveTo>
                    <a:pt x="3070390" y="0"/>
                  </a:moveTo>
                  <a:lnTo>
                    <a:pt x="3061563" y="0"/>
                  </a:lnTo>
                  <a:lnTo>
                    <a:pt x="3061563" y="8724"/>
                  </a:lnTo>
                  <a:lnTo>
                    <a:pt x="3070390" y="8724"/>
                  </a:lnTo>
                  <a:lnTo>
                    <a:pt x="30703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85007" y="463930"/>
              <a:ext cx="0" cy="3166745"/>
            </a:xfrm>
            <a:custGeom>
              <a:avLst/>
              <a:gdLst/>
              <a:ahLst/>
              <a:cxnLst/>
              <a:rect l="l" t="t" r="r" b="b"/>
              <a:pathLst>
                <a:path w="0" h="3166745">
                  <a:moveTo>
                    <a:pt x="0" y="0"/>
                  </a:moveTo>
                  <a:lnTo>
                    <a:pt x="0" y="3166498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15020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440673" y="463930"/>
              <a:ext cx="8890" cy="3236595"/>
            </a:xfrm>
            <a:custGeom>
              <a:avLst/>
              <a:gdLst/>
              <a:ahLst/>
              <a:cxnLst/>
              <a:rect l="l" t="t" r="r" b="b"/>
              <a:pathLst>
                <a:path w="8889" h="3236595">
                  <a:moveTo>
                    <a:pt x="8699" y="3201416"/>
                  </a:moveTo>
                  <a:lnTo>
                    <a:pt x="0" y="3201416"/>
                  </a:lnTo>
                  <a:lnTo>
                    <a:pt x="0" y="3236328"/>
                  </a:lnTo>
                  <a:lnTo>
                    <a:pt x="8699" y="3236328"/>
                  </a:lnTo>
                  <a:lnTo>
                    <a:pt x="8699" y="3201416"/>
                  </a:lnTo>
                  <a:close/>
                </a:path>
                <a:path w="8889" h="3236595">
                  <a:moveTo>
                    <a:pt x="8699" y="3131591"/>
                  </a:moveTo>
                  <a:lnTo>
                    <a:pt x="0" y="3131591"/>
                  </a:lnTo>
                  <a:lnTo>
                    <a:pt x="0" y="3166503"/>
                  </a:lnTo>
                  <a:lnTo>
                    <a:pt x="8699" y="3166503"/>
                  </a:lnTo>
                  <a:lnTo>
                    <a:pt x="8699" y="3131591"/>
                  </a:lnTo>
                  <a:close/>
                </a:path>
                <a:path w="8889" h="3236595">
                  <a:moveTo>
                    <a:pt x="8699" y="3061766"/>
                  </a:moveTo>
                  <a:lnTo>
                    <a:pt x="0" y="3061766"/>
                  </a:lnTo>
                  <a:lnTo>
                    <a:pt x="0" y="3096679"/>
                  </a:lnTo>
                  <a:lnTo>
                    <a:pt x="8699" y="3096679"/>
                  </a:lnTo>
                  <a:lnTo>
                    <a:pt x="8699" y="3061766"/>
                  </a:lnTo>
                  <a:close/>
                </a:path>
                <a:path w="8889" h="3236595">
                  <a:moveTo>
                    <a:pt x="8699" y="2991942"/>
                  </a:moveTo>
                  <a:lnTo>
                    <a:pt x="0" y="2991942"/>
                  </a:lnTo>
                  <a:lnTo>
                    <a:pt x="0" y="3026854"/>
                  </a:lnTo>
                  <a:lnTo>
                    <a:pt x="8699" y="3026854"/>
                  </a:lnTo>
                  <a:lnTo>
                    <a:pt x="8699" y="2991942"/>
                  </a:lnTo>
                  <a:close/>
                </a:path>
                <a:path w="8889" h="3236595">
                  <a:moveTo>
                    <a:pt x="8699" y="2922117"/>
                  </a:moveTo>
                  <a:lnTo>
                    <a:pt x="0" y="2922117"/>
                  </a:lnTo>
                  <a:lnTo>
                    <a:pt x="0" y="2957030"/>
                  </a:lnTo>
                  <a:lnTo>
                    <a:pt x="8699" y="2957030"/>
                  </a:lnTo>
                  <a:lnTo>
                    <a:pt x="8699" y="2922117"/>
                  </a:lnTo>
                  <a:close/>
                </a:path>
                <a:path w="8889" h="3236595">
                  <a:moveTo>
                    <a:pt x="8699" y="2852293"/>
                  </a:moveTo>
                  <a:lnTo>
                    <a:pt x="0" y="2852293"/>
                  </a:lnTo>
                  <a:lnTo>
                    <a:pt x="0" y="2887205"/>
                  </a:lnTo>
                  <a:lnTo>
                    <a:pt x="8699" y="2887205"/>
                  </a:lnTo>
                  <a:lnTo>
                    <a:pt x="8699" y="2852293"/>
                  </a:lnTo>
                  <a:close/>
                </a:path>
                <a:path w="8889" h="3236595">
                  <a:moveTo>
                    <a:pt x="8699" y="2782481"/>
                  </a:moveTo>
                  <a:lnTo>
                    <a:pt x="0" y="2782481"/>
                  </a:lnTo>
                  <a:lnTo>
                    <a:pt x="0" y="2817393"/>
                  </a:lnTo>
                  <a:lnTo>
                    <a:pt x="8699" y="2817393"/>
                  </a:lnTo>
                  <a:lnTo>
                    <a:pt x="8699" y="2782481"/>
                  </a:lnTo>
                  <a:close/>
                </a:path>
                <a:path w="8889" h="3236595">
                  <a:moveTo>
                    <a:pt x="8699" y="2712656"/>
                  </a:moveTo>
                  <a:lnTo>
                    <a:pt x="0" y="2712656"/>
                  </a:lnTo>
                  <a:lnTo>
                    <a:pt x="0" y="2747568"/>
                  </a:lnTo>
                  <a:lnTo>
                    <a:pt x="8699" y="2747568"/>
                  </a:lnTo>
                  <a:lnTo>
                    <a:pt x="8699" y="2712656"/>
                  </a:lnTo>
                  <a:close/>
                </a:path>
                <a:path w="8889" h="3236595">
                  <a:moveTo>
                    <a:pt x="8699" y="2642832"/>
                  </a:moveTo>
                  <a:lnTo>
                    <a:pt x="0" y="2642832"/>
                  </a:lnTo>
                  <a:lnTo>
                    <a:pt x="0" y="2677744"/>
                  </a:lnTo>
                  <a:lnTo>
                    <a:pt x="8699" y="2677744"/>
                  </a:lnTo>
                  <a:lnTo>
                    <a:pt x="8699" y="2642832"/>
                  </a:lnTo>
                  <a:close/>
                </a:path>
                <a:path w="8889" h="3236595">
                  <a:moveTo>
                    <a:pt x="8699" y="2573007"/>
                  </a:moveTo>
                  <a:lnTo>
                    <a:pt x="0" y="2573007"/>
                  </a:lnTo>
                  <a:lnTo>
                    <a:pt x="0" y="2607919"/>
                  </a:lnTo>
                  <a:lnTo>
                    <a:pt x="8699" y="2607919"/>
                  </a:lnTo>
                  <a:lnTo>
                    <a:pt x="8699" y="2573007"/>
                  </a:lnTo>
                  <a:close/>
                </a:path>
                <a:path w="8889" h="3236595">
                  <a:moveTo>
                    <a:pt x="8699" y="2503182"/>
                  </a:moveTo>
                  <a:lnTo>
                    <a:pt x="0" y="2503182"/>
                  </a:lnTo>
                  <a:lnTo>
                    <a:pt x="0" y="2538095"/>
                  </a:lnTo>
                  <a:lnTo>
                    <a:pt x="8699" y="2538095"/>
                  </a:lnTo>
                  <a:lnTo>
                    <a:pt x="8699" y="2503182"/>
                  </a:lnTo>
                  <a:close/>
                </a:path>
                <a:path w="8889" h="3236595">
                  <a:moveTo>
                    <a:pt x="8699" y="2433358"/>
                  </a:moveTo>
                  <a:lnTo>
                    <a:pt x="0" y="2433358"/>
                  </a:lnTo>
                  <a:lnTo>
                    <a:pt x="0" y="2468270"/>
                  </a:lnTo>
                  <a:lnTo>
                    <a:pt x="8699" y="2468270"/>
                  </a:lnTo>
                  <a:lnTo>
                    <a:pt x="8699" y="2433358"/>
                  </a:lnTo>
                  <a:close/>
                </a:path>
                <a:path w="8889" h="3236595">
                  <a:moveTo>
                    <a:pt x="8699" y="2363533"/>
                  </a:moveTo>
                  <a:lnTo>
                    <a:pt x="0" y="2363533"/>
                  </a:lnTo>
                  <a:lnTo>
                    <a:pt x="0" y="2398445"/>
                  </a:lnTo>
                  <a:lnTo>
                    <a:pt x="8699" y="2398445"/>
                  </a:lnTo>
                  <a:lnTo>
                    <a:pt x="8699" y="2363533"/>
                  </a:lnTo>
                  <a:close/>
                </a:path>
                <a:path w="8889" h="3236595">
                  <a:moveTo>
                    <a:pt x="8699" y="2293709"/>
                  </a:moveTo>
                  <a:lnTo>
                    <a:pt x="0" y="2293709"/>
                  </a:lnTo>
                  <a:lnTo>
                    <a:pt x="0" y="2328621"/>
                  </a:lnTo>
                  <a:lnTo>
                    <a:pt x="8699" y="2328621"/>
                  </a:lnTo>
                  <a:lnTo>
                    <a:pt x="8699" y="2293709"/>
                  </a:lnTo>
                  <a:close/>
                </a:path>
                <a:path w="8889" h="3236595">
                  <a:moveTo>
                    <a:pt x="8699" y="2223884"/>
                  </a:moveTo>
                  <a:lnTo>
                    <a:pt x="0" y="2223884"/>
                  </a:lnTo>
                  <a:lnTo>
                    <a:pt x="0" y="2258796"/>
                  </a:lnTo>
                  <a:lnTo>
                    <a:pt x="8699" y="2258796"/>
                  </a:lnTo>
                  <a:lnTo>
                    <a:pt x="8699" y="2223884"/>
                  </a:lnTo>
                  <a:close/>
                </a:path>
                <a:path w="8889" h="3236595">
                  <a:moveTo>
                    <a:pt x="8699" y="2154059"/>
                  </a:moveTo>
                  <a:lnTo>
                    <a:pt x="0" y="2154059"/>
                  </a:lnTo>
                  <a:lnTo>
                    <a:pt x="0" y="2188972"/>
                  </a:lnTo>
                  <a:lnTo>
                    <a:pt x="8699" y="2188972"/>
                  </a:lnTo>
                  <a:lnTo>
                    <a:pt x="8699" y="2154059"/>
                  </a:lnTo>
                  <a:close/>
                </a:path>
                <a:path w="8889" h="3236595">
                  <a:moveTo>
                    <a:pt x="8699" y="2084247"/>
                  </a:moveTo>
                  <a:lnTo>
                    <a:pt x="0" y="2084247"/>
                  </a:lnTo>
                  <a:lnTo>
                    <a:pt x="0" y="2119160"/>
                  </a:lnTo>
                  <a:lnTo>
                    <a:pt x="8699" y="2119160"/>
                  </a:lnTo>
                  <a:lnTo>
                    <a:pt x="8699" y="2084247"/>
                  </a:lnTo>
                  <a:close/>
                </a:path>
                <a:path w="8889" h="3236595">
                  <a:moveTo>
                    <a:pt x="8699" y="2014423"/>
                  </a:moveTo>
                  <a:lnTo>
                    <a:pt x="0" y="2014423"/>
                  </a:lnTo>
                  <a:lnTo>
                    <a:pt x="0" y="2049335"/>
                  </a:lnTo>
                  <a:lnTo>
                    <a:pt x="8699" y="2049335"/>
                  </a:lnTo>
                  <a:lnTo>
                    <a:pt x="8699" y="2014423"/>
                  </a:lnTo>
                  <a:close/>
                </a:path>
                <a:path w="8889" h="3236595">
                  <a:moveTo>
                    <a:pt x="8699" y="1944598"/>
                  </a:moveTo>
                  <a:lnTo>
                    <a:pt x="0" y="1944598"/>
                  </a:lnTo>
                  <a:lnTo>
                    <a:pt x="0" y="1979510"/>
                  </a:lnTo>
                  <a:lnTo>
                    <a:pt x="8699" y="1979510"/>
                  </a:lnTo>
                  <a:lnTo>
                    <a:pt x="8699" y="1944598"/>
                  </a:lnTo>
                  <a:close/>
                </a:path>
                <a:path w="8889" h="3236595">
                  <a:moveTo>
                    <a:pt x="8699" y="1176540"/>
                  </a:moveTo>
                  <a:lnTo>
                    <a:pt x="0" y="1176540"/>
                  </a:lnTo>
                  <a:lnTo>
                    <a:pt x="0" y="1211453"/>
                  </a:lnTo>
                  <a:lnTo>
                    <a:pt x="8699" y="1211453"/>
                  </a:lnTo>
                  <a:lnTo>
                    <a:pt x="8699" y="1176540"/>
                  </a:lnTo>
                  <a:close/>
                </a:path>
                <a:path w="8889" h="3236595">
                  <a:moveTo>
                    <a:pt x="8699" y="1106716"/>
                  </a:moveTo>
                  <a:lnTo>
                    <a:pt x="0" y="1106716"/>
                  </a:lnTo>
                  <a:lnTo>
                    <a:pt x="0" y="1141628"/>
                  </a:lnTo>
                  <a:lnTo>
                    <a:pt x="8699" y="1141628"/>
                  </a:lnTo>
                  <a:lnTo>
                    <a:pt x="8699" y="1106716"/>
                  </a:lnTo>
                  <a:close/>
                </a:path>
                <a:path w="8889" h="3236595">
                  <a:moveTo>
                    <a:pt x="8699" y="1036891"/>
                  </a:moveTo>
                  <a:lnTo>
                    <a:pt x="0" y="1036891"/>
                  </a:lnTo>
                  <a:lnTo>
                    <a:pt x="0" y="1071803"/>
                  </a:lnTo>
                  <a:lnTo>
                    <a:pt x="8699" y="1071803"/>
                  </a:lnTo>
                  <a:lnTo>
                    <a:pt x="8699" y="1036891"/>
                  </a:lnTo>
                  <a:close/>
                </a:path>
                <a:path w="8889" h="3236595">
                  <a:moveTo>
                    <a:pt x="8699" y="967066"/>
                  </a:moveTo>
                  <a:lnTo>
                    <a:pt x="0" y="967066"/>
                  </a:lnTo>
                  <a:lnTo>
                    <a:pt x="0" y="1001979"/>
                  </a:lnTo>
                  <a:lnTo>
                    <a:pt x="8699" y="1001979"/>
                  </a:lnTo>
                  <a:lnTo>
                    <a:pt x="8699" y="967066"/>
                  </a:lnTo>
                  <a:close/>
                </a:path>
                <a:path w="8889" h="3236595">
                  <a:moveTo>
                    <a:pt x="8699" y="897242"/>
                  </a:moveTo>
                  <a:lnTo>
                    <a:pt x="0" y="897242"/>
                  </a:lnTo>
                  <a:lnTo>
                    <a:pt x="0" y="932154"/>
                  </a:lnTo>
                  <a:lnTo>
                    <a:pt x="8699" y="932154"/>
                  </a:lnTo>
                  <a:lnTo>
                    <a:pt x="8699" y="897242"/>
                  </a:lnTo>
                  <a:close/>
                </a:path>
                <a:path w="8889" h="3236595">
                  <a:moveTo>
                    <a:pt x="8699" y="827417"/>
                  </a:moveTo>
                  <a:lnTo>
                    <a:pt x="0" y="827417"/>
                  </a:lnTo>
                  <a:lnTo>
                    <a:pt x="0" y="862330"/>
                  </a:lnTo>
                  <a:lnTo>
                    <a:pt x="8699" y="862330"/>
                  </a:lnTo>
                  <a:lnTo>
                    <a:pt x="8699" y="827417"/>
                  </a:lnTo>
                  <a:close/>
                </a:path>
                <a:path w="8889" h="3236595">
                  <a:moveTo>
                    <a:pt x="8699" y="757593"/>
                  </a:moveTo>
                  <a:lnTo>
                    <a:pt x="0" y="757593"/>
                  </a:lnTo>
                  <a:lnTo>
                    <a:pt x="0" y="792505"/>
                  </a:lnTo>
                  <a:lnTo>
                    <a:pt x="8699" y="792505"/>
                  </a:lnTo>
                  <a:lnTo>
                    <a:pt x="8699" y="757593"/>
                  </a:lnTo>
                  <a:close/>
                </a:path>
                <a:path w="8889" h="3236595">
                  <a:moveTo>
                    <a:pt x="8699" y="687781"/>
                  </a:moveTo>
                  <a:lnTo>
                    <a:pt x="0" y="687781"/>
                  </a:lnTo>
                  <a:lnTo>
                    <a:pt x="0" y="722693"/>
                  </a:lnTo>
                  <a:lnTo>
                    <a:pt x="8699" y="722693"/>
                  </a:lnTo>
                  <a:lnTo>
                    <a:pt x="8699" y="687781"/>
                  </a:lnTo>
                  <a:close/>
                </a:path>
                <a:path w="8889" h="3236595">
                  <a:moveTo>
                    <a:pt x="8699" y="617956"/>
                  </a:moveTo>
                  <a:lnTo>
                    <a:pt x="0" y="617956"/>
                  </a:lnTo>
                  <a:lnTo>
                    <a:pt x="0" y="652868"/>
                  </a:lnTo>
                  <a:lnTo>
                    <a:pt x="8699" y="652868"/>
                  </a:lnTo>
                  <a:lnTo>
                    <a:pt x="8699" y="617956"/>
                  </a:lnTo>
                  <a:close/>
                </a:path>
                <a:path w="8889" h="3236595">
                  <a:moveTo>
                    <a:pt x="8699" y="548132"/>
                  </a:moveTo>
                  <a:lnTo>
                    <a:pt x="0" y="548132"/>
                  </a:lnTo>
                  <a:lnTo>
                    <a:pt x="0" y="583044"/>
                  </a:lnTo>
                  <a:lnTo>
                    <a:pt x="8699" y="583044"/>
                  </a:lnTo>
                  <a:lnTo>
                    <a:pt x="8699" y="548132"/>
                  </a:lnTo>
                  <a:close/>
                </a:path>
                <a:path w="8889" h="3236595">
                  <a:moveTo>
                    <a:pt x="8699" y="478307"/>
                  </a:moveTo>
                  <a:lnTo>
                    <a:pt x="0" y="478307"/>
                  </a:lnTo>
                  <a:lnTo>
                    <a:pt x="0" y="513219"/>
                  </a:lnTo>
                  <a:lnTo>
                    <a:pt x="8699" y="513219"/>
                  </a:lnTo>
                  <a:lnTo>
                    <a:pt x="8699" y="478307"/>
                  </a:lnTo>
                  <a:close/>
                </a:path>
                <a:path w="8889" h="3236595">
                  <a:moveTo>
                    <a:pt x="8699" y="408482"/>
                  </a:moveTo>
                  <a:lnTo>
                    <a:pt x="0" y="408482"/>
                  </a:lnTo>
                  <a:lnTo>
                    <a:pt x="0" y="443395"/>
                  </a:lnTo>
                  <a:lnTo>
                    <a:pt x="8699" y="443395"/>
                  </a:lnTo>
                  <a:lnTo>
                    <a:pt x="8699" y="408482"/>
                  </a:lnTo>
                  <a:close/>
                </a:path>
                <a:path w="8889" h="3236595">
                  <a:moveTo>
                    <a:pt x="8699" y="338658"/>
                  </a:moveTo>
                  <a:lnTo>
                    <a:pt x="0" y="338658"/>
                  </a:lnTo>
                  <a:lnTo>
                    <a:pt x="0" y="373570"/>
                  </a:lnTo>
                  <a:lnTo>
                    <a:pt x="8699" y="373570"/>
                  </a:lnTo>
                  <a:lnTo>
                    <a:pt x="8699" y="338658"/>
                  </a:lnTo>
                  <a:close/>
                </a:path>
                <a:path w="8889" h="3236595">
                  <a:moveTo>
                    <a:pt x="8699" y="268833"/>
                  </a:moveTo>
                  <a:lnTo>
                    <a:pt x="0" y="268833"/>
                  </a:lnTo>
                  <a:lnTo>
                    <a:pt x="0" y="303745"/>
                  </a:lnTo>
                  <a:lnTo>
                    <a:pt x="8699" y="303745"/>
                  </a:lnTo>
                  <a:lnTo>
                    <a:pt x="8699" y="268833"/>
                  </a:lnTo>
                  <a:close/>
                </a:path>
                <a:path w="8889" h="3236595">
                  <a:moveTo>
                    <a:pt x="8699" y="199009"/>
                  </a:moveTo>
                  <a:lnTo>
                    <a:pt x="0" y="199009"/>
                  </a:lnTo>
                  <a:lnTo>
                    <a:pt x="0" y="233921"/>
                  </a:lnTo>
                  <a:lnTo>
                    <a:pt x="8699" y="233921"/>
                  </a:lnTo>
                  <a:lnTo>
                    <a:pt x="8699" y="199009"/>
                  </a:lnTo>
                  <a:close/>
                </a:path>
                <a:path w="8889" h="3236595">
                  <a:moveTo>
                    <a:pt x="8699" y="129184"/>
                  </a:moveTo>
                  <a:lnTo>
                    <a:pt x="0" y="129184"/>
                  </a:lnTo>
                  <a:lnTo>
                    <a:pt x="0" y="164096"/>
                  </a:lnTo>
                  <a:lnTo>
                    <a:pt x="8699" y="164096"/>
                  </a:lnTo>
                  <a:lnTo>
                    <a:pt x="8699" y="129184"/>
                  </a:lnTo>
                  <a:close/>
                </a:path>
                <a:path w="8889" h="3236595">
                  <a:moveTo>
                    <a:pt x="8699" y="59359"/>
                  </a:moveTo>
                  <a:lnTo>
                    <a:pt x="0" y="59359"/>
                  </a:lnTo>
                  <a:lnTo>
                    <a:pt x="0" y="94272"/>
                  </a:lnTo>
                  <a:lnTo>
                    <a:pt x="8699" y="94272"/>
                  </a:lnTo>
                  <a:lnTo>
                    <a:pt x="8699" y="59359"/>
                  </a:lnTo>
                  <a:close/>
                </a:path>
                <a:path w="8889" h="3236595">
                  <a:moveTo>
                    <a:pt x="8699" y="0"/>
                  </a:moveTo>
                  <a:lnTo>
                    <a:pt x="0" y="0"/>
                  </a:lnTo>
                  <a:lnTo>
                    <a:pt x="0" y="24460"/>
                  </a:lnTo>
                  <a:lnTo>
                    <a:pt x="8699" y="24460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175044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905056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4794" y="1527563"/>
              <a:ext cx="1101328" cy="132681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885190" y="138682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33" y="31969"/>
                  </a:move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73"/>
                  </a:lnTo>
                  <a:lnTo>
                    <a:pt x="15933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885190" y="1386828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67" y="15984"/>
                  </a:moveTo>
                  <a:lnTo>
                    <a:pt x="26887" y="27973"/>
                  </a:lnTo>
                  <a:lnTo>
                    <a:pt x="15933" y="31969"/>
                  </a:ln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951474" y="134794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951474" y="134794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58486" y="141236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33" y="31993"/>
                  </a:moveTo>
                  <a:lnTo>
                    <a:pt x="4979" y="27997"/>
                  </a:lnTo>
                  <a:lnTo>
                    <a:pt x="0" y="16008"/>
                  </a:lnTo>
                  <a:lnTo>
                    <a:pt x="4979" y="4002"/>
                  </a:lnTo>
                  <a:lnTo>
                    <a:pt x="15933" y="0"/>
                  </a:lnTo>
                  <a:lnTo>
                    <a:pt x="26887" y="4002"/>
                  </a:lnTo>
                  <a:lnTo>
                    <a:pt x="31867" y="16008"/>
                  </a:lnTo>
                  <a:lnTo>
                    <a:pt x="26887" y="27997"/>
                  </a:lnTo>
                  <a:lnTo>
                    <a:pt x="15933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58486" y="141236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67" y="16008"/>
                  </a:moveTo>
                  <a:lnTo>
                    <a:pt x="26887" y="27997"/>
                  </a:lnTo>
                  <a:lnTo>
                    <a:pt x="15933" y="31993"/>
                  </a:lnTo>
                  <a:lnTo>
                    <a:pt x="4979" y="27997"/>
                  </a:lnTo>
                  <a:lnTo>
                    <a:pt x="0" y="16008"/>
                  </a:lnTo>
                  <a:lnTo>
                    <a:pt x="4979" y="4002"/>
                  </a:lnTo>
                  <a:lnTo>
                    <a:pt x="15933" y="0"/>
                  </a:lnTo>
                  <a:lnTo>
                    <a:pt x="26887" y="4002"/>
                  </a:lnTo>
                  <a:lnTo>
                    <a:pt x="31867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687764" y="270803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687764" y="270803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860238" y="128483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860238" y="128483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38992" y="463898"/>
              <a:ext cx="3212465" cy="3236595"/>
            </a:xfrm>
            <a:custGeom>
              <a:avLst/>
              <a:gdLst/>
              <a:ahLst/>
              <a:cxnLst/>
              <a:rect l="l" t="t" r="r" b="b"/>
              <a:pathLst>
                <a:path w="3212465" h="3236595">
                  <a:moveTo>
                    <a:pt x="0" y="3236353"/>
                  </a:moveTo>
                  <a:lnTo>
                    <a:pt x="3212047" y="3236353"/>
                  </a:lnTo>
                  <a:lnTo>
                    <a:pt x="3212047" y="0"/>
                  </a:lnTo>
                  <a:lnTo>
                    <a:pt x="0" y="0"/>
                  </a:lnTo>
                  <a:lnTo>
                    <a:pt x="0" y="3236353"/>
                  </a:lnTo>
                  <a:close/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20572" y="2056777"/>
              <a:ext cx="74930" cy="1522095"/>
            </a:xfrm>
            <a:custGeom>
              <a:avLst/>
              <a:gdLst/>
              <a:ahLst/>
              <a:cxnLst/>
              <a:rect l="l" t="t" r="r" b="b"/>
              <a:pathLst>
                <a:path w="74929" h="1522095">
                  <a:moveTo>
                    <a:pt x="34632" y="780237"/>
                  </a:moveTo>
                  <a:lnTo>
                    <a:pt x="8890" y="780237"/>
                  </a:lnTo>
                  <a:lnTo>
                    <a:pt x="10388" y="777519"/>
                  </a:lnTo>
                  <a:lnTo>
                    <a:pt x="13893" y="773455"/>
                  </a:lnTo>
                  <a:lnTo>
                    <a:pt x="19177" y="768858"/>
                  </a:lnTo>
                  <a:lnTo>
                    <a:pt x="28295" y="760742"/>
                  </a:lnTo>
                  <a:lnTo>
                    <a:pt x="33870" y="748284"/>
                  </a:lnTo>
                  <a:lnTo>
                    <a:pt x="33705" y="746391"/>
                  </a:lnTo>
                  <a:lnTo>
                    <a:pt x="19113" y="735368"/>
                  </a:lnTo>
                  <a:lnTo>
                    <a:pt x="16217" y="735431"/>
                  </a:lnTo>
                  <a:lnTo>
                    <a:pt x="2222" y="748309"/>
                  </a:lnTo>
                  <a:lnTo>
                    <a:pt x="8661" y="748919"/>
                  </a:lnTo>
                  <a:lnTo>
                    <a:pt x="8953" y="747356"/>
                  </a:lnTo>
                  <a:lnTo>
                    <a:pt x="9550" y="745629"/>
                  </a:lnTo>
                  <a:lnTo>
                    <a:pt x="19939" y="740638"/>
                  </a:lnTo>
                  <a:lnTo>
                    <a:pt x="21031" y="740829"/>
                  </a:lnTo>
                  <a:lnTo>
                    <a:pt x="27406" y="748728"/>
                  </a:lnTo>
                  <a:lnTo>
                    <a:pt x="27178" y="751446"/>
                  </a:lnTo>
                  <a:lnTo>
                    <a:pt x="26504" y="753554"/>
                  </a:lnTo>
                  <a:lnTo>
                    <a:pt x="24752" y="756424"/>
                  </a:lnTo>
                  <a:lnTo>
                    <a:pt x="21920" y="759561"/>
                  </a:lnTo>
                  <a:lnTo>
                    <a:pt x="11150" y="768731"/>
                  </a:lnTo>
                  <a:lnTo>
                    <a:pt x="7327" y="772655"/>
                  </a:lnTo>
                  <a:lnTo>
                    <a:pt x="4356" y="776554"/>
                  </a:lnTo>
                  <a:lnTo>
                    <a:pt x="3086" y="778764"/>
                  </a:lnTo>
                  <a:lnTo>
                    <a:pt x="1943" y="781164"/>
                  </a:lnTo>
                  <a:lnTo>
                    <a:pt x="1943" y="785596"/>
                  </a:lnTo>
                  <a:lnTo>
                    <a:pt x="34632" y="785596"/>
                  </a:lnTo>
                  <a:lnTo>
                    <a:pt x="34632" y="780237"/>
                  </a:lnTo>
                  <a:close/>
                </a:path>
                <a:path w="74929" h="1522095">
                  <a:moveTo>
                    <a:pt x="36169" y="33769"/>
                  </a:moveTo>
                  <a:lnTo>
                    <a:pt x="29222" y="33769"/>
                  </a:lnTo>
                  <a:lnTo>
                    <a:pt x="29222" y="7696"/>
                  </a:lnTo>
                  <a:lnTo>
                    <a:pt x="29222" y="571"/>
                  </a:lnTo>
                  <a:lnTo>
                    <a:pt x="23253" y="571"/>
                  </a:lnTo>
                  <a:lnTo>
                    <a:pt x="23253" y="7696"/>
                  </a:lnTo>
                  <a:lnTo>
                    <a:pt x="23253" y="33769"/>
                  </a:lnTo>
                  <a:lnTo>
                    <a:pt x="5892" y="33769"/>
                  </a:lnTo>
                  <a:lnTo>
                    <a:pt x="5981" y="33642"/>
                  </a:lnTo>
                  <a:lnTo>
                    <a:pt x="6108" y="33515"/>
                  </a:lnTo>
                  <a:lnTo>
                    <a:pt x="7010" y="32359"/>
                  </a:lnTo>
                  <a:lnTo>
                    <a:pt x="8191" y="30708"/>
                  </a:lnTo>
                  <a:lnTo>
                    <a:pt x="8255" y="30581"/>
                  </a:lnTo>
                  <a:lnTo>
                    <a:pt x="21285" y="11303"/>
                  </a:lnTo>
                  <a:lnTo>
                    <a:pt x="21755" y="10414"/>
                  </a:lnTo>
                  <a:lnTo>
                    <a:pt x="21856" y="10287"/>
                  </a:lnTo>
                  <a:lnTo>
                    <a:pt x="22047" y="9906"/>
                  </a:lnTo>
                  <a:lnTo>
                    <a:pt x="22148" y="9779"/>
                  </a:lnTo>
                  <a:lnTo>
                    <a:pt x="22682" y="8813"/>
                  </a:lnTo>
                  <a:lnTo>
                    <a:pt x="22720" y="8686"/>
                  </a:lnTo>
                  <a:lnTo>
                    <a:pt x="23101" y="8013"/>
                  </a:lnTo>
                  <a:lnTo>
                    <a:pt x="23253" y="7696"/>
                  </a:lnTo>
                  <a:lnTo>
                    <a:pt x="23253" y="571"/>
                  </a:lnTo>
                  <a:lnTo>
                    <a:pt x="22593" y="571"/>
                  </a:lnTo>
                  <a:lnTo>
                    <a:pt x="127" y="33769"/>
                  </a:lnTo>
                  <a:lnTo>
                    <a:pt x="0" y="33769"/>
                  </a:lnTo>
                  <a:lnTo>
                    <a:pt x="0" y="38887"/>
                  </a:lnTo>
                  <a:lnTo>
                    <a:pt x="23253" y="38887"/>
                  </a:lnTo>
                  <a:lnTo>
                    <a:pt x="23253" y="50063"/>
                  </a:lnTo>
                  <a:lnTo>
                    <a:pt x="29222" y="50063"/>
                  </a:lnTo>
                  <a:lnTo>
                    <a:pt x="29222" y="38887"/>
                  </a:lnTo>
                  <a:lnTo>
                    <a:pt x="36169" y="38887"/>
                  </a:lnTo>
                  <a:lnTo>
                    <a:pt x="36169" y="33769"/>
                  </a:lnTo>
                  <a:close/>
                </a:path>
                <a:path w="74929" h="1522095">
                  <a:moveTo>
                    <a:pt x="74891" y="1488186"/>
                  </a:moveTo>
                  <a:lnTo>
                    <a:pt x="68643" y="1474304"/>
                  </a:lnTo>
                  <a:lnTo>
                    <a:pt x="68643" y="1489087"/>
                  </a:lnTo>
                  <a:lnTo>
                    <a:pt x="68605" y="1503464"/>
                  </a:lnTo>
                  <a:lnTo>
                    <a:pt x="68503" y="1504137"/>
                  </a:lnTo>
                  <a:lnTo>
                    <a:pt x="68478" y="1504327"/>
                  </a:lnTo>
                  <a:lnTo>
                    <a:pt x="68351" y="1505153"/>
                  </a:lnTo>
                  <a:lnTo>
                    <a:pt x="60579" y="1516430"/>
                  </a:lnTo>
                  <a:lnTo>
                    <a:pt x="55791" y="1516430"/>
                  </a:lnTo>
                  <a:lnTo>
                    <a:pt x="47891" y="1504327"/>
                  </a:lnTo>
                  <a:lnTo>
                    <a:pt x="47891" y="1488186"/>
                  </a:lnTo>
                  <a:lnTo>
                    <a:pt x="48158" y="1486560"/>
                  </a:lnTo>
                  <a:lnTo>
                    <a:pt x="48260" y="1486052"/>
                  </a:lnTo>
                  <a:lnTo>
                    <a:pt x="48323" y="1485785"/>
                  </a:lnTo>
                  <a:lnTo>
                    <a:pt x="48628" y="1484388"/>
                  </a:lnTo>
                  <a:lnTo>
                    <a:pt x="48742" y="1484007"/>
                  </a:lnTo>
                  <a:lnTo>
                    <a:pt x="49034" y="1483017"/>
                  </a:lnTo>
                  <a:lnTo>
                    <a:pt x="49453" y="1481861"/>
                  </a:lnTo>
                  <a:lnTo>
                    <a:pt x="55384" y="1476362"/>
                  </a:lnTo>
                  <a:lnTo>
                    <a:pt x="61175" y="1476362"/>
                  </a:lnTo>
                  <a:lnTo>
                    <a:pt x="68249" y="1486560"/>
                  </a:lnTo>
                  <a:lnTo>
                    <a:pt x="68414" y="1487360"/>
                  </a:lnTo>
                  <a:lnTo>
                    <a:pt x="68503" y="1488186"/>
                  </a:lnTo>
                  <a:lnTo>
                    <a:pt x="68643" y="1489087"/>
                  </a:lnTo>
                  <a:lnTo>
                    <a:pt x="68643" y="1474304"/>
                  </a:lnTo>
                  <a:lnTo>
                    <a:pt x="61112" y="1471066"/>
                  </a:lnTo>
                  <a:lnTo>
                    <a:pt x="55473" y="1471066"/>
                  </a:lnTo>
                  <a:lnTo>
                    <a:pt x="42265" y="1484388"/>
                  </a:lnTo>
                  <a:lnTo>
                    <a:pt x="41897" y="1486052"/>
                  </a:lnTo>
                  <a:lnTo>
                    <a:pt x="41808" y="1486560"/>
                  </a:lnTo>
                  <a:lnTo>
                    <a:pt x="41541" y="1488186"/>
                  </a:lnTo>
                  <a:lnTo>
                    <a:pt x="41554" y="1504327"/>
                  </a:lnTo>
                  <a:lnTo>
                    <a:pt x="55321" y="1521637"/>
                  </a:lnTo>
                  <a:lnTo>
                    <a:pt x="60921" y="1521637"/>
                  </a:lnTo>
                  <a:lnTo>
                    <a:pt x="70916" y="1515440"/>
                  </a:lnTo>
                  <a:lnTo>
                    <a:pt x="71666" y="1514297"/>
                  </a:lnTo>
                  <a:lnTo>
                    <a:pt x="74853" y="1504327"/>
                  </a:lnTo>
                  <a:lnTo>
                    <a:pt x="74891" y="1488186"/>
                  </a:lnTo>
                  <a:close/>
                </a:path>
                <a:path w="74929" h="1522095">
                  <a:moveTo>
                    <a:pt x="74891" y="752652"/>
                  </a:moveTo>
                  <a:lnTo>
                    <a:pt x="71996" y="743102"/>
                  </a:lnTo>
                  <a:lnTo>
                    <a:pt x="71158" y="741667"/>
                  </a:lnTo>
                  <a:lnTo>
                    <a:pt x="68643" y="738771"/>
                  </a:lnTo>
                  <a:lnTo>
                    <a:pt x="68643" y="753554"/>
                  </a:lnTo>
                  <a:lnTo>
                    <a:pt x="68605" y="767930"/>
                  </a:lnTo>
                  <a:lnTo>
                    <a:pt x="68503" y="768604"/>
                  </a:lnTo>
                  <a:lnTo>
                    <a:pt x="68478" y="768794"/>
                  </a:lnTo>
                  <a:lnTo>
                    <a:pt x="68351" y="769620"/>
                  </a:lnTo>
                  <a:lnTo>
                    <a:pt x="60579" y="780897"/>
                  </a:lnTo>
                  <a:lnTo>
                    <a:pt x="55791" y="780897"/>
                  </a:lnTo>
                  <a:lnTo>
                    <a:pt x="47891" y="768794"/>
                  </a:lnTo>
                  <a:lnTo>
                    <a:pt x="47891" y="752652"/>
                  </a:lnTo>
                  <a:lnTo>
                    <a:pt x="48158" y="751027"/>
                  </a:lnTo>
                  <a:lnTo>
                    <a:pt x="48260" y="750519"/>
                  </a:lnTo>
                  <a:lnTo>
                    <a:pt x="48323" y="750265"/>
                  </a:lnTo>
                  <a:lnTo>
                    <a:pt x="48628" y="748855"/>
                  </a:lnTo>
                  <a:lnTo>
                    <a:pt x="48742" y="748474"/>
                  </a:lnTo>
                  <a:lnTo>
                    <a:pt x="49034" y="747483"/>
                  </a:lnTo>
                  <a:lnTo>
                    <a:pt x="49453" y="746328"/>
                  </a:lnTo>
                  <a:lnTo>
                    <a:pt x="55384" y="740829"/>
                  </a:lnTo>
                  <a:lnTo>
                    <a:pt x="61175" y="740829"/>
                  </a:lnTo>
                  <a:lnTo>
                    <a:pt x="68249" y="751027"/>
                  </a:lnTo>
                  <a:lnTo>
                    <a:pt x="68414" y="751827"/>
                  </a:lnTo>
                  <a:lnTo>
                    <a:pt x="68503" y="752652"/>
                  </a:lnTo>
                  <a:lnTo>
                    <a:pt x="68643" y="753554"/>
                  </a:lnTo>
                  <a:lnTo>
                    <a:pt x="68643" y="738771"/>
                  </a:lnTo>
                  <a:lnTo>
                    <a:pt x="61112" y="735533"/>
                  </a:lnTo>
                  <a:lnTo>
                    <a:pt x="55473" y="735533"/>
                  </a:lnTo>
                  <a:lnTo>
                    <a:pt x="42265" y="748855"/>
                  </a:lnTo>
                  <a:lnTo>
                    <a:pt x="41897" y="750519"/>
                  </a:lnTo>
                  <a:lnTo>
                    <a:pt x="41808" y="751027"/>
                  </a:lnTo>
                  <a:lnTo>
                    <a:pt x="41541" y="752652"/>
                  </a:lnTo>
                  <a:lnTo>
                    <a:pt x="41554" y="768794"/>
                  </a:lnTo>
                  <a:lnTo>
                    <a:pt x="55321" y="786117"/>
                  </a:lnTo>
                  <a:lnTo>
                    <a:pt x="60921" y="786117"/>
                  </a:lnTo>
                  <a:lnTo>
                    <a:pt x="70916" y="779907"/>
                  </a:lnTo>
                  <a:lnTo>
                    <a:pt x="71666" y="778764"/>
                  </a:lnTo>
                  <a:lnTo>
                    <a:pt x="74853" y="768794"/>
                  </a:lnTo>
                  <a:lnTo>
                    <a:pt x="74891" y="752652"/>
                  </a:lnTo>
                  <a:close/>
                </a:path>
                <a:path w="74929" h="1522095">
                  <a:moveTo>
                    <a:pt x="74891" y="17119"/>
                  </a:moveTo>
                  <a:lnTo>
                    <a:pt x="71996" y="7569"/>
                  </a:lnTo>
                  <a:lnTo>
                    <a:pt x="71158" y="6134"/>
                  </a:lnTo>
                  <a:lnTo>
                    <a:pt x="68643" y="3238"/>
                  </a:lnTo>
                  <a:lnTo>
                    <a:pt x="68643" y="18021"/>
                  </a:lnTo>
                  <a:lnTo>
                    <a:pt x="68605" y="32397"/>
                  </a:lnTo>
                  <a:lnTo>
                    <a:pt x="68503" y="33070"/>
                  </a:lnTo>
                  <a:lnTo>
                    <a:pt x="68478" y="33261"/>
                  </a:lnTo>
                  <a:lnTo>
                    <a:pt x="68351" y="34086"/>
                  </a:lnTo>
                  <a:lnTo>
                    <a:pt x="60579" y="45364"/>
                  </a:lnTo>
                  <a:lnTo>
                    <a:pt x="55791" y="45364"/>
                  </a:lnTo>
                  <a:lnTo>
                    <a:pt x="47891" y="33261"/>
                  </a:lnTo>
                  <a:lnTo>
                    <a:pt x="47891" y="17119"/>
                  </a:lnTo>
                  <a:lnTo>
                    <a:pt x="48158" y="15494"/>
                  </a:lnTo>
                  <a:lnTo>
                    <a:pt x="48260" y="14986"/>
                  </a:lnTo>
                  <a:lnTo>
                    <a:pt x="48323" y="14732"/>
                  </a:lnTo>
                  <a:lnTo>
                    <a:pt x="48628" y="13322"/>
                  </a:lnTo>
                  <a:lnTo>
                    <a:pt x="48742" y="12941"/>
                  </a:lnTo>
                  <a:lnTo>
                    <a:pt x="49022" y="11976"/>
                  </a:lnTo>
                  <a:lnTo>
                    <a:pt x="49466" y="10769"/>
                  </a:lnTo>
                  <a:lnTo>
                    <a:pt x="55384" y="5295"/>
                  </a:lnTo>
                  <a:lnTo>
                    <a:pt x="61175" y="5295"/>
                  </a:lnTo>
                  <a:lnTo>
                    <a:pt x="68249" y="15494"/>
                  </a:lnTo>
                  <a:lnTo>
                    <a:pt x="68414" y="16294"/>
                  </a:lnTo>
                  <a:lnTo>
                    <a:pt x="68503" y="17119"/>
                  </a:lnTo>
                  <a:lnTo>
                    <a:pt x="68643" y="18021"/>
                  </a:lnTo>
                  <a:lnTo>
                    <a:pt x="68643" y="3238"/>
                  </a:lnTo>
                  <a:lnTo>
                    <a:pt x="61112" y="0"/>
                  </a:lnTo>
                  <a:lnTo>
                    <a:pt x="55473" y="0"/>
                  </a:lnTo>
                  <a:lnTo>
                    <a:pt x="42265" y="13322"/>
                  </a:lnTo>
                  <a:lnTo>
                    <a:pt x="41897" y="14986"/>
                  </a:lnTo>
                  <a:lnTo>
                    <a:pt x="41808" y="15494"/>
                  </a:lnTo>
                  <a:lnTo>
                    <a:pt x="41541" y="17119"/>
                  </a:lnTo>
                  <a:lnTo>
                    <a:pt x="41554" y="33261"/>
                  </a:lnTo>
                  <a:lnTo>
                    <a:pt x="55321" y="50584"/>
                  </a:lnTo>
                  <a:lnTo>
                    <a:pt x="60921" y="50584"/>
                  </a:lnTo>
                  <a:lnTo>
                    <a:pt x="70916" y="44386"/>
                  </a:lnTo>
                  <a:lnTo>
                    <a:pt x="71666" y="43230"/>
                  </a:lnTo>
                  <a:lnTo>
                    <a:pt x="74853" y="33261"/>
                  </a:lnTo>
                  <a:lnTo>
                    <a:pt x="74891" y="1711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13" y="1321236"/>
              <a:ext cx="72359" cy="5064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327" y="585704"/>
              <a:ext cx="73145" cy="50581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816653" y="611043"/>
              <a:ext cx="3088640" cy="3112135"/>
            </a:xfrm>
            <a:custGeom>
              <a:avLst/>
              <a:gdLst/>
              <a:ahLst/>
              <a:cxnLst/>
              <a:rect l="l" t="t" r="r" b="b"/>
              <a:pathLst>
                <a:path w="3088640" h="3112135">
                  <a:moveTo>
                    <a:pt x="0" y="2942096"/>
                  </a:moveTo>
                  <a:lnTo>
                    <a:pt x="22338" y="2942096"/>
                  </a:lnTo>
                </a:path>
                <a:path w="3088640" h="3112135">
                  <a:moveTo>
                    <a:pt x="0" y="2206564"/>
                  </a:moveTo>
                  <a:lnTo>
                    <a:pt x="22338" y="2206564"/>
                  </a:lnTo>
                </a:path>
                <a:path w="3088640" h="3112135">
                  <a:moveTo>
                    <a:pt x="0" y="1471064"/>
                  </a:moveTo>
                  <a:lnTo>
                    <a:pt x="22338" y="1471064"/>
                  </a:lnTo>
                </a:path>
                <a:path w="3088640" h="3112135">
                  <a:moveTo>
                    <a:pt x="0" y="735532"/>
                  </a:moveTo>
                  <a:lnTo>
                    <a:pt x="22338" y="735532"/>
                  </a:lnTo>
                </a:path>
                <a:path w="3088640" h="3112135">
                  <a:moveTo>
                    <a:pt x="0" y="0"/>
                  </a:moveTo>
                  <a:lnTo>
                    <a:pt x="22338" y="0"/>
                  </a:lnTo>
                </a:path>
                <a:path w="3088640" h="3112135">
                  <a:moveTo>
                    <a:pt x="168354" y="3111640"/>
                  </a:moveTo>
                  <a:lnTo>
                    <a:pt x="168354" y="3089208"/>
                  </a:lnTo>
                </a:path>
                <a:path w="3088640" h="3112135">
                  <a:moveTo>
                    <a:pt x="898366" y="3111640"/>
                  </a:moveTo>
                  <a:lnTo>
                    <a:pt x="898366" y="3089208"/>
                  </a:lnTo>
                </a:path>
                <a:path w="3088640" h="3112135">
                  <a:moveTo>
                    <a:pt x="2358390" y="3111640"/>
                  </a:moveTo>
                  <a:lnTo>
                    <a:pt x="2358390" y="3089208"/>
                  </a:lnTo>
                </a:path>
                <a:path w="3088640" h="3112135">
                  <a:moveTo>
                    <a:pt x="3088402" y="3111640"/>
                  </a:moveTo>
                  <a:lnTo>
                    <a:pt x="3088402" y="3089208"/>
                  </a:lnTo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47940" y="3739883"/>
              <a:ext cx="2243455" cy="51435"/>
            </a:xfrm>
            <a:custGeom>
              <a:avLst/>
              <a:gdLst/>
              <a:ahLst/>
              <a:cxnLst/>
              <a:rect l="l" t="t" r="r" b="b"/>
              <a:pathLst>
                <a:path w="2243455" h="51435">
                  <a:moveTo>
                    <a:pt x="34036" y="34124"/>
                  </a:moveTo>
                  <a:lnTo>
                    <a:pt x="17399" y="18656"/>
                  </a:lnTo>
                  <a:lnTo>
                    <a:pt x="15455" y="18783"/>
                  </a:lnTo>
                  <a:lnTo>
                    <a:pt x="12103" y="19583"/>
                  </a:lnTo>
                  <a:lnTo>
                    <a:pt x="9372" y="20828"/>
                  </a:lnTo>
                  <a:lnTo>
                    <a:pt x="7899" y="21818"/>
                  </a:lnTo>
                  <a:lnTo>
                    <a:pt x="8826" y="6096"/>
                  </a:lnTo>
                  <a:lnTo>
                    <a:pt x="31165" y="6096"/>
                  </a:lnTo>
                  <a:lnTo>
                    <a:pt x="31165" y="736"/>
                  </a:lnTo>
                  <a:lnTo>
                    <a:pt x="3086" y="736"/>
                  </a:lnTo>
                  <a:lnTo>
                    <a:pt x="1435" y="27381"/>
                  </a:lnTo>
                  <a:lnTo>
                    <a:pt x="7620" y="27381"/>
                  </a:lnTo>
                  <a:lnTo>
                    <a:pt x="10096" y="25527"/>
                  </a:lnTo>
                  <a:lnTo>
                    <a:pt x="11404" y="24853"/>
                  </a:lnTo>
                  <a:lnTo>
                    <a:pt x="15265" y="23901"/>
                  </a:lnTo>
                  <a:lnTo>
                    <a:pt x="18707" y="23926"/>
                  </a:lnTo>
                  <a:lnTo>
                    <a:pt x="20866" y="24447"/>
                  </a:lnTo>
                  <a:lnTo>
                    <a:pt x="27470" y="33807"/>
                  </a:lnTo>
                  <a:lnTo>
                    <a:pt x="27368" y="36360"/>
                  </a:lnTo>
                  <a:lnTo>
                    <a:pt x="18072" y="45720"/>
                  </a:lnTo>
                  <a:lnTo>
                    <a:pt x="15201" y="45720"/>
                  </a:lnTo>
                  <a:lnTo>
                    <a:pt x="6375" y="38442"/>
                  </a:lnTo>
                  <a:lnTo>
                    <a:pt x="0" y="39166"/>
                  </a:lnTo>
                  <a:lnTo>
                    <a:pt x="15748" y="50927"/>
                  </a:lnTo>
                  <a:lnTo>
                    <a:pt x="18199" y="50901"/>
                  </a:lnTo>
                  <a:lnTo>
                    <a:pt x="33743" y="37668"/>
                  </a:lnTo>
                  <a:lnTo>
                    <a:pt x="34036" y="34124"/>
                  </a:lnTo>
                  <a:close/>
                </a:path>
                <a:path w="2243455" h="51435">
                  <a:moveTo>
                    <a:pt x="73698" y="17310"/>
                  </a:moveTo>
                  <a:lnTo>
                    <a:pt x="67424" y="3390"/>
                  </a:lnTo>
                  <a:lnTo>
                    <a:pt x="67424" y="18173"/>
                  </a:lnTo>
                  <a:lnTo>
                    <a:pt x="67360" y="32562"/>
                  </a:lnTo>
                  <a:lnTo>
                    <a:pt x="59372" y="45529"/>
                  </a:lnTo>
                  <a:lnTo>
                    <a:pt x="59639" y="45529"/>
                  </a:lnTo>
                  <a:lnTo>
                    <a:pt x="57962" y="45758"/>
                  </a:lnTo>
                  <a:lnTo>
                    <a:pt x="55994" y="45758"/>
                  </a:lnTo>
                  <a:lnTo>
                    <a:pt x="54317" y="45529"/>
                  </a:lnTo>
                  <a:lnTo>
                    <a:pt x="54584" y="45529"/>
                  </a:lnTo>
                  <a:lnTo>
                    <a:pt x="53251" y="45148"/>
                  </a:lnTo>
                  <a:lnTo>
                    <a:pt x="46685" y="33426"/>
                  </a:lnTo>
                  <a:lnTo>
                    <a:pt x="46685" y="17310"/>
                  </a:lnTo>
                  <a:lnTo>
                    <a:pt x="46951" y="15659"/>
                  </a:lnTo>
                  <a:lnTo>
                    <a:pt x="47053" y="15138"/>
                  </a:lnTo>
                  <a:lnTo>
                    <a:pt x="47117" y="14884"/>
                  </a:lnTo>
                  <a:lnTo>
                    <a:pt x="47421" y="13487"/>
                  </a:lnTo>
                  <a:lnTo>
                    <a:pt x="54178" y="5461"/>
                  </a:lnTo>
                  <a:lnTo>
                    <a:pt x="59969" y="5461"/>
                  </a:lnTo>
                  <a:lnTo>
                    <a:pt x="67043" y="15659"/>
                  </a:lnTo>
                  <a:lnTo>
                    <a:pt x="67208" y="16459"/>
                  </a:lnTo>
                  <a:lnTo>
                    <a:pt x="67297" y="17310"/>
                  </a:lnTo>
                  <a:lnTo>
                    <a:pt x="67424" y="18173"/>
                  </a:lnTo>
                  <a:lnTo>
                    <a:pt x="67424" y="3390"/>
                  </a:lnTo>
                  <a:lnTo>
                    <a:pt x="60579" y="279"/>
                  </a:lnTo>
                  <a:lnTo>
                    <a:pt x="53568" y="279"/>
                  </a:lnTo>
                  <a:lnTo>
                    <a:pt x="43383" y="7416"/>
                  </a:lnTo>
                  <a:lnTo>
                    <a:pt x="42621" y="8940"/>
                  </a:lnTo>
                  <a:lnTo>
                    <a:pt x="42037" y="10312"/>
                  </a:lnTo>
                  <a:lnTo>
                    <a:pt x="41719" y="11214"/>
                  </a:lnTo>
                  <a:lnTo>
                    <a:pt x="41135" y="13093"/>
                  </a:lnTo>
                  <a:lnTo>
                    <a:pt x="41059" y="13487"/>
                  </a:lnTo>
                  <a:lnTo>
                    <a:pt x="40690" y="15138"/>
                  </a:lnTo>
                  <a:lnTo>
                    <a:pt x="40601" y="15659"/>
                  </a:lnTo>
                  <a:lnTo>
                    <a:pt x="40322" y="17310"/>
                  </a:lnTo>
                  <a:lnTo>
                    <a:pt x="40335" y="33426"/>
                  </a:lnTo>
                  <a:lnTo>
                    <a:pt x="54114" y="50736"/>
                  </a:lnTo>
                  <a:lnTo>
                    <a:pt x="59715" y="50736"/>
                  </a:lnTo>
                  <a:lnTo>
                    <a:pt x="73647" y="33426"/>
                  </a:lnTo>
                  <a:lnTo>
                    <a:pt x="73698" y="17310"/>
                  </a:lnTo>
                  <a:close/>
                </a:path>
                <a:path w="2243455" h="51435">
                  <a:moveTo>
                    <a:pt x="763435" y="736"/>
                  </a:moveTo>
                  <a:lnTo>
                    <a:pt x="730808" y="736"/>
                  </a:lnTo>
                  <a:lnTo>
                    <a:pt x="730808" y="6096"/>
                  </a:lnTo>
                  <a:lnTo>
                    <a:pt x="757351" y="6096"/>
                  </a:lnTo>
                  <a:lnTo>
                    <a:pt x="752576" y="13423"/>
                  </a:lnTo>
                  <a:lnTo>
                    <a:pt x="739927" y="50253"/>
                  </a:lnTo>
                  <a:lnTo>
                    <a:pt x="746518" y="50253"/>
                  </a:lnTo>
                  <a:lnTo>
                    <a:pt x="746709" y="45300"/>
                  </a:lnTo>
                  <a:lnTo>
                    <a:pt x="747509" y="39458"/>
                  </a:lnTo>
                  <a:lnTo>
                    <a:pt x="763435" y="5842"/>
                  </a:lnTo>
                  <a:lnTo>
                    <a:pt x="763435" y="736"/>
                  </a:lnTo>
                  <a:close/>
                </a:path>
                <a:path w="2243455" h="51435">
                  <a:moveTo>
                    <a:pt x="803973" y="34124"/>
                  </a:moveTo>
                  <a:lnTo>
                    <a:pt x="787336" y="18656"/>
                  </a:lnTo>
                  <a:lnTo>
                    <a:pt x="784212" y="18973"/>
                  </a:lnTo>
                  <a:lnTo>
                    <a:pt x="781062" y="19964"/>
                  </a:lnTo>
                  <a:lnTo>
                    <a:pt x="778891" y="21056"/>
                  </a:lnTo>
                  <a:lnTo>
                    <a:pt x="777811" y="21818"/>
                  </a:lnTo>
                  <a:lnTo>
                    <a:pt x="778764" y="6096"/>
                  </a:lnTo>
                  <a:lnTo>
                    <a:pt x="801103" y="6096"/>
                  </a:lnTo>
                  <a:lnTo>
                    <a:pt x="801103" y="736"/>
                  </a:lnTo>
                  <a:lnTo>
                    <a:pt x="773036" y="736"/>
                  </a:lnTo>
                  <a:lnTo>
                    <a:pt x="771372" y="27381"/>
                  </a:lnTo>
                  <a:lnTo>
                    <a:pt x="777557" y="27381"/>
                  </a:lnTo>
                  <a:lnTo>
                    <a:pt x="780046" y="25527"/>
                  </a:lnTo>
                  <a:lnTo>
                    <a:pt x="783551" y="24155"/>
                  </a:lnTo>
                  <a:lnTo>
                    <a:pt x="786739" y="23799"/>
                  </a:lnTo>
                  <a:lnTo>
                    <a:pt x="789127" y="23990"/>
                  </a:lnTo>
                  <a:lnTo>
                    <a:pt x="791997" y="24917"/>
                  </a:lnTo>
                  <a:lnTo>
                    <a:pt x="797407" y="34798"/>
                  </a:lnTo>
                  <a:lnTo>
                    <a:pt x="796937" y="38303"/>
                  </a:lnTo>
                  <a:lnTo>
                    <a:pt x="788009" y="45720"/>
                  </a:lnTo>
                  <a:lnTo>
                    <a:pt x="785139" y="45720"/>
                  </a:lnTo>
                  <a:lnTo>
                    <a:pt x="776312" y="38442"/>
                  </a:lnTo>
                  <a:lnTo>
                    <a:pt x="769937" y="39166"/>
                  </a:lnTo>
                  <a:lnTo>
                    <a:pt x="786447" y="50965"/>
                  </a:lnTo>
                  <a:lnTo>
                    <a:pt x="788136" y="50901"/>
                  </a:lnTo>
                  <a:lnTo>
                    <a:pt x="803694" y="37668"/>
                  </a:lnTo>
                  <a:lnTo>
                    <a:pt x="803973" y="34124"/>
                  </a:lnTo>
                  <a:close/>
                </a:path>
                <a:path w="2243455" h="51435">
                  <a:moveTo>
                    <a:pt x="2203615" y="44856"/>
                  </a:moveTo>
                  <a:lnTo>
                    <a:pt x="2191601" y="44856"/>
                  </a:lnTo>
                  <a:lnTo>
                    <a:pt x="2191601" y="736"/>
                  </a:lnTo>
                  <a:lnTo>
                    <a:pt x="2185771" y="736"/>
                  </a:lnTo>
                  <a:lnTo>
                    <a:pt x="2174100" y="8788"/>
                  </a:lnTo>
                  <a:lnTo>
                    <a:pt x="2174100" y="14757"/>
                  </a:lnTo>
                  <a:lnTo>
                    <a:pt x="2185251" y="6769"/>
                  </a:lnTo>
                  <a:lnTo>
                    <a:pt x="2185251" y="44856"/>
                  </a:lnTo>
                  <a:lnTo>
                    <a:pt x="2172665" y="44856"/>
                  </a:lnTo>
                  <a:lnTo>
                    <a:pt x="2172665" y="50253"/>
                  </a:lnTo>
                  <a:lnTo>
                    <a:pt x="2203615" y="50253"/>
                  </a:lnTo>
                  <a:lnTo>
                    <a:pt x="2203615" y="44856"/>
                  </a:lnTo>
                  <a:close/>
                </a:path>
                <a:path w="2243455" h="51435">
                  <a:moveTo>
                    <a:pt x="2243442" y="44856"/>
                  </a:moveTo>
                  <a:lnTo>
                    <a:pt x="2217661" y="44856"/>
                  </a:lnTo>
                  <a:lnTo>
                    <a:pt x="2218690" y="42913"/>
                  </a:lnTo>
                  <a:lnTo>
                    <a:pt x="2220633" y="40284"/>
                  </a:lnTo>
                  <a:lnTo>
                    <a:pt x="2224201" y="36677"/>
                  </a:lnTo>
                  <a:lnTo>
                    <a:pt x="2233536" y="28790"/>
                  </a:lnTo>
                  <a:lnTo>
                    <a:pt x="2237778" y="24599"/>
                  </a:lnTo>
                  <a:lnTo>
                    <a:pt x="2240737" y="20485"/>
                  </a:lnTo>
                  <a:lnTo>
                    <a:pt x="2242235" y="16929"/>
                  </a:lnTo>
                  <a:lnTo>
                    <a:pt x="2242515" y="15494"/>
                  </a:lnTo>
                  <a:lnTo>
                    <a:pt x="2242655" y="14058"/>
                  </a:lnTo>
                  <a:lnTo>
                    <a:pt x="2242578" y="11633"/>
                  </a:lnTo>
                  <a:lnTo>
                    <a:pt x="2226424" y="0"/>
                  </a:lnTo>
                  <a:lnTo>
                    <a:pt x="2222982" y="342"/>
                  </a:lnTo>
                  <a:lnTo>
                    <a:pt x="2211006" y="12966"/>
                  </a:lnTo>
                  <a:lnTo>
                    <a:pt x="2217470" y="13550"/>
                  </a:lnTo>
                  <a:lnTo>
                    <a:pt x="2217851" y="11595"/>
                  </a:lnTo>
                  <a:lnTo>
                    <a:pt x="2218690" y="9613"/>
                  </a:lnTo>
                  <a:lnTo>
                    <a:pt x="2227161" y="5168"/>
                  </a:lnTo>
                  <a:lnTo>
                    <a:pt x="2229840" y="5461"/>
                  </a:lnTo>
                  <a:lnTo>
                    <a:pt x="2236178" y="14376"/>
                  </a:lnTo>
                  <a:lnTo>
                    <a:pt x="2236051" y="15532"/>
                  </a:lnTo>
                  <a:lnTo>
                    <a:pt x="2222766" y="30861"/>
                  </a:lnTo>
                  <a:lnTo>
                    <a:pt x="2217191" y="36106"/>
                  </a:lnTo>
                  <a:lnTo>
                    <a:pt x="2213622" y="40513"/>
                  </a:lnTo>
                  <a:lnTo>
                    <a:pt x="2212276" y="42659"/>
                  </a:lnTo>
                  <a:lnTo>
                    <a:pt x="2210752" y="45783"/>
                  </a:lnTo>
                  <a:lnTo>
                    <a:pt x="2210752" y="50253"/>
                  </a:lnTo>
                  <a:lnTo>
                    <a:pt x="2243442" y="50253"/>
                  </a:lnTo>
                  <a:lnTo>
                    <a:pt x="2243442" y="448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603" y="3700252"/>
              <a:ext cx="110991" cy="18913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3197860" y="3739971"/>
              <a:ext cx="763905" cy="51435"/>
            </a:xfrm>
            <a:custGeom>
              <a:avLst/>
              <a:gdLst/>
              <a:ahLst/>
              <a:cxnLst/>
              <a:rect l="l" t="t" r="r" b="b"/>
              <a:pathLst>
                <a:path w="763904" h="51435">
                  <a:moveTo>
                    <a:pt x="34023" y="34036"/>
                  </a:moveTo>
                  <a:lnTo>
                    <a:pt x="17399" y="18567"/>
                  </a:lnTo>
                  <a:lnTo>
                    <a:pt x="15481" y="18694"/>
                  </a:lnTo>
                  <a:lnTo>
                    <a:pt x="12611" y="19342"/>
                  </a:lnTo>
                  <a:lnTo>
                    <a:pt x="10223" y="20294"/>
                  </a:lnTo>
                  <a:lnTo>
                    <a:pt x="7899" y="21729"/>
                  </a:lnTo>
                  <a:lnTo>
                    <a:pt x="8851" y="6007"/>
                  </a:lnTo>
                  <a:lnTo>
                    <a:pt x="31165" y="6007"/>
                  </a:lnTo>
                  <a:lnTo>
                    <a:pt x="31165" y="647"/>
                  </a:lnTo>
                  <a:lnTo>
                    <a:pt x="3086" y="647"/>
                  </a:lnTo>
                  <a:lnTo>
                    <a:pt x="1435" y="27292"/>
                  </a:lnTo>
                  <a:lnTo>
                    <a:pt x="7607" y="27292"/>
                  </a:lnTo>
                  <a:lnTo>
                    <a:pt x="9906" y="25565"/>
                  </a:lnTo>
                  <a:lnTo>
                    <a:pt x="13347" y="24130"/>
                  </a:lnTo>
                  <a:lnTo>
                    <a:pt x="16789" y="23710"/>
                  </a:lnTo>
                  <a:lnTo>
                    <a:pt x="19177" y="23901"/>
                  </a:lnTo>
                  <a:lnTo>
                    <a:pt x="22047" y="24828"/>
                  </a:lnTo>
                  <a:lnTo>
                    <a:pt x="27470" y="35242"/>
                  </a:lnTo>
                  <a:lnTo>
                    <a:pt x="27114" y="37744"/>
                  </a:lnTo>
                  <a:lnTo>
                    <a:pt x="17145" y="45694"/>
                  </a:lnTo>
                  <a:lnTo>
                    <a:pt x="15189" y="45631"/>
                  </a:lnTo>
                  <a:lnTo>
                    <a:pt x="6400" y="38354"/>
                  </a:lnTo>
                  <a:lnTo>
                    <a:pt x="0" y="39077"/>
                  </a:lnTo>
                  <a:lnTo>
                    <a:pt x="16497" y="50876"/>
                  </a:lnTo>
                  <a:lnTo>
                    <a:pt x="19024" y="50749"/>
                  </a:lnTo>
                  <a:lnTo>
                    <a:pt x="33769" y="37579"/>
                  </a:lnTo>
                  <a:lnTo>
                    <a:pt x="34023" y="34036"/>
                  </a:lnTo>
                  <a:close/>
                </a:path>
                <a:path w="763904" h="51435">
                  <a:moveTo>
                    <a:pt x="683704" y="44767"/>
                  </a:moveTo>
                  <a:lnTo>
                    <a:pt x="671690" y="44767"/>
                  </a:lnTo>
                  <a:lnTo>
                    <a:pt x="671690" y="647"/>
                  </a:lnTo>
                  <a:lnTo>
                    <a:pt x="665861" y="647"/>
                  </a:lnTo>
                  <a:lnTo>
                    <a:pt x="654189" y="8699"/>
                  </a:lnTo>
                  <a:lnTo>
                    <a:pt x="654189" y="14668"/>
                  </a:lnTo>
                  <a:lnTo>
                    <a:pt x="665353" y="6680"/>
                  </a:lnTo>
                  <a:lnTo>
                    <a:pt x="665353" y="44767"/>
                  </a:lnTo>
                  <a:lnTo>
                    <a:pt x="652767" y="44767"/>
                  </a:lnTo>
                  <a:lnTo>
                    <a:pt x="652767" y="50165"/>
                  </a:lnTo>
                  <a:lnTo>
                    <a:pt x="683704" y="50165"/>
                  </a:lnTo>
                  <a:lnTo>
                    <a:pt x="683704" y="44767"/>
                  </a:lnTo>
                  <a:close/>
                </a:path>
                <a:path w="763904" h="51435">
                  <a:moveTo>
                    <a:pt x="724141" y="34036"/>
                  </a:moveTo>
                  <a:lnTo>
                    <a:pt x="709612" y="18605"/>
                  </a:lnTo>
                  <a:lnTo>
                    <a:pt x="706170" y="18630"/>
                  </a:lnTo>
                  <a:lnTo>
                    <a:pt x="704354" y="18884"/>
                  </a:lnTo>
                  <a:lnTo>
                    <a:pt x="702691" y="19342"/>
                  </a:lnTo>
                  <a:lnTo>
                    <a:pt x="700303" y="20294"/>
                  </a:lnTo>
                  <a:lnTo>
                    <a:pt x="697979" y="21729"/>
                  </a:lnTo>
                  <a:lnTo>
                    <a:pt x="698931" y="6007"/>
                  </a:lnTo>
                  <a:lnTo>
                    <a:pt x="721245" y="6007"/>
                  </a:lnTo>
                  <a:lnTo>
                    <a:pt x="721245" y="647"/>
                  </a:lnTo>
                  <a:lnTo>
                    <a:pt x="693166" y="647"/>
                  </a:lnTo>
                  <a:lnTo>
                    <a:pt x="691540" y="27292"/>
                  </a:lnTo>
                  <a:lnTo>
                    <a:pt x="697699" y="27292"/>
                  </a:lnTo>
                  <a:lnTo>
                    <a:pt x="699985" y="25565"/>
                  </a:lnTo>
                  <a:lnTo>
                    <a:pt x="702919" y="24257"/>
                  </a:lnTo>
                  <a:lnTo>
                    <a:pt x="705942" y="23749"/>
                  </a:lnTo>
                  <a:lnTo>
                    <a:pt x="707859" y="23749"/>
                  </a:lnTo>
                  <a:lnTo>
                    <a:pt x="717575" y="34709"/>
                  </a:lnTo>
                  <a:lnTo>
                    <a:pt x="717194" y="37744"/>
                  </a:lnTo>
                  <a:lnTo>
                    <a:pt x="706234" y="45694"/>
                  </a:lnTo>
                  <a:lnTo>
                    <a:pt x="703554" y="45415"/>
                  </a:lnTo>
                  <a:lnTo>
                    <a:pt x="696480" y="38354"/>
                  </a:lnTo>
                  <a:lnTo>
                    <a:pt x="690079" y="39077"/>
                  </a:lnTo>
                  <a:lnTo>
                    <a:pt x="706615" y="50876"/>
                  </a:lnTo>
                  <a:lnTo>
                    <a:pt x="709104" y="50749"/>
                  </a:lnTo>
                  <a:lnTo>
                    <a:pt x="723861" y="37579"/>
                  </a:lnTo>
                  <a:lnTo>
                    <a:pt x="724141" y="34036"/>
                  </a:lnTo>
                  <a:close/>
                </a:path>
                <a:path w="763904" h="51435">
                  <a:moveTo>
                    <a:pt x="763752" y="33337"/>
                  </a:moveTo>
                  <a:lnTo>
                    <a:pt x="763625" y="16167"/>
                  </a:lnTo>
                  <a:lnTo>
                    <a:pt x="763498" y="15570"/>
                  </a:lnTo>
                  <a:lnTo>
                    <a:pt x="763397" y="15049"/>
                  </a:lnTo>
                  <a:lnTo>
                    <a:pt x="757415" y="3200"/>
                  </a:lnTo>
                  <a:lnTo>
                    <a:pt x="757415" y="17221"/>
                  </a:lnTo>
                  <a:lnTo>
                    <a:pt x="757339" y="33337"/>
                  </a:lnTo>
                  <a:lnTo>
                    <a:pt x="757097" y="34963"/>
                  </a:lnTo>
                  <a:lnTo>
                    <a:pt x="757008" y="35344"/>
                  </a:lnTo>
                  <a:lnTo>
                    <a:pt x="756932" y="35725"/>
                  </a:lnTo>
                  <a:lnTo>
                    <a:pt x="754926" y="41262"/>
                  </a:lnTo>
                  <a:lnTo>
                    <a:pt x="754672" y="41732"/>
                  </a:lnTo>
                  <a:lnTo>
                    <a:pt x="754354" y="42151"/>
                  </a:lnTo>
                  <a:lnTo>
                    <a:pt x="754062" y="42570"/>
                  </a:lnTo>
                  <a:lnTo>
                    <a:pt x="753427" y="43307"/>
                  </a:lnTo>
                  <a:lnTo>
                    <a:pt x="749452" y="45440"/>
                  </a:lnTo>
                  <a:lnTo>
                    <a:pt x="744664" y="45440"/>
                  </a:lnTo>
                  <a:lnTo>
                    <a:pt x="739724" y="42151"/>
                  </a:lnTo>
                  <a:lnTo>
                    <a:pt x="739406" y="41732"/>
                  </a:lnTo>
                  <a:lnTo>
                    <a:pt x="736917" y="34290"/>
                  </a:lnTo>
                  <a:lnTo>
                    <a:pt x="736765" y="33337"/>
                  </a:lnTo>
                  <a:lnTo>
                    <a:pt x="736765" y="17221"/>
                  </a:lnTo>
                  <a:lnTo>
                    <a:pt x="737019" y="15570"/>
                  </a:lnTo>
                  <a:lnTo>
                    <a:pt x="737133" y="15049"/>
                  </a:lnTo>
                  <a:lnTo>
                    <a:pt x="737501" y="13360"/>
                  </a:lnTo>
                  <a:lnTo>
                    <a:pt x="745210" y="5181"/>
                  </a:lnTo>
                  <a:lnTo>
                    <a:pt x="749160" y="5181"/>
                  </a:lnTo>
                  <a:lnTo>
                    <a:pt x="757250" y="16167"/>
                  </a:lnTo>
                  <a:lnTo>
                    <a:pt x="757415" y="17221"/>
                  </a:lnTo>
                  <a:lnTo>
                    <a:pt x="757415" y="3200"/>
                  </a:lnTo>
                  <a:lnTo>
                    <a:pt x="749312" y="0"/>
                  </a:lnTo>
                  <a:lnTo>
                    <a:pt x="745045" y="0"/>
                  </a:lnTo>
                  <a:lnTo>
                    <a:pt x="733463" y="7327"/>
                  </a:lnTo>
                  <a:lnTo>
                    <a:pt x="732815" y="8597"/>
                  </a:lnTo>
                  <a:lnTo>
                    <a:pt x="730440" y="17221"/>
                  </a:lnTo>
                  <a:lnTo>
                    <a:pt x="730453" y="33337"/>
                  </a:lnTo>
                  <a:lnTo>
                    <a:pt x="730580" y="34290"/>
                  </a:lnTo>
                  <a:lnTo>
                    <a:pt x="730694" y="34963"/>
                  </a:lnTo>
                  <a:lnTo>
                    <a:pt x="730770" y="35344"/>
                  </a:lnTo>
                  <a:lnTo>
                    <a:pt x="730846" y="35725"/>
                  </a:lnTo>
                  <a:lnTo>
                    <a:pt x="744220" y="50647"/>
                  </a:lnTo>
                  <a:lnTo>
                    <a:pt x="749795" y="50647"/>
                  </a:lnTo>
                  <a:lnTo>
                    <a:pt x="759091" y="45440"/>
                  </a:lnTo>
                  <a:lnTo>
                    <a:pt x="759231" y="45288"/>
                  </a:lnTo>
                  <a:lnTo>
                    <a:pt x="763473" y="34963"/>
                  </a:lnTo>
                  <a:lnTo>
                    <a:pt x="763587" y="34290"/>
                  </a:lnTo>
                  <a:lnTo>
                    <a:pt x="763752" y="3333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6209" y="2054052"/>
              <a:ext cx="62230" cy="56515"/>
            </a:xfrm>
            <a:custGeom>
              <a:avLst/>
              <a:gdLst/>
              <a:ahLst/>
              <a:cxnLst/>
              <a:rect l="l" t="t" r="r" b="b"/>
              <a:pathLst>
                <a:path w="62229" h="56514">
                  <a:moveTo>
                    <a:pt x="0" y="56077"/>
                  </a:moveTo>
                  <a:lnTo>
                    <a:pt x="0" y="46843"/>
                  </a:lnTo>
                  <a:lnTo>
                    <a:pt x="29381" y="27991"/>
                  </a:lnTo>
                  <a:lnTo>
                    <a:pt x="0" y="9234"/>
                  </a:lnTo>
                  <a:lnTo>
                    <a:pt x="0" y="0"/>
                  </a:lnTo>
                  <a:lnTo>
                    <a:pt x="36137" y="23901"/>
                  </a:lnTo>
                  <a:lnTo>
                    <a:pt x="61726" y="23901"/>
                  </a:lnTo>
                  <a:lnTo>
                    <a:pt x="61726" y="32272"/>
                  </a:lnTo>
                  <a:lnTo>
                    <a:pt x="36137" y="32272"/>
                  </a:lnTo>
                  <a:lnTo>
                    <a:pt x="0" y="56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4536826" y="795019"/>
            <a:ext cx="58420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Shape: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9" name="object 4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47" name="object 47" descr=""/>
          <p:cNvSpPr txBox="1"/>
          <p:nvPr/>
        </p:nvSpPr>
        <p:spPr>
          <a:xfrm>
            <a:off x="4536826" y="1604644"/>
            <a:ext cx="5397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5">
                <a:latin typeface="Trebuchet MS"/>
                <a:cs typeface="Trebuchet MS"/>
              </a:rPr>
              <a:t>Trend: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4536826" y="2404745"/>
            <a:ext cx="7753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Strength: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838992" y="3185389"/>
            <a:ext cx="3206115" cy="0"/>
          </a:xfrm>
          <a:custGeom>
            <a:avLst/>
            <a:gdLst/>
            <a:ahLst/>
            <a:cxnLst/>
            <a:rect l="l" t="t" r="r" b="b"/>
            <a:pathLst>
              <a:path w="3206115" h="0">
                <a:moveTo>
                  <a:pt x="0" y="0"/>
                </a:moveTo>
                <a:lnTo>
                  <a:pt x="3206088" y="0"/>
                </a:lnTo>
              </a:path>
            </a:pathLst>
          </a:custGeom>
          <a:ln w="4364">
            <a:solidFill>
              <a:srgbClr val="EBEBEB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38992" y="2449857"/>
            <a:ext cx="3206115" cy="0"/>
          </a:xfrm>
          <a:custGeom>
            <a:avLst/>
            <a:gdLst/>
            <a:ahLst/>
            <a:cxnLst/>
            <a:rect l="l" t="t" r="r" b="b"/>
            <a:pathLst>
              <a:path w="3206115" h="0">
                <a:moveTo>
                  <a:pt x="0" y="0"/>
                </a:moveTo>
                <a:lnTo>
                  <a:pt x="3206088" y="0"/>
                </a:lnTo>
              </a:path>
            </a:pathLst>
          </a:custGeom>
          <a:ln w="4363">
            <a:solidFill>
              <a:srgbClr val="EBEBEB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838987" y="1712150"/>
            <a:ext cx="1346200" cy="4445"/>
          </a:xfrm>
          <a:custGeom>
            <a:avLst/>
            <a:gdLst/>
            <a:ahLst/>
            <a:cxnLst/>
            <a:rect l="l" t="t" r="r" b="b"/>
            <a:pathLst>
              <a:path w="1346200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346200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346200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346200" h="4444">
                <a:moveTo>
                  <a:pt x="171310" y="0"/>
                </a:moveTo>
                <a:lnTo>
                  <a:pt x="146837" y="0"/>
                </a:lnTo>
                <a:lnTo>
                  <a:pt x="146837" y="4368"/>
                </a:lnTo>
                <a:lnTo>
                  <a:pt x="171310" y="4368"/>
                </a:lnTo>
                <a:lnTo>
                  <a:pt x="171310" y="0"/>
                </a:lnTo>
                <a:close/>
              </a:path>
              <a:path w="1346200" h="4444">
                <a:moveTo>
                  <a:pt x="220268" y="0"/>
                </a:moveTo>
                <a:lnTo>
                  <a:pt x="195795" y="0"/>
                </a:lnTo>
                <a:lnTo>
                  <a:pt x="195795" y="4368"/>
                </a:lnTo>
                <a:lnTo>
                  <a:pt x="220268" y="4368"/>
                </a:lnTo>
                <a:lnTo>
                  <a:pt x="220268" y="0"/>
                </a:lnTo>
                <a:close/>
              </a:path>
              <a:path w="1346200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346200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346200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346200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346200" h="4444">
                <a:moveTo>
                  <a:pt x="464997" y="0"/>
                </a:moveTo>
                <a:lnTo>
                  <a:pt x="440524" y="0"/>
                </a:lnTo>
                <a:lnTo>
                  <a:pt x="440524" y="4368"/>
                </a:lnTo>
                <a:lnTo>
                  <a:pt x="464997" y="4368"/>
                </a:lnTo>
                <a:lnTo>
                  <a:pt x="464997" y="0"/>
                </a:lnTo>
                <a:close/>
              </a:path>
              <a:path w="1346200" h="4444">
                <a:moveTo>
                  <a:pt x="513956" y="0"/>
                </a:moveTo>
                <a:lnTo>
                  <a:pt x="489483" y="0"/>
                </a:lnTo>
                <a:lnTo>
                  <a:pt x="489483" y="4368"/>
                </a:lnTo>
                <a:lnTo>
                  <a:pt x="513956" y="4368"/>
                </a:lnTo>
                <a:lnTo>
                  <a:pt x="513956" y="0"/>
                </a:lnTo>
                <a:close/>
              </a:path>
              <a:path w="1346200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346200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346200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346200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346200" h="4444">
                <a:moveTo>
                  <a:pt x="758685" y="0"/>
                </a:moveTo>
                <a:lnTo>
                  <a:pt x="734212" y="0"/>
                </a:lnTo>
                <a:lnTo>
                  <a:pt x="734212" y="4368"/>
                </a:lnTo>
                <a:lnTo>
                  <a:pt x="758685" y="4368"/>
                </a:lnTo>
                <a:lnTo>
                  <a:pt x="758685" y="0"/>
                </a:lnTo>
                <a:close/>
              </a:path>
              <a:path w="1346200" h="4444">
                <a:moveTo>
                  <a:pt x="807643" y="0"/>
                </a:moveTo>
                <a:lnTo>
                  <a:pt x="783170" y="0"/>
                </a:lnTo>
                <a:lnTo>
                  <a:pt x="783170" y="4368"/>
                </a:lnTo>
                <a:lnTo>
                  <a:pt x="807643" y="4368"/>
                </a:lnTo>
                <a:lnTo>
                  <a:pt x="807643" y="0"/>
                </a:lnTo>
                <a:close/>
              </a:path>
              <a:path w="1346200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346200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346200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346200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346200" h="4444">
                <a:moveTo>
                  <a:pt x="1052372" y="0"/>
                </a:moveTo>
                <a:lnTo>
                  <a:pt x="1027899" y="0"/>
                </a:lnTo>
                <a:lnTo>
                  <a:pt x="1027899" y="4368"/>
                </a:lnTo>
                <a:lnTo>
                  <a:pt x="1052372" y="4368"/>
                </a:lnTo>
                <a:lnTo>
                  <a:pt x="1052372" y="0"/>
                </a:lnTo>
                <a:close/>
              </a:path>
              <a:path w="1346200" h="4444">
                <a:moveTo>
                  <a:pt x="1101331" y="0"/>
                </a:moveTo>
                <a:lnTo>
                  <a:pt x="1076858" y="0"/>
                </a:lnTo>
                <a:lnTo>
                  <a:pt x="1076858" y="4368"/>
                </a:lnTo>
                <a:lnTo>
                  <a:pt x="1101331" y="4368"/>
                </a:lnTo>
                <a:lnTo>
                  <a:pt x="1101331" y="0"/>
                </a:lnTo>
                <a:close/>
              </a:path>
              <a:path w="1346200" h="4444">
                <a:moveTo>
                  <a:pt x="1150277" y="0"/>
                </a:moveTo>
                <a:lnTo>
                  <a:pt x="1125804" y="0"/>
                </a:lnTo>
                <a:lnTo>
                  <a:pt x="1125804" y="4368"/>
                </a:lnTo>
                <a:lnTo>
                  <a:pt x="1150277" y="4368"/>
                </a:lnTo>
                <a:lnTo>
                  <a:pt x="1150277" y="0"/>
                </a:lnTo>
                <a:close/>
              </a:path>
              <a:path w="1346200" h="4444">
                <a:moveTo>
                  <a:pt x="1199222" y="0"/>
                </a:moveTo>
                <a:lnTo>
                  <a:pt x="1174750" y="0"/>
                </a:lnTo>
                <a:lnTo>
                  <a:pt x="1174750" y="4368"/>
                </a:lnTo>
                <a:lnTo>
                  <a:pt x="1199222" y="4368"/>
                </a:lnTo>
                <a:lnTo>
                  <a:pt x="1199222" y="0"/>
                </a:lnTo>
                <a:close/>
              </a:path>
              <a:path w="1346200" h="4444">
                <a:moveTo>
                  <a:pt x="1248168" y="0"/>
                </a:moveTo>
                <a:lnTo>
                  <a:pt x="1223695" y="0"/>
                </a:lnTo>
                <a:lnTo>
                  <a:pt x="1223695" y="4368"/>
                </a:lnTo>
                <a:lnTo>
                  <a:pt x="1248168" y="4368"/>
                </a:lnTo>
                <a:lnTo>
                  <a:pt x="1248168" y="0"/>
                </a:lnTo>
                <a:close/>
              </a:path>
              <a:path w="1346200" h="4444">
                <a:moveTo>
                  <a:pt x="1297114" y="0"/>
                </a:moveTo>
                <a:lnTo>
                  <a:pt x="1272641" y="0"/>
                </a:lnTo>
                <a:lnTo>
                  <a:pt x="1272641" y="4368"/>
                </a:lnTo>
                <a:lnTo>
                  <a:pt x="1297114" y="4368"/>
                </a:lnTo>
                <a:lnTo>
                  <a:pt x="1297114" y="0"/>
                </a:lnTo>
                <a:close/>
              </a:path>
              <a:path w="1346200" h="4444">
                <a:moveTo>
                  <a:pt x="1346060" y="0"/>
                </a:moveTo>
                <a:lnTo>
                  <a:pt x="1321587" y="0"/>
                </a:lnTo>
                <a:lnTo>
                  <a:pt x="1321587" y="4368"/>
                </a:lnTo>
                <a:lnTo>
                  <a:pt x="1346060" y="4368"/>
                </a:lnTo>
                <a:lnTo>
                  <a:pt x="134606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845854" y="1712150"/>
            <a:ext cx="1199515" cy="4445"/>
          </a:xfrm>
          <a:custGeom>
            <a:avLst/>
            <a:gdLst/>
            <a:ahLst/>
            <a:cxnLst/>
            <a:rect l="l" t="t" r="r" b="b"/>
            <a:pathLst>
              <a:path w="1199514" h="4444">
                <a:moveTo>
                  <a:pt x="24472" y="0"/>
                </a:moveTo>
                <a:lnTo>
                  <a:pt x="0" y="0"/>
                </a:lnTo>
                <a:lnTo>
                  <a:pt x="0" y="4368"/>
                </a:lnTo>
                <a:lnTo>
                  <a:pt x="24472" y="4368"/>
                </a:lnTo>
                <a:lnTo>
                  <a:pt x="24472" y="0"/>
                </a:lnTo>
                <a:close/>
              </a:path>
              <a:path w="1199514" h="4444">
                <a:moveTo>
                  <a:pt x="73418" y="0"/>
                </a:moveTo>
                <a:lnTo>
                  <a:pt x="48945" y="0"/>
                </a:lnTo>
                <a:lnTo>
                  <a:pt x="48945" y="4368"/>
                </a:lnTo>
                <a:lnTo>
                  <a:pt x="73418" y="4368"/>
                </a:lnTo>
                <a:lnTo>
                  <a:pt x="73418" y="0"/>
                </a:lnTo>
                <a:close/>
              </a:path>
              <a:path w="1199514" h="4444">
                <a:moveTo>
                  <a:pt x="122364" y="0"/>
                </a:moveTo>
                <a:lnTo>
                  <a:pt x="97891" y="0"/>
                </a:lnTo>
                <a:lnTo>
                  <a:pt x="97891" y="4368"/>
                </a:lnTo>
                <a:lnTo>
                  <a:pt x="122364" y="4368"/>
                </a:lnTo>
                <a:lnTo>
                  <a:pt x="122364" y="0"/>
                </a:lnTo>
                <a:close/>
              </a:path>
              <a:path w="1199514" h="4444">
                <a:moveTo>
                  <a:pt x="171310" y="0"/>
                </a:moveTo>
                <a:lnTo>
                  <a:pt x="146837" y="0"/>
                </a:lnTo>
                <a:lnTo>
                  <a:pt x="146837" y="4368"/>
                </a:lnTo>
                <a:lnTo>
                  <a:pt x="171310" y="4368"/>
                </a:lnTo>
                <a:lnTo>
                  <a:pt x="171310" y="0"/>
                </a:lnTo>
                <a:close/>
              </a:path>
              <a:path w="1199514" h="4444">
                <a:moveTo>
                  <a:pt x="220256" y="0"/>
                </a:moveTo>
                <a:lnTo>
                  <a:pt x="195783" y="0"/>
                </a:lnTo>
                <a:lnTo>
                  <a:pt x="195783" y="4368"/>
                </a:lnTo>
                <a:lnTo>
                  <a:pt x="220256" y="4368"/>
                </a:lnTo>
                <a:lnTo>
                  <a:pt x="220256" y="0"/>
                </a:lnTo>
                <a:close/>
              </a:path>
              <a:path w="1199514" h="4444">
                <a:moveTo>
                  <a:pt x="269214" y="0"/>
                </a:moveTo>
                <a:lnTo>
                  <a:pt x="244741" y="0"/>
                </a:lnTo>
                <a:lnTo>
                  <a:pt x="244741" y="4368"/>
                </a:lnTo>
                <a:lnTo>
                  <a:pt x="269214" y="4368"/>
                </a:lnTo>
                <a:lnTo>
                  <a:pt x="269214" y="0"/>
                </a:lnTo>
                <a:close/>
              </a:path>
              <a:path w="1199514" h="4444">
                <a:moveTo>
                  <a:pt x="318160" y="0"/>
                </a:moveTo>
                <a:lnTo>
                  <a:pt x="293687" y="0"/>
                </a:lnTo>
                <a:lnTo>
                  <a:pt x="293687" y="4368"/>
                </a:lnTo>
                <a:lnTo>
                  <a:pt x="318160" y="4368"/>
                </a:lnTo>
                <a:lnTo>
                  <a:pt x="318160" y="0"/>
                </a:lnTo>
                <a:close/>
              </a:path>
              <a:path w="1199514" h="4444">
                <a:moveTo>
                  <a:pt x="367106" y="0"/>
                </a:moveTo>
                <a:lnTo>
                  <a:pt x="342633" y="0"/>
                </a:lnTo>
                <a:lnTo>
                  <a:pt x="342633" y="4368"/>
                </a:lnTo>
                <a:lnTo>
                  <a:pt x="367106" y="4368"/>
                </a:lnTo>
                <a:lnTo>
                  <a:pt x="367106" y="0"/>
                </a:lnTo>
                <a:close/>
              </a:path>
              <a:path w="1199514" h="4444">
                <a:moveTo>
                  <a:pt x="416052" y="0"/>
                </a:moveTo>
                <a:lnTo>
                  <a:pt x="391579" y="0"/>
                </a:lnTo>
                <a:lnTo>
                  <a:pt x="391579" y="4368"/>
                </a:lnTo>
                <a:lnTo>
                  <a:pt x="416052" y="4368"/>
                </a:lnTo>
                <a:lnTo>
                  <a:pt x="416052" y="0"/>
                </a:lnTo>
                <a:close/>
              </a:path>
              <a:path w="1199514" h="4444">
                <a:moveTo>
                  <a:pt x="464997" y="0"/>
                </a:moveTo>
                <a:lnTo>
                  <a:pt x="440524" y="0"/>
                </a:lnTo>
                <a:lnTo>
                  <a:pt x="440524" y="4368"/>
                </a:lnTo>
                <a:lnTo>
                  <a:pt x="464997" y="4368"/>
                </a:lnTo>
                <a:lnTo>
                  <a:pt x="464997" y="0"/>
                </a:lnTo>
                <a:close/>
              </a:path>
              <a:path w="1199514" h="4444">
                <a:moveTo>
                  <a:pt x="513943" y="0"/>
                </a:moveTo>
                <a:lnTo>
                  <a:pt x="489470" y="0"/>
                </a:lnTo>
                <a:lnTo>
                  <a:pt x="489470" y="4368"/>
                </a:lnTo>
                <a:lnTo>
                  <a:pt x="513943" y="4368"/>
                </a:lnTo>
                <a:lnTo>
                  <a:pt x="513943" y="0"/>
                </a:lnTo>
                <a:close/>
              </a:path>
              <a:path w="1199514" h="4444">
                <a:moveTo>
                  <a:pt x="562902" y="0"/>
                </a:moveTo>
                <a:lnTo>
                  <a:pt x="538429" y="0"/>
                </a:lnTo>
                <a:lnTo>
                  <a:pt x="538429" y="4368"/>
                </a:lnTo>
                <a:lnTo>
                  <a:pt x="562902" y="4368"/>
                </a:lnTo>
                <a:lnTo>
                  <a:pt x="562902" y="0"/>
                </a:lnTo>
                <a:close/>
              </a:path>
              <a:path w="1199514" h="4444">
                <a:moveTo>
                  <a:pt x="611847" y="0"/>
                </a:moveTo>
                <a:lnTo>
                  <a:pt x="587375" y="0"/>
                </a:lnTo>
                <a:lnTo>
                  <a:pt x="587375" y="4368"/>
                </a:lnTo>
                <a:lnTo>
                  <a:pt x="611847" y="4368"/>
                </a:lnTo>
                <a:lnTo>
                  <a:pt x="611847" y="0"/>
                </a:lnTo>
                <a:close/>
              </a:path>
              <a:path w="1199514" h="4444">
                <a:moveTo>
                  <a:pt x="660793" y="0"/>
                </a:moveTo>
                <a:lnTo>
                  <a:pt x="636320" y="0"/>
                </a:lnTo>
                <a:lnTo>
                  <a:pt x="636320" y="4368"/>
                </a:lnTo>
                <a:lnTo>
                  <a:pt x="660793" y="4368"/>
                </a:lnTo>
                <a:lnTo>
                  <a:pt x="660793" y="0"/>
                </a:lnTo>
                <a:close/>
              </a:path>
              <a:path w="1199514" h="4444">
                <a:moveTo>
                  <a:pt x="709739" y="0"/>
                </a:moveTo>
                <a:lnTo>
                  <a:pt x="685266" y="0"/>
                </a:lnTo>
                <a:lnTo>
                  <a:pt x="685266" y="4368"/>
                </a:lnTo>
                <a:lnTo>
                  <a:pt x="709739" y="4368"/>
                </a:lnTo>
                <a:lnTo>
                  <a:pt x="709739" y="0"/>
                </a:lnTo>
                <a:close/>
              </a:path>
              <a:path w="1199514" h="4444">
                <a:moveTo>
                  <a:pt x="758685" y="0"/>
                </a:moveTo>
                <a:lnTo>
                  <a:pt x="734212" y="0"/>
                </a:lnTo>
                <a:lnTo>
                  <a:pt x="734212" y="4368"/>
                </a:lnTo>
                <a:lnTo>
                  <a:pt x="758685" y="4368"/>
                </a:lnTo>
                <a:lnTo>
                  <a:pt x="758685" y="0"/>
                </a:lnTo>
                <a:close/>
              </a:path>
              <a:path w="1199514" h="4444">
                <a:moveTo>
                  <a:pt x="807631" y="0"/>
                </a:moveTo>
                <a:lnTo>
                  <a:pt x="783158" y="0"/>
                </a:lnTo>
                <a:lnTo>
                  <a:pt x="783158" y="4368"/>
                </a:lnTo>
                <a:lnTo>
                  <a:pt x="807631" y="4368"/>
                </a:lnTo>
                <a:lnTo>
                  <a:pt x="807631" y="0"/>
                </a:lnTo>
                <a:close/>
              </a:path>
              <a:path w="1199514" h="4444">
                <a:moveTo>
                  <a:pt x="856589" y="0"/>
                </a:moveTo>
                <a:lnTo>
                  <a:pt x="832116" y="0"/>
                </a:lnTo>
                <a:lnTo>
                  <a:pt x="832116" y="4368"/>
                </a:lnTo>
                <a:lnTo>
                  <a:pt x="856589" y="4368"/>
                </a:lnTo>
                <a:lnTo>
                  <a:pt x="856589" y="0"/>
                </a:lnTo>
                <a:close/>
              </a:path>
              <a:path w="1199514" h="4444">
                <a:moveTo>
                  <a:pt x="905535" y="0"/>
                </a:moveTo>
                <a:lnTo>
                  <a:pt x="881062" y="0"/>
                </a:lnTo>
                <a:lnTo>
                  <a:pt x="881062" y="4368"/>
                </a:lnTo>
                <a:lnTo>
                  <a:pt x="905535" y="4368"/>
                </a:lnTo>
                <a:lnTo>
                  <a:pt x="905535" y="0"/>
                </a:lnTo>
                <a:close/>
              </a:path>
              <a:path w="1199514" h="4444">
                <a:moveTo>
                  <a:pt x="954481" y="0"/>
                </a:moveTo>
                <a:lnTo>
                  <a:pt x="930008" y="0"/>
                </a:lnTo>
                <a:lnTo>
                  <a:pt x="930008" y="4368"/>
                </a:lnTo>
                <a:lnTo>
                  <a:pt x="954481" y="4368"/>
                </a:lnTo>
                <a:lnTo>
                  <a:pt x="954481" y="0"/>
                </a:lnTo>
                <a:close/>
              </a:path>
              <a:path w="1199514" h="4444">
                <a:moveTo>
                  <a:pt x="1003427" y="0"/>
                </a:moveTo>
                <a:lnTo>
                  <a:pt x="978954" y="0"/>
                </a:lnTo>
                <a:lnTo>
                  <a:pt x="978954" y="4368"/>
                </a:lnTo>
                <a:lnTo>
                  <a:pt x="1003427" y="4368"/>
                </a:lnTo>
                <a:lnTo>
                  <a:pt x="1003427" y="0"/>
                </a:lnTo>
                <a:close/>
              </a:path>
              <a:path w="1199514" h="4444">
                <a:moveTo>
                  <a:pt x="1052372" y="0"/>
                </a:moveTo>
                <a:lnTo>
                  <a:pt x="1027899" y="0"/>
                </a:lnTo>
                <a:lnTo>
                  <a:pt x="1027899" y="4368"/>
                </a:lnTo>
                <a:lnTo>
                  <a:pt x="1052372" y="4368"/>
                </a:lnTo>
                <a:lnTo>
                  <a:pt x="1052372" y="0"/>
                </a:lnTo>
                <a:close/>
              </a:path>
              <a:path w="1199514" h="4444">
                <a:moveTo>
                  <a:pt x="1101318" y="0"/>
                </a:moveTo>
                <a:lnTo>
                  <a:pt x="1076845" y="0"/>
                </a:lnTo>
                <a:lnTo>
                  <a:pt x="1076845" y="4368"/>
                </a:lnTo>
                <a:lnTo>
                  <a:pt x="1101318" y="4368"/>
                </a:lnTo>
                <a:lnTo>
                  <a:pt x="1101318" y="0"/>
                </a:lnTo>
                <a:close/>
              </a:path>
              <a:path w="1199514" h="4444">
                <a:moveTo>
                  <a:pt x="1150277" y="0"/>
                </a:moveTo>
                <a:lnTo>
                  <a:pt x="1125804" y="0"/>
                </a:lnTo>
                <a:lnTo>
                  <a:pt x="1125804" y="4368"/>
                </a:lnTo>
                <a:lnTo>
                  <a:pt x="1150277" y="4368"/>
                </a:lnTo>
                <a:lnTo>
                  <a:pt x="1150277" y="0"/>
                </a:lnTo>
                <a:close/>
              </a:path>
              <a:path w="1199514" h="4444">
                <a:moveTo>
                  <a:pt x="1199222" y="0"/>
                </a:moveTo>
                <a:lnTo>
                  <a:pt x="1174750" y="0"/>
                </a:lnTo>
                <a:lnTo>
                  <a:pt x="1174750" y="4368"/>
                </a:lnTo>
                <a:lnTo>
                  <a:pt x="1199222" y="4368"/>
                </a:lnTo>
                <a:lnTo>
                  <a:pt x="119922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616209" y="459540"/>
            <a:ext cx="3439795" cy="3430270"/>
            <a:chOff x="616209" y="459540"/>
            <a:chExt cx="3439795" cy="3430270"/>
          </a:xfrm>
        </p:grpSpPr>
        <p:sp>
          <p:nvSpPr>
            <p:cNvPr id="8" name="object 8" descr=""/>
            <p:cNvSpPr/>
            <p:nvPr/>
          </p:nvSpPr>
          <p:spPr>
            <a:xfrm>
              <a:off x="838992" y="978793"/>
              <a:ext cx="3206115" cy="0"/>
            </a:xfrm>
            <a:custGeom>
              <a:avLst/>
              <a:gdLst/>
              <a:ahLst/>
              <a:cxnLst/>
              <a:rect l="l" t="t" r="r" b="b"/>
              <a:pathLst>
                <a:path w="3206115" h="0">
                  <a:moveTo>
                    <a:pt x="0" y="0"/>
                  </a:moveTo>
                  <a:lnTo>
                    <a:pt x="3206088" y="0"/>
                  </a:lnTo>
                </a:path>
              </a:pathLst>
            </a:custGeom>
            <a:ln w="4363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50014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080026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807855" y="485507"/>
              <a:ext cx="4445" cy="3215005"/>
            </a:xfrm>
            <a:custGeom>
              <a:avLst/>
              <a:gdLst/>
              <a:ahLst/>
              <a:cxnLst/>
              <a:rect l="l" t="t" r="r" b="b"/>
              <a:pathLst>
                <a:path w="4444" h="3215004">
                  <a:moveTo>
                    <a:pt x="4356" y="3190214"/>
                  </a:moveTo>
                  <a:lnTo>
                    <a:pt x="0" y="3190214"/>
                  </a:lnTo>
                  <a:lnTo>
                    <a:pt x="0" y="3214751"/>
                  </a:lnTo>
                  <a:lnTo>
                    <a:pt x="4356" y="3214751"/>
                  </a:lnTo>
                  <a:lnTo>
                    <a:pt x="4356" y="3190214"/>
                  </a:lnTo>
                  <a:close/>
                </a:path>
                <a:path w="4444" h="3215004">
                  <a:moveTo>
                    <a:pt x="4356" y="3141129"/>
                  </a:moveTo>
                  <a:lnTo>
                    <a:pt x="0" y="3141129"/>
                  </a:lnTo>
                  <a:lnTo>
                    <a:pt x="0" y="3165665"/>
                  </a:lnTo>
                  <a:lnTo>
                    <a:pt x="4356" y="3165665"/>
                  </a:lnTo>
                  <a:lnTo>
                    <a:pt x="4356" y="3141129"/>
                  </a:lnTo>
                  <a:close/>
                </a:path>
                <a:path w="4444" h="3215004">
                  <a:moveTo>
                    <a:pt x="4356" y="3092043"/>
                  </a:moveTo>
                  <a:lnTo>
                    <a:pt x="0" y="3092043"/>
                  </a:lnTo>
                  <a:lnTo>
                    <a:pt x="0" y="3116592"/>
                  </a:lnTo>
                  <a:lnTo>
                    <a:pt x="4356" y="3116592"/>
                  </a:lnTo>
                  <a:lnTo>
                    <a:pt x="4356" y="3092043"/>
                  </a:lnTo>
                  <a:close/>
                </a:path>
                <a:path w="4444" h="3215004">
                  <a:moveTo>
                    <a:pt x="4356" y="3042970"/>
                  </a:moveTo>
                  <a:lnTo>
                    <a:pt x="0" y="3042970"/>
                  </a:lnTo>
                  <a:lnTo>
                    <a:pt x="0" y="3067507"/>
                  </a:lnTo>
                  <a:lnTo>
                    <a:pt x="4356" y="3067507"/>
                  </a:lnTo>
                  <a:lnTo>
                    <a:pt x="4356" y="3042970"/>
                  </a:lnTo>
                  <a:close/>
                </a:path>
                <a:path w="4444" h="3215004">
                  <a:moveTo>
                    <a:pt x="4356" y="2993885"/>
                  </a:moveTo>
                  <a:lnTo>
                    <a:pt x="0" y="2993885"/>
                  </a:lnTo>
                  <a:lnTo>
                    <a:pt x="0" y="3018434"/>
                  </a:lnTo>
                  <a:lnTo>
                    <a:pt x="4356" y="3018434"/>
                  </a:lnTo>
                  <a:lnTo>
                    <a:pt x="4356" y="2993885"/>
                  </a:lnTo>
                  <a:close/>
                </a:path>
                <a:path w="4444" h="3215004">
                  <a:moveTo>
                    <a:pt x="4356" y="2944812"/>
                  </a:moveTo>
                  <a:lnTo>
                    <a:pt x="0" y="2944812"/>
                  </a:lnTo>
                  <a:lnTo>
                    <a:pt x="0" y="2969349"/>
                  </a:lnTo>
                  <a:lnTo>
                    <a:pt x="4356" y="2969349"/>
                  </a:lnTo>
                  <a:lnTo>
                    <a:pt x="4356" y="2944812"/>
                  </a:lnTo>
                  <a:close/>
                </a:path>
                <a:path w="4444" h="3215004">
                  <a:moveTo>
                    <a:pt x="4356" y="2895727"/>
                  </a:moveTo>
                  <a:lnTo>
                    <a:pt x="0" y="2895727"/>
                  </a:lnTo>
                  <a:lnTo>
                    <a:pt x="0" y="2920263"/>
                  </a:lnTo>
                  <a:lnTo>
                    <a:pt x="4356" y="2920263"/>
                  </a:lnTo>
                  <a:lnTo>
                    <a:pt x="4356" y="2895727"/>
                  </a:lnTo>
                  <a:close/>
                </a:path>
                <a:path w="4444" h="3215004">
                  <a:moveTo>
                    <a:pt x="4356" y="2846654"/>
                  </a:moveTo>
                  <a:lnTo>
                    <a:pt x="0" y="2846654"/>
                  </a:lnTo>
                  <a:lnTo>
                    <a:pt x="0" y="2871190"/>
                  </a:lnTo>
                  <a:lnTo>
                    <a:pt x="4356" y="2871190"/>
                  </a:lnTo>
                  <a:lnTo>
                    <a:pt x="4356" y="2846654"/>
                  </a:lnTo>
                  <a:close/>
                </a:path>
                <a:path w="4444" h="3215004">
                  <a:moveTo>
                    <a:pt x="4356" y="2797568"/>
                  </a:moveTo>
                  <a:lnTo>
                    <a:pt x="0" y="2797568"/>
                  </a:lnTo>
                  <a:lnTo>
                    <a:pt x="0" y="2822105"/>
                  </a:lnTo>
                  <a:lnTo>
                    <a:pt x="4356" y="2822105"/>
                  </a:lnTo>
                  <a:lnTo>
                    <a:pt x="4356" y="2797568"/>
                  </a:lnTo>
                  <a:close/>
                </a:path>
                <a:path w="4444" h="3215004">
                  <a:moveTo>
                    <a:pt x="4356" y="2748483"/>
                  </a:moveTo>
                  <a:lnTo>
                    <a:pt x="0" y="2748483"/>
                  </a:lnTo>
                  <a:lnTo>
                    <a:pt x="0" y="2773032"/>
                  </a:lnTo>
                  <a:lnTo>
                    <a:pt x="4356" y="2773032"/>
                  </a:lnTo>
                  <a:lnTo>
                    <a:pt x="4356" y="2748483"/>
                  </a:lnTo>
                  <a:close/>
                </a:path>
                <a:path w="4444" h="3215004">
                  <a:moveTo>
                    <a:pt x="4356" y="2699410"/>
                  </a:moveTo>
                  <a:lnTo>
                    <a:pt x="0" y="2699410"/>
                  </a:lnTo>
                  <a:lnTo>
                    <a:pt x="0" y="2723946"/>
                  </a:lnTo>
                  <a:lnTo>
                    <a:pt x="4356" y="2723946"/>
                  </a:lnTo>
                  <a:lnTo>
                    <a:pt x="4356" y="2699410"/>
                  </a:lnTo>
                  <a:close/>
                </a:path>
                <a:path w="4444" h="3215004">
                  <a:moveTo>
                    <a:pt x="4356" y="2650325"/>
                  </a:moveTo>
                  <a:lnTo>
                    <a:pt x="0" y="2650325"/>
                  </a:lnTo>
                  <a:lnTo>
                    <a:pt x="0" y="2674874"/>
                  </a:lnTo>
                  <a:lnTo>
                    <a:pt x="4356" y="2674874"/>
                  </a:lnTo>
                  <a:lnTo>
                    <a:pt x="4356" y="2650325"/>
                  </a:lnTo>
                  <a:close/>
                </a:path>
                <a:path w="4444" h="3215004">
                  <a:moveTo>
                    <a:pt x="4356" y="2601252"/>
                  </a:moveTo>
                  <a:lnTo>
                    <a:pt x="0" y="2601252"/>
                  </a:lnTo>
                  <a:lnTo>
                    <a:pt x="0" y="2625788"/>
                  </a:lnTo>
                  <a:lnTo>
                    <a:pt x="4356" y="2625788"/>
                  </a:lnTo>
                  <a:lnTo>
                    <a:pt x="4356" y="2601252"/>
                  </a:lnTo>
                  <a:close/>
                </a:path>
                <a:path w="4444" h="3215004">
                  <a:moveTo>
                    <a:pt x="4356" y="2552166"/>
                  </a:moveTo>
                  <a:lnTo>
                    <a:pt x="0" y="2552166"/>
                  </a:lnTo>
                  <a:lnTo>
                    <a:pt x="0" y="2576703"/>
                  </a:lnTo>
                  <a:lnTo>
                    <a:pt x="4356" y="2576703"/>
                  </a:lnTo>
                  <a:lnTo>
                    <a:pt x="4356" y="2552166"/>
                  </a:lnTo>
                  <a:close/>
                </a:path>
                <a:path w="4444" h="3215004">
                  <a:moveTo>
                    <a:pt x="4356" y="2503081"/>
                  </a:moveTo>
                  <a:lnTo>
                    <a:pt x="0" y="2503081"/>
                  </a:lnTo>
                  <a:lnTo>
                    <a:pt x="0" y="2527630"/>
                  </a:lnTo>
                  <a:lnTo>
                    <a:pt x="4356" y="2527630"/>
                  </a:lnTo>
                  <a:lnTo>
                    <a:pt x="4356" y="2503081"/>
                  </a:lnTo>
                  <a:close/>
                </a:path>
                <a:path w="4444" h="3215004">
                  <a:moveTo>
                    <a:pt x="4356" y="2454008"/>
                  </a:moveTo>
                  <a:lnTo>
                    <a:pt x="0" y="2454008"/>
                  </a:lnTo>
                  <a:lnTo>
                    <a:pt x="0" y="2478544"/>
                  </a:lnTo>
                  <a:lnTo>
                    <a:pt x="4356" y="2478544"/>
                  </a:lnTo>
                  <a:lnTo>
                    <a:pt x="4356" y="2454008"/>
                  </a:lnTo>
                  <a:close/>
                </a:path>
                <a:path w="4444" h="3215004">
                  <a:moveTo>
                    <a:pt x="4356" y="2404922"/>
                  </a:moveTo>
                  <a:lnTo>
                    <a:pt x="0" y="2404922"/>
                  </a:lnTo>
                  <a:lnTo>
                    <a:pt x="0" y="2429472"/>
                  </a:lnTo>
                  <a:lnTo>
                    <a:pt x="4356" y="2429472"/>
                  </a:lnTo>
                  <a:lnTo>
                    <a:pt x="4356" y="2404922"/>
                  </a:lnTo>
                  <a:close/>
                </a:path>
                <a:path w="4444" h="3215004">
                  <a:moveTo>
                    <a:pt x="4356" y="2355850"/>
                  </a:moveTo>
                  <a:lnTo>
                    <a:pt x="0" y="2355850"/>
                  </a:lnTo>
                  <a:lnTo>
                    <a:pt x="0" y="2380386"/>
                  </a:lnTo>
                  <a:lnTo>
                    <a:pt x="4356" y="2380386"/>
                  </a:lnTo>
                  <a:lnTo>
                    <a:pt x="4356" y="2355850"/>
                  </a:lnTo>
                  <a:close/>
                </a:path>
                <a:path w="4444" h="3215004">
                  <a:moveTo>
                    <a:pt x="4356" y="2306764"/>
                  </a:moveTo>
                  <a:lnTo>
                    <a:pt x="0" y="2306764"/>
                  </a:lnTo>
                  <a:lnTo>
                    <a:pt x="0" y="2331301"/>
                  </a:lnTo>
                  <a:lnTo>
                    <a:pt x="4356" y="2331301"/>
                  </a:lnTo>
                  <a:lnTo>
                    <a:pt x="4356" y="2306764"/>
                  </a:lnTo>
                  <a:close/>
                </a:path>
                <a:path w="4444" h="3215004">
                  <a:moveTo>
                    <a:pt x="4356" y="2257691"/>
                  </a:moveTo>
                  <a:lnTo>
                    <a:pt x="0" y="2257691"/>
                  </a:lnTo>
                  <a:lnTo>
                    <a:pt x="0" y="2282228"/>
                  </a:lnTo>
                  <a:lnTo>
                    <a:pt x="4356" y="2282228"/>
                  </a:lnTo>
                  <a:lnTo>
                    <a:pt x="4356" y="2257691"/>
                  </a:lnTo>
                  <a:close/>
                </a:path>
                <a:path w="4444" h="3215004">
                  <a:moveTo>
                    <a:pt x="4356" y="2208606"/>
                  </a:moveTo>
                  <a:lnTo>
                    <a:pt x="0" y="2208606"/>
                  </a:lnTo>
                  <a:lnTo>
                    <a:pt x="0" y="2233142"/>
                  </a:lnTo>
                  <a:lnTo>
                    <a:pt x="4356" y="2233142"/>
                  </a:lnTo>
                  <a:lnTo>
                    <a:pt x="4356" y="2208606"/>
                  </a:lnTo>
                  <a:close/>
                </a:path>
                <a:path w="4444" h="3215004">
                  <a:moveTo>
                    <a:pt x="4356" y="2159520"/>
                  </a:moveTo>
                  <a:lnTo>
                    <a:pt x="0" y="2159520"/>
                  </a:lnTo>
                  <a:lnTo>
                    <a:pt x="0" y="2184069"/>
                  </a:lnTo>
                  <a:lnTo>
                    <a:pt x="4356" y="2184069"/>
                  </a:lnTo>
                  <a:lnTo>
                    <a:pt x="4356" y="2159520"/>
                  </a:lnTo>
                  <a:close/>
                </a:path>
                <a:path w="4444" h="3215004">
                  <a:moveTo>
                    <a:pt x="4356" y="2110448"/>
                  </a:moveTo>
                  <a:lnTo>
                    <a:pt x="0" y="2110448"/>
                  </a:lnTo>
                  <a:lnTo>
                    <a:pt x="0" y="2134984"/>
                  </a:lnTo>
                  <a:lnTo>
                    <a:pt x="4356" y="2134984"/>
                  </a:lnTo>
                  <a:lnTo>
                    <a:pt x="4356" y="2110448"/>
                  </a:lnTo>
                  <a:close/>
                </a:path>
                <a:path w="4444" h="3215004">
                  <a:moveTo>
                    <a:pt x="4356" y="2061362"/>
                  </a:moveTo>
                  <a:lnTo>
                    <a:pt x="0" y="2061362"/>
                  </a:lnTo>
                  <a:lnTo>
                    <a:pt x="0" y="2085911"/>
                  </a:lnTo>
                  <a:lnTo>
                    <a:pt x="4356" y="2085911"/>
                  </a:lnTo>
                  <a:lnTo>
                    <a:pt x="4356" y="2061362"/>
                  </a:lnTo>
                  <a:close/>
                </a:path>
                <a:path w="4444" h="3215004">
                  <a:moveTo>
                    <a:pt x="4356" y="2012289"/>
                  </a:moveTo>
                  <a:lnTo>
                    <a:pt x="0" y="2012289"/>
                  </a:lnTo>
                  <a:lnTo>
                    <a:pt x="0" y="2036826"/>
                  </a:lnTo>
                  <a:lnTo>
                    <a:pt x="4356" y="2036826"/>
                  </a:lnTo>
                  <a:lnTo>
                    <a:pt x="4356" y="2012289"/>
                  </a:lnTo>
                  <a:close/>
                </a:path>
                <a:path w="4444" h="3215004">
                  <a:moveTo>
                    <a:pt x="4356" y="1963204"/>
                  </a:moveTo>
                  <a:lnTo>
                    <a:pt x="0" y="1963204"/>
                  </a:lnTo>
                  <a:lnTo>
                    <a:pt x="0" y="1987740"/>
                  </a:lnTo>
                  <a:lnTo>
                    <a:pt x="4356" y="1987740"/>
                  </a:lnTo>
                  <a:lnTo>
                    <a:pt x="4356" y="1963204"/>
                  </a:lnTo>
                  <a:close/>
                </a:path>
                <a:path w="4444" h="3215004">
                  <a:moveTo>
                    <a:pt x="4356" y="1914131"/>
                  </a:moveTo>
                  <a:lnTo>
                    <a:pt x="0" y="1914131"/>
                  </a:lnTo>
                  <a:lnTo>
                    <a:pt x="0" y="1938667"/>
                  </a:lnTo>
                  <a:lnTo>
                    <a:pt x="4356" y="1938667"/>
                  </a:lnTo>
                  <a:lnTo>
                    <a:pt x="4356" y="1914131"/>
                  </a:lnTo>
                  <a:close/>
                </a:path>
                <a:path w="4444" h="3215004">
                  <a:moveTo>
                    <a:pt x="4356" y="1865045"/>
                  </a:moveTo>
                  <a:lnTo>
                    <a:pt x="0" y="1865045"/>
                  </a:lnTo>
                  <a:lnTo>
                    <a:pt x="0" y="1889582"/>
                  </a:lnTo>
                  <a:lnTo>
                    <a:pt x="4356" y="1889582"/>
                  </a:lnTo>
                  <a:lnTo>
                    <a:pt x="4356" y="1865045"/>
                  </a:lnTo>
                  <a:close/>
                </a:path>
                <a:path w="4444" h="3215004">
                  <a:moveTo>
                    <a:pt x="4356" y="1815960"/>
                  </a:moveTo>
                  <a:lnTo>
                    <a:pt x="0" y="1815960"/>
                  </a:lnTo>
                  <a:lnTo>
                    <a:pt x="0" y="1840509"/>
                  </a:lnTo>
                  <a:lnTo>
                    <a:pt x="4356" y="1840509"/>
                  </a:lnTo>
                  <a:lnTo>
                    <a:pt x="4356" y="1815960"/>
                  </a:lnTo>
                  <a:close/>
                </a:path>
                <a:path w="4444" h="3215004">
                  <a:moveTo>
                    <a:pt x="4356" y="1766887"/>
                  </a:moveTo>
                  <a:lnTo>
                    <a:pt x="0" y="1766887"/>
                  </a:lnTo>
                  <a:lnTo>
                    <a:pt x="0" y="1791423"/>
                  </a:lnTo>
                  <a:lnTo>
                    <a:pt x="4356" y="1791423"/>
                  </a:lnTo>
                  <a:lnTo>
                    <a:pt x="4356" y="1766887"/>
                  </a:lnTo>
                  <a:close/>
                </a:path>
                <a:path w="4444" h="3215004">
                  <a:moveTo>
                    <a:pt x="4356" y="1717802"/>
                  </a:moveTo>
                  <a:lnTo>
                    <a:pt x="0" y="1717802"/>
                  </a:lnTo>
                  <a:lnTo>
                    <a:pt x="0" y="1742338"/>
                  </a:lnTo>
                  <a:lnTo>
                    <a:pt x="4356" y="1742338"/>
                  </a:lnTo>
                  <a:lnTo>
                    <a:pt x="4356" y="1717802"/>
                  </a:lnTo>
                  <a:close/>
                </a:path>
                <a:path w="4444" h="3215004">
                  <a:moveTo>
                    <a:pt x="4356" y="1668729"/>
                  </a:moveTo>
                  <a:lnTo>
                    <a:pt x="0" y="1668729"/>
                  </a:lnTo>
                  <a:lnTo>
                    <a:pt x="0" y="1693265"/>
                  </a:lnTo>
                  <a:lnTo>
                    <a:pt x="4356" y="1693265"/>
                  </a:lnTo>
                  <a:lnTo>
                    <a:pt x="4356" y="1668729"/>
                  </a:lnTo>
                  <a:close/>
                </a:path>
                <a:path w="4444" h="3215004">
                  <a:moveTo>
                    <a:pt x="4356" y="1619643"/>
                  </a:moveTo>
                  <a:lnTo>
                    <a:pt x="0" y="1619643"/>
                  </a:lnTo>
                  <a:lnTo>
                    <a:pt x="0" y="1644180"/>
                  </a:lnTo>
                  <a:lnTo>
                    <a:pt x="4356" y="1644180"/>
                  </a:lnTo>
                  <a:lnTo>
                    <a:pt x="4356" y="1619643"/>
                  </a:lnTo>
                  <a:close/>
                </a:path>
                <a:path w="4444" h="3215004">
                  <a:moveTo>
                    <a:pt x="4356" y="1521485"/>
                  </a:moveTo>
                  <a:lnTo>
                    <a:pt x="0" y="1521485"/>
                  </a:lnTo>
                  <a:lnTo>
                    <a:pt x="0" y="1546021"/>
                  </a:lnTo>
                  <a:lnTo>
                    <a:pt x="4356" y="1546021"/>
                  </a:lnTo>
                  <a:lnTo>
                    <a:pt x="4356" y="1521485"/>
                  </a:lnTo>
                  <a:close/>
                </a:path>
                <a:path w="4444" h="3215004">
                  <a:moveTo>
                    <a:pt x="4356" y="1472399"/>
                  </a:moveTo>
                  <a:lnTo>
                    <a:pt x="0" y="1472399"/>
                  </a:lnTo>
                  <a:lnTo>
                    <a:pt x="0" y="1496949"/>
                  </a:lnTo>
                  <a:lnTo>
                    <a:pt x="4356" y="1496949"/>
                  </a:lnTo>
                  <a:lnTo>
                    <a:pt x="4356" y="1472399"/>
                  </a:lnTo>
                  <a:close/>
                </a:path>
                <a:path w="4444" h="3215004">
                  <a:moveTo>
                    <a:pt x="4356" y="1423327"/>
                  </a:moveTo>
                  <a:lnTo>
                    <a:pt x="0" y="1423327"/>
                  </a:lnTo>
                  <a:lnTo>
                    <a:pt x="0" y="1447863"/>
                  </a:lnTo>
                  <a:lnTo>
                    <a:pt x="4356" y="1447863"/>
                  </a:lnTo>
                  <a:lnTo>
                    <a:pt x="4356" y="1423327"/>
                  </a:lnTo>
                  <a:close/>
                </a:path>
                <a:path w="4444" h="3215004">
                  <a:moveTo>
                    <a:pt x="4356" y="1177925"/>
                  </a:moveTo>
                  <a:lnTo>
                    <a:pt x="0" y="1177925"/>
                  </a:lnTo>
                  <a:lnTo>
                    <a:pt x="0" y="1202461"/>
                  </a:lnTo>
                  <a:lnTo>
                    <a:pt x="4356" y="1202461"/>
                  </a:lnTo>
                  <a:lnTo>
                    <a:pt x="4356" y="1177925"/>
                  </a:lnTo>
                  <a:close/>
                </a:path>
                <a:path w="4444" h="3215004">
                  <a:moveTo>
                    <a:pt x="4356" y="1128839"/>
                  </a:moveTo>
                  <a:lnTo>
                    <a:pt x="0" y="1128839"/>
                  </a:lnTo>
                  <a:lnTo>
                    <a:pt x="0" y="1153375"/>
                  </a:lnTo>
                  <a:lnTo>
                    <a:pt x="4356" y="1153375"/>
                  </a:lnTo>
                  <a:lnTo>
                    <a:pt x="4356" y="1128839"/>
                  </a:lnTo>
                  <a:close/>
                </a:path>
                <a:path w="4444" h="3215004">
                  <a:moveTo>
                    <a:pt x="4356" y="1079766"/>
                  </a:moveTo>
                  <a:lnTo>
                    <a:pt x="0" y="1079766"/>
                  </a:lnTo>
                  <a:lnTo>
                    <a:pt x="0" y="1104303"/>
                  </a:lnTo>
                  <a:lnTo>
                    <a:pt x="4356" y="1104303"/>
                  </a:lnTo>
                  <a:lnTo>
                    <a:pt x="4356" y="1079766"/>
                  </a:lnTo>
                  <a:close/>
                </a:path>
                <a:path w="4444" h="3215004">
                  <a:moveTo>
                    <a:pt x="4356" y="1030681"/>
                  </a:moveTo>
                  <a:lnTo>
                    <a:pt x="0" y="1030681"/>
                  </a:lnTo>
                  <a:lnTo>
                    <a:pt x="0" y="1055217"/>
                  </a:lnTo>
                  <a:lnTo>
                    <a:pt x="4356" y="1055217"/>
                  </a:lnTo>
                  <a:lnTo>
                    <a:pt x="4356" y="1030681"/>
                  </a:lnTo>
                  <a:close/>
                </a:path>
                <a:path w="4444" h="3215004">
                  <a:moveTo>
                    <a:pt x="4356" y="981595"/>
                  </a:moveTo>
                  <a:lnTo>
                    <a:pt x="0" y="981595"/>
                  </a:lnTo>
                  <a:lnTo>
                    <a:pt x="0" y="1006144"/>
                  </a:lnTo>
                  <a:lnTo>
                    <a:pt x="4356" y="1006144"/>
                  </a:lnTo>
                  <a:lnTo>
                    <a:pt x="4356" y="981595"/>
                  </a:lnTo>
                  <a:close/>
                </a:path>
                <a:path w="4444" h="3215004">
                  <a:moveTo>
                    <a:pt x="4356" y="932522"/>
                  </a:moveTo>
                  <a:lnTo>
                    <a:pt x="0" y="932522"/>
                  </a:lnTo>
                  <a:lnTo>
                    <a:pt x="0" y="957059"/>
                  </a:lnTo>
                  <a:lnTo>
                    <a:pt x="4356" y="957059"/>
                  </a:lnTo>
                  <a:lnTo>
                    <a:pt x="4356" y="932522"/>
                  </a:lnTo>
                  <a:close/>
                </a:path>
                <a:path w="4444" h="3215004">
                  <a:moveTo>
                    <a:pt x="4356" y="883437"/>
                  </a:moveTo>
                  <a:lnTo>
                    <a:pt x="0" y="883437"/>
                  </a:lnTo>
                  <a:lnTo>
                    <a:pt x="0" y="907986"/>
                  </a:lnTo>
                  <a:lnTo>
                    <a:pt x="4356" y="907986"/>
                  </a:lnTo>
                  <a:lnTo>
                    <a:pt x="4356" y="883437"/>
                  </a:lnTo>
                  <a:close/>
                </a:path>
                <a:path w="4444" h="3215004">
                  <a:moveTo>
                    <a:pt x="4356" y="834364"/>
                  </a:moveTo>
                  <a:lnTo>
                    <a:pt x="0" y="834364"/>
                  </a:lnTo>
                  <a:lnTo>
                    <a:pt x="0" y="858901"/>
                  </a:lnTo>
                  <a:lnTo>
                    <a:pt x="4356" y="858901"/>
                  </a:lnTo>
                  <a:lnTo>
                    <a:pt x="4356" y="834364"/>
                  </a:lnTo>
                  <a:close/>
                </a:path>
                <a:path w="4444" h="3215004">
                  <a:moveTo>
                    <a:pt x="4356" y="785279"/>
                  </a:moveTo>
                  <a:lnTo>
                    <a:pt x="0" y="785279"/>
                  </a:lnTo>
                  <a:lnTo>
                    <a:pt x="0" y="809815"/>
                  </a:lnTo>
                  <a:lnTo>
                    <a:pt x="4356" y="809815"/>
                  </a:lnTo>
                  <a:lnTo>
                    <a:pt x="4356" y="785279"/>
                  </a:lnTo>
                  <a:close/>
                </a:path>
                <a:path w="4444" h="3215004">
                  <a:moveTo>
                    <a:pt x="4356" y="736206"/>
                  </a:moveTo>
                  <a:lnTo>
                    <a:pt x="0" y="736206"/>
                  </a:lnTo>
                  <a:lnTo>
                    <a:pt x="0" y="760742"/>
                  </a:lnTo>
                  <a:lnTo>
                    <a:pt x="4356" y="760742"/>
                  </a:lnTo>
                  <a:lnTo>
                    <a:pt x="4356" y="736206"/>
                  </a:lnTo>
                  <a:close/>
                </a:path>
                <a:path w="4444" h="3215004">
                  <a:moveTo>
                    <a:pt x="4356" y="687120"/>
                  </a:moveTo>
                  <a:lnTo>
                    <a:pt x="0" y="687120"/>
                  </a:lnTo>
                  <a:lnTo>
                    <a:pt x="0" y="711657"/>
                  </a:lnTo>
                  <a:lnTo>
                    <a:pt x="4356" y="711657"/>
                  </a:lnTo>
                  <a:lnTo>
                    <a:pt x="4356" y="687120"/>
                  </a:lnTo>
                  <a:close/>
                </a:path>
                <a:path w="4444" h="3215004">
                  <a:moveTo>
                    <a:pt x="4356" y="638035"/>
                  </a:moveTo>
                  <a:lnTo>
                    <a:pt x="0" y="638035"/>
                  </a:lnTo>
                  <a:lnTo>
                    <a:pt x="0" y="662584"/>
                  </a:lnTo>
                  <a:lnTo>
                    <a:pt x="4356" y="662584"/>
                  </a:lnTo>
                  <a:lnTo>
                    <a:pt x="4356" y="638035"/>
                  </a:lnTo>
                  <a:close/>
                </a:path>
                <a:path w="4444" h="3215004">
                  <a:moveTo>
                    <a:pt x="4356" y="588962"/>
                  </a:moveTo>
                  <a:lnTo>
                    <a:pt x="0" y="588962"/>
                  </a:lnTo>
                  <a:lnTo>
                    <a:pt x="0" y="613498"/>
                  </a:lnTo>
                  <a:lnTo>
                    <a:pt x="4356" y="613498"/>
                  </a:lnTo>
                  <a:lnTo>
                    <a:pt x="4356" y="588962"/>
                  </a:lnTo>
                  <a:close/>
                </a:path>
                <a:path w="4444" h="3215004">
                  <a:moveTo>
                    <a:pt x="4356" y="539877"/>
                  </a:moveTo>
                  <a:lnTo>
                    <a:pt x="0" y="539877"/>
                  </a:lnTo>
                  <a:lnTo>
                    <a:pt x="0" y="564413"/>
                  </a:lnTo>
                  <a:lnTo>
                    <a:pt x="4356" y="564413"/>
                  </a:lnTo>
                  <a:lnTo>
                    <a:pt x="4356" y="539877"/>
                  </a:lnTo>
                  <a:close/>
                </a:path>
                <a:path w="4444" h="3215004">
                  <a:moveTo>
                    <a:pt x="4356" y="490804"/>
                  </a:moveTo>
                  <a:lnTo>
                    <a:pt x="0" y="490804"/>
                  </a:lnTo>
                  <a:lnTo>
                    <a:pt x="0" y="515340"/>
                  </a:lnTo>
                  <a:lnTo>
                    <a:pt x="4356" y="515340"/>
                  </a:lnTo>
                  <a:lnTo>
                    <a:pt x="4356" y="490804"/>
                  </a:lnTo>
                  <a:close/>
                </a:path>
                <a:path w="4444" h="3215004">
                  <a:moveTo>
                    <a:pt x="4356" y="441718"/>
                  </a:moveTo>
                  <a:lnTo>
                    <a:pt x="0" y="441718"/>
                  </a:lnTo>
                  <a:lnTo>
                    <a:pt x="0" y="466255"/>
                  </a:lnTo>
                  <a:lnTo>
                    <a:pt x="4356" y="466255"/>
                  </a:lnTo>
                  <a:lnTo>
                    <a:pt x="4356" y="441718"/>
                  </a:lnTo>
                  <a:close/>
                </a:path>
                <a:path w="4444" h="3215004">
                  <a:moveTo>
                    <a:pt x="4356" y="392633"/>
                  </a:moveTo>
                  <a:lnTo>
                    <a:pt x="0" y="392633"/>
                  </a:lnTo>
                  <a:lnTo>
                    <a:pt x="0" y="417182"/>
                  </a:lnTo>
                  <a:lnTo>
                    <a:pt x="4356" y="417182"/>
                  </a:lnTo>
                  <a:lnTo>
                    <a:pt x="4356" y="392633"/>
                  </a:lnTo>
                  <a:close/>
                </a:path>
                <a:path w="4444" h="3215004">
                  <a:moveTo>
                    <a:pt x="4356" y="343560"/>
                  </a:moveTo>
                  <a:lnTo>
                    <a:pt x="0" y="343560"/>
                  </a:lnTo>
                  <a:lnTo>
                    <a:pt x="0" y="368096"/>
                  </a:lnTo>
                  <a:lnTo>
                    <a:pt x="4356" y="368096"/>
                  </a:lnTo>
                  <a:lnTo>
                    <a:pt x="4356" y="343560"/>
                  </a:lnTo>
                  <a:close/>
                </a:path>
                <a:path w="4444" h="3215004">
                  <a:moveTo>
                    <a:pt x="4356" y="294474"/>
                  </a:moveTo>
                  <a:lnTo>
                    <a:pt x="0" y="294474"/>
                  </a:lnTo>
                  <a:lnTo>
                    <a:pt x="0" y="319024"/>
                  </a:lnTo>
                  <a:lnTo>
                    <a:pt x="4356" y="319024"/>
                  </a:lnTo>
                  <a:lnTo>
                    <a:pt x="4356" y="294474"/>
                  </a:lnTo>
                  <a:close/>
                </a:path>
                <a:path w="4444" h="3215004">
                  <a:moveTo>
                    <a:pt x="4356" y="245402"/>
                  </a:moveTo>
                  <a:lnTo>
                    <a:pt x="0" y="245402"/>
                  </a:lnTo>
                  <a:lnTo>
                    <a:pt x="0" y="269938"/>
                  </a:lnTo>
                  <a:lnTo>
                    <a:pt x="4356" y="269938"/>
                  </a:lnTo>
                  <a:lnTo>
                    <a:pt x="4356" y="245402"/>
                  </a:lnTo>
                  <a:close/>
                </a:path>
                <a:path w="4444" h="3215004">
                  <a:moveTo>
                    <a:pt x="4356" y="196316"/>
                  </a:moveTo>
                  <a:lnTo>
                    <a:pt x="0" y="196316"/>
                  </a:lnTo>
                  <a:lnTo>
                    <a:pt x="0" y="220853"/>
                  </a:lnTo>
                  <a:lnTo>
                    <a:pt x="4356" y="220853"/>
                  </a:lnTo>
                  <a:lnTo>
                    <a:pt x="4356" y="196316"/>
                  </a:lnTo>
                  <a:close/>
                </a:path>
                <a:path w="4444" h="3215004">
                  <a:moveTo>
                    <a:pt x="4356" y="147243"/>
                  </a:moveTo>
                  <a:lnTo>
                    <a:pt x="0" y="147243"/>
                  </a:lnTo>
                  <a:lnTo>
                    <a:pt x="0" y="171780"/>
                  </a:lnTo>
                  <a:lnTo>
                    <a:pt x="4356" y="171780"/>
                  </a:lnTo>
                  <a:lnTo>
                    <a:pt x="4356" y="147243"/>
                  </a:lnTo>
                  <a:close/>
                </a:path>
                <a:path w="4444" h="3215004">
                  <a:moveTo>
                    <a:pt x="4356" y="98158"/>
                  </a:moveTo>
                  <a:lnTo>
                    <a:pt x="0" y="98158"/>
                  </a:lnTo>
                  <a:lnTo>
                    <a:pt x="0" y="122694"/>
                  </a:lnTo>
                  <a:lnTo>
                    <a:pt x="4356" y="122694"/>
                  </a:lnTo>
                  <a:lnTo>
                    <a:pt x="4356" y="98158"/>
                  </a:lnTo>
                  <a:close/>
                </a:path>
                <a:path w="4444" h="3215004">
                  <a:moveTo>
                    <a:pt x="4356" y="49072"/>
                  </a:moveTo>
                  <a:lnTo>
                    <a:pt x="0" y="49072"/>
                  </a:lnTo>
                  <a:lnTo>
                    <a:pt x="0" y="73621"/>
                  </a:lnTo>
                  <a:lnTo>
                    <a:pt x="4356" y="73621"/>
                  </a:lnTo>
                  <a:lnTo>
                    <a:pt x="4356" y="49072"/>
                  </a:lnTo>
                  <a:close/>
                </a:path>
                <a:path w="4444" h="3215004">
                  <a:moveTo>
                    <a:pt x="4356" y="0"/>
                  </a:moveTo>
                  <a:lnTo>
                    <a:pt x="0" y="0"/>
                  </a:lnTo>
                  <a:lnTo>
                    <a:pt x="0" y="24536"/>
                  </a:lnTo>
                  <a:lnTo>
                    <a:pt x="4356" y="24536"/>
                  </a:lnTo>
                  <a:lnTo>
                    <a:pt x="435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40050" y="485498"/>
              <a:ext cx="0" cy="3215005"/>
            </a:xfrm>
            <a:custGeom>
              <a:avLst/>
              <a:gdLst/>
              <a:ahLst/>
              <a:cxnLst/>
              <a:rect l="l" t="t" r="r" b="b"/>
              <a:pathLst>
                <a:path w="0" h="3215004">
                  <a:moveTo>
                    <a:pt x="0" y="0"/>
                  </a:moveTo>
                  <a:lnTo>
                    <a:pt x="0" y="3214753"/>
                  </a:lnTo>
                </a:path>
              </a:pathLst>
            </a:custGeom>
            <a:ln w="4352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38992" y="3553139"/>
              <a:ext cx="3168650" cy="0"/>
            </a:xfrm>
            <a:custGeom>
              <a:avLst/>
              <a:gdLst/>
              <a:ahLst/>
              <a:cxnLst/>
              <a:rect l="l" t="t" r="r" b="b"/>
              <a:pathLst>
                <a:path w="3168650" h="0">
                  <a:moveTo>
                    <a:pt x="0" y="0"/>
                  </a:moveTo>
                  <a:lnTo>
                    <a:pt x="3168398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38987" y="2813252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4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4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08627" y="2817607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8987" y="1342211"/>
              <a:ext cx="3212465" cy="1480185"/>
            </a:xfrm>
            <a:custGeom>
              <a:avLst/>
              <a:gdLst/>
              <a:ahLst/>
              <a:cxnLst/>
              <a:rect l="l" t="t" r="r" b="b"/>
              <a:pathLst>
                <a:path w="3212465" h="1480185">
                  <a:moveTo>
                    <a:pt x="34810" y="735533"/>
                  </a:moveTo>
                  <a:lnTo>
                    <a:pt x="0" y="735533"/>
                  </a:lnTo>
                  <a:lnTo>
                    <a:pt x="0" y="744270"/>
                  </a:lnTo>
                  <a:lnTo>
                    <a:pt x="34810" y="744270"/>
                  </a:lnTo>
                  <a:lnTo>
                    <a:pt x="34810" y="735533"/>
                  </a:lnTo>
                  <a:close/>
                </a:path>
                <a:path w="3212465" h="1480185">
                  <a:moveTo>
                    <a:pt x="34810" y="0"/>
                  </a:moveTo>
                  <a:lnTo>
                    <a:pt x="0" y="0"/>
                  </a:lnTo>
                  <a:lnTo>
                    <a:pt x="0" y="8737"/>
                  </a:lnTo>
                  <a:lnTo>
                    <a:pt x="34810" y="8737"/>
                  </a:lnTo>
                  <a:lnTo>
                    <a:pt x="34810" y="0"/>
                  </a:lnTo>
                  <a:close/>
                </a:path>
                <a:path w="3212465" h="1480185">
                  <a:moveTo>
                    <a:pt x="104457" y="735533"/>
                  </a:moveTo>
                  <a:lnTo>
                    <a:pt x="69634" y="735533"/>
                  </a:lnTo>
                  <a:lnTo>
                    <a:pt x="69634" y="744270"/>
                  </a:lnTo>
                  <a:lnTo>
                    <a:pt x="104457" y="744270"/>
                  </a:lnTo>
                  <a:lnTo>
                    <a:pt x="104457" y="735533"/>
                  </a:lnTo>
                  <a:close/>
                </a:path>
                <a:path w="3212465" h="1480185">
                  <a:moveTo>
                    <a:pt x="104457" y="0"/>
                  </a:moveTo>
                  <a:lnTo>
                    <a:pt x="69634" y="0"/>
                  </a:lnTo>
                  <a:lnTo>
                    <a:pt x="69634" y="8737"/>
                  </a:lnTo>
                  <a:lnTo>
                    <a:pt x="104457" y="8737"/>
                  </a:lnTo>
                  <a:lnTo>
                    <a:pt x="104457" y="0"/>
                  </a:lnTo>
                  <a:close/>
                </a:path>
                <a:path w="3212465" h="1480185">
                  <a:moveTo>
                    <a:pt x="174091" y="735533"/>
                  </a:moveTo>
                  <a:lnTo>
                    <a:pt x="139268" y="735533"/>
                  </a:lnTo>
                  <a:lnTo>
                    <a:pt x="139268" y="744270"/>
                  </a:lnTo>
                  <a:lnTo>
                    <a:pt x="174091" y="744270"/>
                  </a:lnTo>
                  <a:lnTo>
                    <a:pt x="174091" y="735533"/>
                  </a:lnTo>
                  <a:close/>
                </a:path>
                <a:path w="3212465" h="1480185">
                  <a:moveTo>
                    <a:pt x="174091" y="0"/>
                  </a:moveTo>
                  <a:lnTo>
                    <a:pt x="139268" y="0"/>
                  </a:lnTo>
                  <a:lnTo>
                    <a:pt x="139268" y="8737"/>
                  </a:lnTo>
                  <a:lnTo>
                    <a:pt x="174091" y="8737"/>
                  </a:lnTo>
                  <a:lnTo>
                    <a:pt x="174091" y="0"/>
                  </a:lnTo>
                  <a:close/>
                </a:path>
                <a:path w="3212465" h="1480185">
                  <a:moveTo>
                    <a:pt x="243725" y="735533"/>
                  </a:moveTo>
                  <a:lnTo>
                    <a:pt x="208902" y="735533"/>
                  </a:lnTo>
                  <a:lnTo>
                    <a:pt x="208902" y="744270"/>
                  </a:lnTo>
                  <a:lnTo>
                    <a:pt x="243725" y="744270"/>
                  </a:lnTo>
                  <a:lnTo>
                    <a:pt x="243725" y="735533"/>
                  </a:lnTo>
                  <a:close/>
                </a:path>
                <a:path w="3212465" h="1480185">
                  <a:moveTo>
                    <a:pt x="243725" y="0"/>
                  </a:moveTo>
                  <a:lnTo>
                    <a:pt x="208902" y="0"/>
                  </a:lnTo>
                  <a:lnTo>
                    <a:pt x="208902" y="8737"/>
                  </a:lnTo>
                  <a:lnTo>
                    <a:pt x="243725" y="8737"/>
                  </a:lnTo>
                  <a:lnTo>
                    <a:pt x="243725" y="0"/>
                  </a:lnTo>
                  <a:close/>
                </a:path>
                <a:path w="3212465" h="1480185">
                  <a:moveTo>
                    <a:pt x="313359" y="735533"/>
                  </a:moveTo>
                  <a:lnTo>
                    <a:pt x="278536" y="735533"/>
                  </a:lnTo>
                  <a:lnTo>
                    <a:pt x="278536" y="744270"/>
                  </a:lnTo>
                  <a:lnTo>
                    <a:pt x="313359" y="744270"/>
                  </a:lnTo>
                  <a:lnTo>
                    <a:pt x="313359" y="735533"/>
                  </a:lnTo>
                  <a:close/>
                </a:path>
                <a:path w="3212465" h="1480185">
                  <a:moveTo>
                    <a:pt x="313359" y="0"/>
                  </a:moveTo>
                  <a:lnTo>
                    <a:pt x="278536" y="0"/>
                  </a:lnTo>
                  <a:lnTo>
                    <a:pt x="278536" y="8737"/>
                  </a:lnTo>
                  <a:lnTo>
                    <a:pt x="313359" y="8737"/>
                  </a:lnTo>
                  <a:lnTo>
                    <a:pt x="313359" y="0"/>
                  </a:lnTo>
                  <a:close/>
                </a:path>
                <a:path w="3212465" h="1480185">
                  <a:moveTo>
                    <a:pt x="382993" y="735533"/>
                  </a:moveTo>
                  <a:lnTo>
                    <a:pt x="348170" y="735533"/>
                  </a:lnTo>
                  <a:lnTo>
                    <a:pt x="348170" y="744270"/>
                  </a:lnTo>
                  <a:lnTo>
                    <a:pt x="382993" y="744270"/>
                  </a:lnTo>
                  <a:lnTo>
                    <a:pt x="382993" y="735533"/>
                  </a:lnTo>
                  <a:close/>
                </a:path>
                <a:path w="3212465" h="1480185">
                  <a:moveTo>
                    <a:pt x="382993" y="0"/>
                  </a:moveTo>
                  <a:lnTo>
                    <a:pt x="348170" y="0"/>
                  </a:lnTo>
                  <a:lnTo>
                    <a:pt x="348170" y="8737"/>
                  </a:lnTo>
                  <a:lnTo>
                    <a:pt x="382993" y="8737"/>
                  </a:lnTo>
                  <a:lnTo>
                    <a:pt x="382993" y="0"/>
                  </a:lnTo>
                  <a:close/>
                </a:path>
                <a:path w="3212465" h="1480185">
                  <a:moveTo>
                    <a:pt x="452628" y="735533"/>
                  </a:moveTo>
                  <a:lnTo>
                    <a:pt x="417804" y="735533"/>
                  </a:lnTo>
                  <a:lnTo>
                    <a:pt x="417804" y="744270"/>
                  </a:lnTo>
                  <a:lnTo>
                    <a:pt x="452628" y="744270"/>
                  </a:lnTo>
                  <a:lnTo>
                    <a:pt x="452628" y="735533"/>
                  </a:lnTo>
                  <a:close/>
                </a:path>
                <a:path w="3212465" h="1480185">
                  <a:moveTo>
                    <a:pt x="452628" y="0"/>
                  </a:moveTo>
                  <a:lnTo>
                    <a:pt x="417804" y="0"/>
                  </a:lnTo>
                  <a:lnTo>
                    <a:pt x="417804" y="8737"/>
                  </a:lnTo>
                  <a:lnTo>
                    <a:pt x="452628" y="8737"/>
                  </a:lnTo>
                  <a:lnTo>
                    <a:pt x="452628" y="0"/>
                  </a:lnTo>
                  <a:close/>
                </a:path>
                <a:path w="3212465" h="1480185">
                  <a:moveTo>
                    <a:pt x="522262" y="735533"/>
                  </a:moveTo>
                  <a:lnTo>
                    <a:pt x="487438" y="735533"/>
                  </a:lnTo>
                  <a:lnTo>
                    <a:pt x="487438" y="744270"/>
                  </a:lnTo>
                  <a:lnTo>
                    <a:pt x="522262" y="744270"/>
                  </a:lnTo>
                  <a:lnTo>
                    <a:pt x="522262" y="735533"/>
                  </a:lnTo>
                  <a:close/>
                </a:path>
                <a:path w="3212465" h="1480185">
                  <a:moveTo>
                    <a:pt x="522262" y="0"/>
                  </a:moveTo>
                  <a:lnTo>
                    <a:pt x="487438" y="0"/>
                  </a:lnTo>
                  <a:lnTo>
                    <a:pt x="487438" y="8737"/>
                  </a:lnTo>
                  <a:lnTo>
                    <a:pt x="522262" y="8737"/>
                  </a:lnTo>
                  <a:lnTo>
                    <a:pt x="522262" y="0"/>
                  </a:lnTo>
                  <a:close/>
                </a:path>
                <a:path w="3212465" h="1480185">
                  <a:moveTo>
                    <a:pt x="591896" y="735533"/>
                  </a:moveTo>
                  <a:lnTo>
                    <a:pt x="557085" y="735533"/>
                  </a:lnTo>
                  <a:lnTo>
                    <a:pt x="557085" y="744270"/>
                  </a:lnTo>
                  <a:lnTo>
                    <a:pt x="591896" y="744270"/>
                  </a:lnTo>
                  <a:lnTo>
                    <a:pt x="591896" y="735533"/>
                  </a:lnTo>
                  <a:close/>
                </a:path>
                <a:path w="3212465" h="1480185">
                  <a:moveTo>
                    <a:pt x="591896" y="0"/>
                  </a:moveTo>
                  <a:lnTo>
                    <a:pt x="557085" y="0"/>
                  </a:lnTo>
                  <a:lnTo>
                    <a:pt x="557085" y="8737"/>
                  </a:lnTo>
                  <a:lnTo>
                    <a:pt x="591896" y="8737"/>
                  </a:lnTo>
                  <a:lnTo>
                    <a:pt x="591896" y="0"/>
                  </a:lnTo>
                  <a:close/>
                </a:path>
                <a:path w="3212465" h="1480185">
                  <a:moveTo>
                    <a:pt x="661530" y="735533"/>
                  </a:moveTo>
                  <a:lnTo>
                    <a:pt x="626719" y="735533"/>
                  </a:lnTo>
                  <a:lnTo>
                    <a:pt x="626719" y="744270"/>
                  </a:lnTo>
                  <a:lnTo>
                    <a:pt x="661530" y="744270"/>
                  </a:lnTo>
                  <a:lnTo>
                    <a:pt x="661530" y="735533"/>
                  </a:lnTo>
                  <a:close/>
                </a:path>
                <a:path w="3212465" h="1480185">
                  <a:moveTo>
                    <a:pt x="661530" y="0"/>
                  </a:moveTo>
                  <a:lnTo>
                    <a:pt x="626719" y="0"/>
                  </a:lnTo>
                  <a:lnTo>
                    <a:pt x="626719" y="8737"/>
                  </a:lnTo>
                  <a:lnTo>
                    <a:pt x="661530" y="8737"/>
                  </a:lnTo>
                  <a:lnTo>
                    <a:pt x="661530" y="0"/>
                  </a:lnTo>
                  <a:close/>
                </a:path>
                <a:path w="3212465" h="1480185">
                  <a:moveTo>
                    <a:pt x="731164" y="735533"/>
                  </a:moveTo>
                  <a:lnTo>
                    <a:pt x="696353" y="735533"/>
                  </a:lnTo>
                  <a:lnTo>
                    <a:pt x="696353" y="744270"/>
                  </a:lnTo>
                  <a:lnTo>
                    <a:pt x="731164" y="744270"/>
                  </a:lnTo>
                  <a:lnTo>
                    <a:pt x="731164" y="735533"/>
                  </a:lnTo>
                  <a:close/>
                </a:path>
                <a:path w="3212465" h="1480185">
                  <a:moveTo>
                    <a:pt x="731164" y="0"/>
                  </a:moveTo>
                  <a:lnTo>
                    <a:pt x="696353" y="0"/>
                  </a:lnTo>
                  <a:lnTo>
                    <a:pt x="696353" y="8737"/>
                  </a:lnTo>
                  <a:lnTo>
                    <a:pt x="731164" y="8737"/>
                  </a:lnTo>
                  <a:lnTo>
                    <a:pt x="731164" y="0"/>
                  </a:lnTo>
                  <a:close/>
                </a:path>
                <a:path w="3212465" h="1480185">
                  <a:moveTo>
                    <a:pt x="800798" y="735533"/>
                  </a:moveTo>
                  <a:lnTo>
                    <a:pt x="765987" y="735533"/>
                  </a:lnTo>
                  <a:lnTo>
                    <a:pt x="765987" y="744270"/>
                  </a:lnTo>
                  <a:lnTo>
                    <a:pt x="800798" y="744270"/>
                  </a:lnTo>
                  <a:lnTo>
                    <a:pt x="800798" y="735533"/>
                  </a:lnTo>
                  <a:close/>
                </a:path>
                <a:path w="3212465" h="1480185">
                  <a:moveTo>
                    <a:pt x="800798" y="0"/>
                  </a:moveTo>
                  <a:lnTo>
                    <a:pt x="765987" y="0"/>
                  </a:lnTo>
                  <a:lnTo>
                    <a:pt x="765987" y="8737"/>
                  </a:lnTo>
                  <a:lnTo>
                    <a:pt x="800798" y="8737"/>
                  </a:lnTo>
                  <a:lnTo>
                    <a:pt x="800798" y="0"/>
                  </a:lnTo>
                  <a:close/>
                </a:path>
                <a:path w="3212465" h="1480185">
                  <a:moveTo>
                    <a:pt x="870432" y="735533"/>
                  </a:moveTo>
                  <a:lnTo>
                    <a:pt x="835621" y="735533"/>
                  </a:lnTo>
                  <a:lnTo>
                    <a:pt x="835621" y="744270"/>
                  </a:lnTo>
                  <a:lnTo>
                    <a:pt x="870432" y="744270"/>
                  </a:lnTo>
                  <a:lnTo>
                    <a:pt x="870432" y="735533"/>
                  </a:lnTo>
                  <a:close/>
                </a:path>
                <a:path w="3212465" h="1480185">
                  <a:moveTo>
                    <a:pt x="870432" y="0"/>
                  </a:moveTo>
                  <a:lnTo>
                    <a:pt x="835621" y="0"/>
                  </a:lnTo>
                  <a:lnTo>
                    <a:pt x="835621" y="8737"/>
                  </a:lnTo>
                  <a:lnTo>
                    <a:pt x="870432" y="8737"/>
                  </a:lnTo>
                  <a:lnTo>
                    <a:pt x="870432" y="0"/>
                  </a:lnTo>
                  <a:close/>
                </a:path>
                <a:path w="3212465" h="1480185">
                  <a:moveTo>
                    <a:pt x="940079" y="735533"/>
                  </a:moveTo>
                  <a:lnTo>
                    <a:pt x="905256" y="735533"/>
                  </a:lnTo>
                  <a:lnTo>
                    <a:pt x="905256" y="744270"/>
                  </a:lnTo>
                  <a:lnTo>
                    <a:pt x="940079" y="744270"/>
                  </a:lnTo>
                  <a:lnTo>
                    <a:pt x="940079" y="735533"/>
                  </a:lnTo>
                  <a:close/>
                </a:path>
                <a:path w="3212465" h="1480185">
                  <a:moveTo>
                    <a:pt x="940079" y="0"/>
                  </a:moveTo>
                  <a:lnTo>
                    <a:pt x="905256" y="0"/>
                  </a:lnTo>
                  <a:lnTo>
                    <a:pt x="905256" y="8737"/>
                  </a:lnTo>
                  <a:lnTo>
                    <a:pt x="940079" y="8737"/>
                  </a:lnTo>
                  <a:lnTo>
                    <a:pt x="940079" y="0"/>
                  </a:lnTo>
                  <a:close/>
                </a:path>
                <a:path w="3212465" h="1480185">
                  <a:moveTo>
                    <a:pt x="1009713" y="735533"/>
                  </a:moveTo>
                  <a:lnTo>
                    <a:pt x="974890" y="735533"/>
                  </a:lnTo>
                  <a:lnTo>
                    <a:pt x="974890" y="744270"/>
                  </a:lnTo>
                  <a:lnTo>
                    <a:pt x="1009713" y="744270"/>
                  </a:lnTo>
                  <a:lnTo>
                    <a:pt x="1009713" y="735533"/>
                  </a:lnTo>
                  <a:close/>
                </a:path>
                <a:path w="3212465" h="1480185">
                  <a:moveTo>
                    <a:pt x="1009713" y="0"/>
                  </a:moveTo>
                  <a:lnTo>
                    <a:pt x="974890" y="0"/>
                  </a:lnTo>
                  <a:lnTo>
                    <a:pt x="974890" y="8737"/>
                  </a:lnTo>
                  <a:lnTo>
                    <a:pt x="1009713" y="8737"/>
                  </a:lnTo>
                  <a:lnTo>
                    <a:pt x="1009713" y="0"/>
                  </a:lnTo>
                  <a:close/>
                </a:path>
                <a:path w="3212465" h="1480185">
                  <a:moveTo>
                    <a:pt x="1079347" y="735533"/>
                  </a:moveTo>
                  <a:lnTo>
                    <a:pt x="1044524" y="735533"/>
                  </a:lnTo>
                  <a:lnTo>
                    <a:pt x="1044524" y="744270"/>
                  </a:lnTo>
                  <a:lnTo>
                    <a:pt x="1079347" y="744270"/>
                  </a:lnTo>
                  <a:lnTo>
                    <a:pt x="1079347" y="735533"/>
                  </a:lnTo>
                  <a:close/>
                </a:path>
                <a:path w="3212465" h="1480185">
                  <a:moveTo>
                    <a:pt x="1079347" y="0"/>
                  </a:moveTo>
                  <a:lnTo>
                    <a:pt x="1044524" y="0"/>
                  </a:lnTo>
                  <a:lnTo>
                    <a:pt x="1044524" y="8737"/>
                  </a:lnTo>
                  <a:lnTo>
                    <a:pt x="1079347" y="8737"/>
                  </a:lnTo>
                  <a:lnTo>
                    <a:pt x="1079347" y="0"/>
                  </a:lnTo>
                  <a:close/>
                </a:path>
                <a:path w="3212465" h="1480185">
                  <a:moveTo>
                    <a:pt x="1148981" y="735533"/>
                  </a:moveTo>
                  <a:lnTo>
                    <a:pt x="1114158" y="735533"/>
                  </a:lnTo>
                  <a:lnTo>
                    <a:pt x="1114158" y="744270"/>
                  </a:lnTo>
                  <a:lnTo>
                    <a:pt x="1148981" y="744270"/>
                  </a:lnTo>
                  <a:lnTo>
                    <a:pt x="1148981" y="735533"/>
                  </a:lnTo>
                  <a:close/>
                </a:path>
                <a:path w="3212465" h="1480185">
                  <a:moveTo>
                    <a:pt x="1148981" y="0"/>
                  </a:moveTo>
                  <a:lnTo>
                    <a:pt x="1114158" y="0"/>
                  </a:lnTo>
                  <a:lnTo>
                    <a:pt x="1114158" y="8737"/>
                  </a:lnTo>
                  <a:lnTo>
                    <a:pt x="1148981" y="8737"/>
                  </a:lnTo>
                  <a:lnTo>
                    <a:pt x="1148981" y="0"/>
                  </a:lnTo>
                  <a:close/>
                </a:path>
                <a:path w="3212465" h="1480185">
                  <a:moveTo>
                    <a:pt x="1218615" y="735533"/>
                  </a:moveTo>
                  <a:lnTo>
                    <a:pt x="1183792" y="735533"/>
                  </a:lnTo>
                  <a:lnTo>
                    <a:pt x="1183792" y="744270"/>
                  </a:lnTo>
                  <a:lnTo>
                    <a:pt x="1218615" y="744270"/>
                  </a:lnTo>
                  <a:lnTo>
                    <a:pt x="1218615" y="735533"/>
                  </a:lnTo>
                  <a:close/>
                </a:path>
                <a:path w="3212465" h="1480185">
                  <a:moveTo>
                    <a:pt x="1218615" y="0"/>
                  </a:moveTo>
                  <a:lnTo>
                    <a:pt x="1183792" y="0"/>
                  </a:lnTo>
                  <a:lnTo>
                    <a:pt x="1183792" y="8737"/>
                  </a:lnTo>
                  <a:lnTo>
                    <a:pt x="1218615" y="8737"/>
                  </a:lnTo>
                  <a:lnTo>
                    <a:pt x="1218615" y="0"/>
                  </a:lnTo>
                  <a:close/>
                </a:path>
                <a:path w="3212465" h="1480185">
                  <a:moveTo>
                    <a:pt x="1288249" y="735533"/>
                  </a:moveTo>
                  <a:lnTo>
                    <a:pt x="1253426" y="735533"/>
                  </a:lnTo>
                  <a:lnTo>
                    <a:pt x="1253426" y="744270"/>
                  </a:lnTo>
                  <a:lnTo>
                    <a:pt x="1288249" y="744270"/>
                  </a:lnTo>
                  <a:lnTo>
                    <a:pt x="1288249" y="735533"/>
                  </a:lnTo>
                  <a:close/>
                </a:path>
                <a:path w="3212465" h="1480185">
                  <a:moveTo>
                    <a:pt x="1288249" y="0"/>
                  </a:moveTo>
                  <a:lnTo>
                    <a:pt x="1253426" y="0"/>
                  </a:lnTo>
                  <a:lnTo>
                    <a:pt x="1253426" y="8737"/>
                  </a:lnTo>
                  <a:lnTo>
                    <a:pt x="1288249" y="8737"/>
                  </a:lnTo>
                  <a:lnTo>
                    <a:pt x="1288249" y="0"/>
                  </a:lnTo>
                  <a:close/>
                </a:path>
                <a:path w="3212465" h="1480185">
                  <a:moveTo>
                    <a:pt x="1357884" y="735533"/>
                  </a:moveTo>
                  <a:lnTo>
                    <a:pt x="1323060" y="735533"/>
                  </a:lnTo>
                  <a:lnTo>
                    <a:pt x="1323060" y="744270"/>
                  </a:lnTo>
                  <a:lnTo>
                    <a:pt x="1357884" y="744270"/>
                  </a:lnTo>
                  <a:lnTo>
                    <a:pt x="1357884" y="735533"/>
                  </a:lnTo>
                  <a:close/>
                </a:path>
                <a:path w="3212465" h="1480185">
                  <a:moveTo>
                    <a:pt x="1357884" y="0"/>
                  </a:moveTo>
                  <a:lnTo>
                    <a:pt x="1323060" y="0"/>
                  </a:lnTo>
                  <a:lnTo>
                    <a:pt x="1323060" y="8737"/>
                  </a:lnTo>
                  <a:lnTo>
                    <a:pt x="1357884" y="8737"/>
                  </a:lnTo>
                  <a:lnTo>
                    <a:pt x="1357884" y="0"/>
                  </a:lnTo>
                  <a:close/>
                </a:path>
                <a:path w="3212465" h="1480185">
                  <a:moveTo>
                    <a:pt x="1427518" y="0"/>
                  </a:moveTo>
                  <a:lnTo>
                    <a:pt x="1392707" y="0"/>
                  </a:lnTo>
                  <a:lnTo>
                    <a:pt x="1392707" y="8737"/>
                  </a:lnTo>
                  <a:lnTo>
                    <a:pt x="1427518" y="8737"/>
                  </a:lnTo>
                  <a:lnTo>
                    <a:pt x="1427518" y="0"/>
                  </a:lnTo>
                  <a:close/>
                </a:path>
                <a:path w="3212465" h="1480185">
                  <a:moveTo>
                    <a:pt x="1636420" y="735533"/>
                  </a:moveTo>
                  <a:lnTo>
                    <a:pt x="1601609" y="735533"/>
                  </a:lnTo>
                  <a:lnTo>
                    <a:pt x="1601609" y="744270"/>
                  </a:lnTo>
                  <a:lnTo>
                    <a:pt x="1636420" y="744270"/>
                  </a:lnTo>
                  <a:lnTo>
                    <a:pt x="1636420" y="735533"/>
                  </a:lnTo>
                  <a:close/>
                </a:path>
                <a:path w="3212465" h="1480185">
                  <a:moveTo>
                    <a:pt x="1706054" y="735533"/>
                  </a:moveTo>
                  <a:lnTo>
                    <a:pt x="1671243" y="735533"/>
                  </a:lnTo>
                  <a:lnTo>
                    <a:pt x="1671243" y="744270"/>
                  </a:lnTo>
                  <a:lnTo>
                    <a:pt x="1706054" y="744270"/>
                  </a:lnTo>
                  <a:lnTo>
                    <a:pt x="1706054" y="735533"/>
                  </a:lnTo>
                  <a:close/>
                </a:path>
                <a:path w="3212465" h="1480185">
                  <a:moveTo>
                    <a:pt x="1775701" y="0"/>
                  </a:moveTo>
                  <a:lnTo>
                    <a:pt x="1740877" y="0"/>
                  </a:lnTo>
                  <a:lnTo>
                    <a:pt x="1740877" y="8737"/>
                  </a:lnTo>
                  <a:lnTo>
                    <a:pt x="1775701" y="8737"/>
                  </a:lnTo>
                  <a:lnTo>
                    <a:pt x="1775701" y="0"/>
                  </a:lnTo>
                  <a:close/>
                </a:path>
                <a:path w="3212465" h="1480185">
                  <a:moveTo>
                    <a:pt x="1845335" y="0"/>
                  </a:moveTo>
                  <a:lnTo>
                    <a:pt x="1810512" y="0"/>
                  </a:lnTo>
                  <a:lnTo>
                    <a:pt x="1810512" y="8737"/>
                  </a:lnTo>
                  <a:lnTo>
                    <a:pt x="1845335" y="8737"/>
                  </a:lnTo>
                  <a:lnTo>
                    <a:pt x="1845335" y="0"/>
                  </a:lnTo>
                  <a:close/>
                </a:path>
                <a:path w="3212465" h="1480185">
                  <a:moveTo>
                    <a:pt x="1914969" y="0"/>
                  </a:moveTo>
                  <a:lnTo>
                    <a:pt x="1880146" y="0"/>
                  </a:lnTo>
                  <a:lnTo>
                    <a:pt x="1880146" y="8737"/>
                  </a:lnTo>
                  <a:lnTo>
                    <a:pt x="1914969" y="8737"/>
                  </a:lnTo>
                  <a:lnTo>
                    <a:pt x="1914969" y="0"/>
                  </a:lnTo>
                  <a:close/>
                </a:path>
                <a:path w="3212465" h="1480185">
                  <a:moveTo>
                    <a:pt x="1984603" y="0"/>
                  </a:moveTo>
                  <a:lnTo>
                    <a:pt x="1949780" y="0"/>
                  </a:lnTo>
                  <a:lnTo>
                    <a:pt x="1949780" y="8737"/>
                  </a:lnTo>
                  <a:lnTo>
                    <a:pt x="1984603" y="8737"/>
                  </a:lnTo>
                  <a:lnTo>
                    <a:pt x="1984603" y="0"/>
                  </a:lnTo>
                  <a:close/>
                </a:path>
                <a:path w="3212465" h="1480185">
                  <a:moveTo>
                    <a:pt x="2054237" y="735533"/>
                  </a:moveTo>
                  <a:lnTo>
                    <a:pt x="2019414" y="735533"/>
                  </a:lnTo>
                  <a:lnTo>
                    <a:pt x="2019414" y="744270"/>
                  </a:lnTo>
                  <a:lnTo>
                    <a:pt x="2054237" y="744270"/>
                  </a:lnTo>
                  <a:lnTo>
                    <a:pt x="2054237" y="735533"/>
                  </a:lnTo>
                  <a:close/>
                </a:path>
                <a:path w="3212465" h="1480185">
                  <a:moveTo>
                    <a:pt x="2054237" y="0"/>
                  </a:moveTo>
                  <a:lnTo>
                    <a:pt x="2019414" y="0"/>
                  </a:lnTo>
                  <a:lnTo>
                    <a:pt x="2019414" y="8737"/>
                  </a:lnTo>
                  <a:lnTo>
                    <a:pt x="2054237" y="8737"/>
                  </a:lnTo>
                  <a:lnTo>
                    <a:pt x="2054237" y="0"/>
                  </a:lnTo>
                  <a:close/>
                </a:path>
                <a:path w="3212465" h="1480185">
                  <a:moveTo>
                    <a:pt x="2123871" y="735533"/>
                  </a:moveTo>
                  <a:lnTo>
                    <a:pt x="2089048" y="735533"/>
                  </a:lnTo>
                  <a:lnTo>
                    <a:pt x="2089048" y="744270"/>
                  </a:lnTo>
                  <a:lnTo>
                    <a:pt x="2123871" y="744270"/>
                  </a:lnTo>
                  <a:lnTo>
                    <a:pt x="2123871" y="735533"/>
                  </a:lnTo>
                  <a:close/>
                </a:path>
                <a:path w="3212465" h="1480185">
                  <a:moveTo>
                    <a:pt x="2123871" y="0"/>
                  </a:moveTo>
                  <a:lnTo>
                    <a:pt x="2089048" y="0"/>
                  </a:lnTo>
                  <a:lnTo>
                    <a:pt x="2089048" y="8737"/>
                  </a:lnTo>
                  <a:lnTo>
                    <a:pt x="2123871" y="8737"/>
                  </a:lnTo>
                  <a:lnTo>
                    <a:pt x="2123871" y="0"/>
                  </a:lnTo>
                  <a:close/>
                </a:path>
                <a:path w="3212465" h="1480185">
                  <a:moveTo>
                    <a:pt x="2193506" y="735533"/>
                  </a:moveTo>
                  <a:lnTo>
                    <a:pt x="2158682" y="735533"/>
                  </a:lnTo>
                  <a:lnTo>
                    <a:pt x="2158682" y="744270"/>
                  </a:lnTo>
                  <a:lnTo>
                    <a:pt x="2193506" y="744270"/>
                  </a:lnTo>
                  <a:lnTo>
                    <a:pt x="2193506" y="735533"/>
                  </a:lnTo>
                  <a:close/>
                </a:path>
                <a:path w="3212465" h="1480185">
                  <a:moveTo>
                    <a:pt x="2193506" y="0"/>
                  </a:moveTo>
                  <a:lnTo>
                    <a:pt x="2158682" y="0"/>
                  </a:lnTo>
                  <a:lnTo>
                    <a:pt x="2158682" y="8737"/>
                  </a:lnTo>
                  <a:lnTo>
                    <a:pt x="2193506" y="8737"/>
                  </a:lnTo>
                  <a:lnTo>
                    <a:pt x="2193506" y="0"/>
                  </a:lnTo>
                  <a:close/>
                </a:path>
                <a:path w="3212465" h="1480185">
                  <a:moveTo>
                    <a:pt x="2263140" y="735533"/>
                  </a:moveTo>
                  <a:lnTo>
                    <a:pt x="2228329" y="735533"/>
                  </a:lnTo>
                  <a:lnTo>
                    <a:pt x="2228329" y="744270"/>
                  </a:lnTo>
                  <a:lnTo>
                    <a:pt x="2263140" y="744270"/>
                  </a:lnTo>
                  <a:lnTo>
                    <a:pt x="2263140" y="735533"/>
                  </a:lnTo>
                  <a:close/>
                </a:path>
                <a:path w="3212465" h="1480185">
                  <a:moveTo>
                    <a:pt x="2263140" y="0"/>
                  </a:moveTo>
                  <a:lnTo>
                    <a:pt x="2228329" y="0"/>
                  </a:lnTo>
                  <a:lnTo>
                    <a:pt x="2228329" y="8737"/>
                  </a:lnTo>
                  <a:lnTo>
                    <a:pt x="2263140" y="8737"/>
                  </a:lnTo>
                  <a:lnTo>
                    <a:pt x="2263140" y="0"/>
                  </a:lnTo>
                  <a:close/>
                </a:path>
                <a:path w="3212465" h="1480185">
                  <a:moveTo>
                    <a:pt x="2332774" y="735533"/>
                  </a:moveTo>
                  <a:lnTo>
                    <a:pt x="2297963" y="735533"/>
                  </a:lnTo>
                  <a:lnTo>
                    <a:pt x="2297963" y="744270"/>
                  </a:lnTo>
                  <a:lnTo>
                    <a:pt x="2332774" y="744270"/>
                  </a:lnTo>
                  <a:lnTo>
                    <a:pt x="2332774" y="735533"/>
                  </a:lnTo>
                  <a:close/>
                </a:path>
                <a:path w="3212465" h="1480185">
                  <a:moveTo>
                    <a:pt x="2332774" y="0"/>
                  </a:moveTo>
                  <a:lnTo>
                    <a:pt x="2297963" y="0"/>
                  </a:lnTo>
                  <a:lnTo>
                    <a:pt x="2297963" y="8737"/>
                  </a:lnTo>
                  <a:lnTo>
                    <a:pt x="2332774" y="8737"/>
                  </a:lnTo>
                  <a:lnTo>
                    <a:pt x="2332774" y="0"/>
                  </a:lnTo>
                  <a:close/>
                </a:path>
                <a:path w="3212465" h="1480185">
                  <a:moveTo>
                    <a:pt x="2402408" y="735533"/>
                  </a:moveTo>
                  <a:lnTo>
                    <a:pt x="2367597" y="735533"/>
                  </a:lnTo>
                  <a:lnTo>
                    <a:pt x="2367597" y="744270"/>
                  </a:lnTo>
                  <a:lnTo>
                    <a:pt x="2402408" y="744270"/>
                  </a:lnTo>
                  <a:lnTo>
                    <a:pt x="2402408" y="735533"/>
                  </a:lnTo>
                  <a:close/>
                </a:path>
                <a:path w="3212465" h="1480185">
                  <a:moveTo>
                    <a:pt x="2472042" y="735533"/>
                  </a:moveTo>
                  <a:lnTo>
                    <a:pt x="2437231" y="735533"/>
                  </a:lnTo>
                  <a:lnTo>
                    <a:pt x="2437231" y="744270"/>
                  </a:lnTo>
                  <a:lnTo>
                    <a:pt x="2472042" y="744270"/>
                  </a:lnTo>
                  <a:lnTo>
                    <a:pt x="2472042" y="735533"/>
                  </a:lnTo>
                  <a:close/>
                </a:path>
                <a:path w="3212465" h="1480185">
                  <a:moveTo>
                    <a:pt x="2541676" y="735533"/>
                  </a:moveTo>
                  <a:lnTo>
                    <a:pt x="2506865" y="735533"/>
                  </a:lnTo>
                  <a:lnTo>
                    <a:pt x="2506865" y="744270"/>
                  </a:lnTo>
                  <a:lnTo>
                    <a:pt x="2541676" y="744270"/>
                  </a:lnTo>
                  <a:lnTo>
                    <a:pt x="2541676" y="735533"/>
                  </a:lnTo>
                  <a:close/>
                </a:path>
                <a:path w="3212465" h="1480185">
                  <a:moveTo>
                    <a:pt x="2611310" y="735533"/>
                  </a:moveTo>
                  <a:lnTo>
                    <a:pt x="2576499" y="735533"/>
                  </a:lnTo>
                  <a:lnTo>
                    <a:pt x="2576499" y="744270"/>
                  </a:lnTo>
                  <a:lnTo>
                    <a:pt x="2611310" y="744270"/>
                  </a:lnTo>
                  <a:lnTo>
                    <a:pt x="2611310" y="735533"/>
                  </a:lnTo>
                  <a:close/>
                </a:path>
                <a:path w="3212465" h="1480185">
                  <a:moveTo>
                    <a:pt x="2680957" y="735533"/>
                  </a:moveTo>
                  <a:lnTo>
                    <a:pt x="2646134" y="735533"/>
                  </a:lnTo>
                  <a:lnTo>
                    <a:pt x="2646134" y="744270"/>
                  </a:lnTo>
                  <a:lnTo>
                    <a:pt x="2680957" y="744270"/>
                  </a:lnTo>
                  <a:lnTo>
                    <a:pt x="2680957" y="735533"/>
                  </a:lnTo>
                  <a:close/>
                </a:path>
                <a:path w="3212465" h="1480185">
                  <a:moveTo>
                    <a:pt x="2750591" y="735533"/>
                  </a:moveTo>
                  <a:lnTo>
                    <a:pt x="2715768" y="735533"/>
                  </a:lnTo>
                  <a:lnTo>
                    <a:pt x="2715768" y="744270"/>
                  </a:lnTo>
                  <a:lnTo>
                    <a:pt x="2750591" y="744270"/>
                  </a:lnTo>
                  <a:lnTo>
                    <a:pt x="2750591" y="735533"/>
                  </a:lnTo>
                  <a:close/>
                </a:path>
                <a:path w="3212465" h="1480185">
                  <a:moveTo>
                    <a:pt x="2820225" y="735533"/>
                  </a:moveTo>
                  <a:lnTo>
                    <a:pt x="2785402" y="735533"/>
                  </a:lnTo>
                  <a:lnTo>
                    <a:pt x="2785402" y="744270"/>
                  </a:lnTo>
                  <a:lnTo>
                    <a:pt x="2820225" y="744270"/>
                  </a:lnTo>
                  <a:lnTo>
                    <a:pt x="2820225" y="735533"/>
                  </a:lnTo>
                  <a:close/>
                </a:path>
                <a:path w="3212465" h="1480185">
                  <a:moveTo>
                    <a:pt x="2889859" y="735533"/>
                  </a:moveTo>
                  <a:lnTo>
                    <a:pt x="2855036" y="735533"/>
                  </a:lnTo>
                  <a:lnTo>
                    <a:pt x="2855036" y="744270"/>
                  </a:lnTo>
                  <a:lnTo>
                    <a:pt x="2889859" y="744270"/>
                  </a:lnTo>
                  <a:lnTo>
                    <a:pt x="2889859" y="735533"/>
                  </a:lnTo>
                  <a:close/>
                </a:path>
                <a:path w="3212465" h="1480185">
                  <a:moveTo>
                    <a:pt x="2959493" y="735533"/>
                  </a:moveTo>
                  <a:lnTo>
                    <a:pt x="2924670" y="735533"/>
                  </a:lnTo>
                  <a:lnTo>
                    <a:pt x="2924670" y="744270"/>
                  </a:lnTo>
                  <a:lnTo>
                    <a:pt x="2959493" y="744270"/>
                  </a:lnTo>
                  <a:lnTo>
                    <a:pt x="2959493" y="735533"/>
                  </a:lnTo>
                  <a:close/>
                </a:path>
                <a:path w="3212465" h="1480185">
                  <a:moveTo>
                    <a:pt x="3029127" y="735533"/>
                  </a:moveTo>
                  <a:lnTo>
                    <a:pt x="2994304" y="735533"/>
                  </a:lnTo>
                  <a:lnTo>
                    <a:pt x="2994304" y="744270"/>
                  </a:lnTo>
                  <a:lnTo>
                    <a:pt x="3029127" y="744270"/>
                  </a:lnTo>
                  <a:lnTo>
                    <a:pt x="3029127" y="735533"/>
                  </a:lnTo>
                  <a:close/>
                </a:path>
                <a:path w="3212465" h="1480185">
                  <a:moveTo>
                    <a:pt x="3098762" y="735533"/>
                  </a:moveTo>
                  <a:lnTo>
                    <a:pt x="3063951" y="735533"/>
                  </a:lnTo>
                  <a:lnTo>
                    <a:pt x="3063951" y="744270"/>
                  </a:lnTo>
                  <a:lnTo>
                    <a:pt x="3098762" y="744270"/>
                  </a:lnTo>
                  <a:lnTo>
                    <a:pt x="3098762" y="735533"/>
                  </a:lnTo>
                  <a:close/>
                </a:path>
                <a:path w="3212465" h="1480185">
                  <a:moveTo>
                    <a:pt x="3168396" y="735533"/>
                  </a:moveTo>
                  <a:lnTo>
                    <a:pt x="3133585" y="735533"/>
                  </a:lnTo>
                  <a:lnTo>
                    <a:pt x="3133585" y="744270"/>
                  </a:lnTo>
                  <a:lnTo>
                    <a:pt x="3168396" y="744270"/>
                  </a:lnTo>
                  <a:lnTo>
                    <a:pt x="3168396" y="735533"/>
                  </a:lnTo>
                  <a:close/>
                </a:path>
                <a:path w="3212465" h="1480185">
                  <a:moveTo>
                    <a:pt x="3212046" y="1471041"/>
                  </a:moveTo>
                  <a:lnTo>
                    <a:pt x="3203219" y="1471041"/>
                  </a:lnTo>
                  <a:lnTo>
                    <a:pt x="3203219" y="1479765"/>
                  </a:lnTo>
                  <a:lnTo>
                    <a:pt x="3212046" y="1479765"/>
                  </a:lnTo>
                  <a:lnTo>
                    <a:pt x="3212046" y="1471041"/>
                  </a:lnTo>
                  <a:close/>
                </a:path>
                <a:path w="3212465" h="1480185">
                  <a:moveTo>
                    <a:pt x="3212046" y="735533"/>
                  </a:moveTo>
                  <a:lnTo>
                    <a:pt x="3203219" y="735533"/>
                  </a:lnTo>
                  <a:lnTo>
                    <a:pt x="3203219" y="744270"/>
                  </a:lnTo>
                  <a:lnTo>
                    <a:pt x="3212046" y="744270"/>
                  </a:lnTo>
                  <a:lnTo>
                    <a:pt x="3212046" y="735533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8987" y="606691"/>
              <a:ext cx="3212465" cy="744855"/>
            </a:xfrm>
            <a:custGeom>
              <a:avLst/>
              <a:gdLst/>
              <a:ahLst/>
              <a:cxnLst/>
              <a:rect l="l" t="t" r="r" b="b"/>
              <a:pathLst>
                <a:path w="3212465" h="744855">
                  <a:moveTo>
                    <a:pt x="34810" y="0"/>
                  </a:moveTo>
                  <a:lnTo>
                    <a:pt x="0" y="0"/>
                  </a:lnTo>
                  <a:lnTo>
                    <a:pt x="0" y="8724"/>
                  </a:lnTo>
                  <a:lnTo>
                    <a:pt x="34810" y="8724"/>
                  </a:lnTo>
                  <a:lnTo>
                    <a:pt x="34810" y="0"/>
                  </a:lnTo>
                  <a:close/>
                </a:path>
                <a:path w="3212465" h="744855">
                  <a:moveTo>
                    <a:pt x="2332774" y="735520"/>
                  </a:moveTo>
                  <a:lnTo>
                    <a:pt x="2297963" y="735520"/>
                  </a:lnTo>
                  <a:lnTo>
                    <a:pt x="2297963" y="744258"/>
                  </a:lnTo>
                  <a:lnTo>
                    <a:pt x="2332774" y="744258"/>
                  </a:lnTo>
                  <a:lnTo>
                    <a:pt x="2332774" y="735520"/>
                  </a:lnTo>
                  <a:close/>
                </a:path>
                <a:path w="3212465" h="744855">
                  <a:moveTo>
                    <a:pt x="2402408" y="735520"/>
                  </a:moveTo>
                  <a:lnTo>
                    <a:pt x="2367597" y="735520"/>
                  </a:lnTo>
                  <a:lnTo>
                    <a:pt x="2367597" y="744258"/>
                  </a:lnTo>
                  <a:lnTo>
                    <a:pt x="2402408" y="744258"/>
                  </a:lnTo>
                  <a:lnTo>
                    <a:pt x="2402408" y="735520"/>
                  </a:lnTo>
                  <a:close/>
                </a:path>
                <a:path w="3212465" h="744855">
                  <a:moveTo>
                    <a:pt x="2472042" y="735520"/>
                  </a:moveTo>
                  <a:lnTo>
                    <a:pt x="2437231" y="735520"/>
                  </a:lnTo>
                  <a:lnTo>
                    <a:pt x="2437231" y="744258"/>
                  </a:lnTo>
                  <a:lnTo>
                    <a:pt x="2472042" y="744258"/>
                  </a:lnTo>
                  <a:lnTo>
                    <a:pt x="2472042" y="735520"/>
                  </a:lnTo>
                  <a:close/>
                </a:path>
                <a:path w="3212465" h="744855">
                  <a:moveTo>
                    <a:pt x="2541676" y="735520"/>
                  </a:moveTo>
                  <a:lnTo>
                    <a:pt x="2506865" y="735520"/>
                  </a:lnTo>
                  <a:lnTo>
                    <a:pt x="2506865" y="744258"/>
                  </a:lnTo>
                  <a:lnTo>
                    <a:pt x="2541676" y="744258"/>
                  </a:lnTo>
                  <a:lnTo>
                    <a:pt x="2541676" y="735520"/>
                  </a:lnTo>
                  <a:close/>
                </a:path>
                <a:path w="3212465" h="744855">
                  <a:moveTo>
                    <a:pt x="2611310" y="735520"/>
                  </a:moveTo>
                  <a:lnTo>
                    <a:pt x="2576499" y="735520"/>
                  </a:lnTo>
                  <a:lnTo>
                    <a:pt x="2576499" y="744258"/>
                  </a:lnTo>
                  <a:lnTo>
                    <a:pt x="2611310" y="744258"/>
                  </a:lnTo>
                  <a:lnTo>
                    <a:pt x="2611310" y="735520"/>
                  </a:lnTo>
                  <a:close/>
                </a:path>
                <a:path w="3212465" h="744855">
                  <a:moveTo>
                    <a:pt x="2680957" y="735520"/>
                  </a:moveTo>
                  <a:lnTo>
                    <a:pt x="2646134" y="735520"/>
                  </a:lnTo>
                  <a:lnTo>
                    <a:pt x="2646134" y="744258"/>
                  </a:lnTo>
                  <a:lnTo>
                    <a:pt x="2680957" y="744258"/>
                  </a:lnTo>
                  <a:lnTo>
                    <a:pt x="2680957" y="735520"/>
                  </a:lnTo>
                  <a:close/>
                </a:path>
                <a:path w="3212465" h="744855">
                  <a:moveTo>
                    <a:pt x="2750591" y="735520"/>
                  </a:moveTo>
                  <a:lnTo>
                    <a:pt x="2715768" y="735520"/>
                  </a:lnTo>
                  <a:lnTo>
                    <a:pt x="2715768" y="744258"/>
                  </a:lnTo>
                  <a:lnTo>
                    <a:pt x="2750591" y="744258"/>
                  </a:lnTo>
                  <a:lnTo>
                    <a:pt x="2750591" y="735520"/>
                  </a:lnTo>
                  <a:close/>
                </a:path>
                <a:path w="3212465" h="744855">
                  <a:moveTo>
                    <a:pt x="2820225" y="735520"/>
                  </a:moveTo>
                  <a:lnTo>
                    <a:pt x="2785402" y="735520"/>
                  </a:lnTo>
                  <a:lnTo>
                    <a:pt x="2785402" y="744258"/>
                  </a:lnTo>
                  <a:lnTo>
                    <a:pt x="2820225" y="744258"/>
                  </a:lnTo>
                  <a:lnTo>
                    <a:pt x="2820225" y="735520"/>
                  </a:lnTo>
                  <a:close/>
                </a:path>
                <a:path w="3212465" h="744855">
                  <a:moveTo>
                    <a:pt x="2889859" y="735520"/>
                  </a:moveTo>
                  <a:lnTo>
                    <a:pt x="2855036" y="735520"/>
                  </a:lnTo>
                  <a:lnTo>
                    <a:pt x="2855036" y="744258"/>
                  </a:lnTo>
                  <a:lnTo>
                    <a:pt x="2889859" y="744258"/>
                  </a:lnTo>
                  <a:lnTo>
                    <a:pt x="2889859" y="735520"/>
                  </a:lnTo>
                  <a:close/>
                </a:path>
                <a:path w="3212465" h="744855">
                  <a:moveTo>
                    <a:pt x="2959493" y="735520"/>
                  </a:moveTo>
                  <a:lnTo>
                    <a:pt x="2924670" y="735520"/>
                  </a:lnTo>
                  <a:lnTo>
                    <a:pt x="2924670" y="744258"/>
                  </a:lnTo>
                  <a:lnTo>
                    <a:pt x="2959493" y="744258"/>
                  </a:lnTo>
                  <a:lnTo>
                    <a:pt x="2959493" y="735520"/>
                  </a:lnTo>
                  <a:close/>
                </a:path>
                <a:path w="3212465" h="744855">
                  <a:moveTo>
                    <a:pt x="3029127" y="735520"/>
                  </a:moveTo>
                  <a:lnTo>
                    <a:pt x="2994304" y="735520"/>
                  </a:lnTo>
                  <a:lnTo>
                    <a:pt x="2994304" y="744258"/>
                  </a:lnTo>
                  <a:lnTo>
                    <a:pt x="3029127" y="744258"/>
                  </a:lnTo>
                  <a:lnTo>
                    <a:pt x="3029127" y="735520"/>
                  </a:lnTo>
                  <a:close/>
                </a:path>
                <a:path w="3212465" h="744855">
                  <a:moveTo>
                    <a:pt x="3098762" y="735520"/>
                  </a:moveTo>
                  <a:lnTo>
                    <a:pt x="3063951" y="735520"/>
                  </a:lnTo>
                  <a:lnTo>
                    <a:pt x="3063951" y="744258"/>
                  </a:lnTo>
                  <a:lnTo>
                    <a:pt x="3098762" y="744258"/>
                  </a:lnTo>
                  <a:lnTo>
                    <a:pt x="3098762" y="735520"/>
                  </a:lnTo>
                  <a:close/>
                </a:path>
                <a:path w="3212465" h="744855">
                  <a:moveTo>
                    <a:pt x="3168396" y="735520"/>
                  </a:moveTo>
                  <a:lnTo>
                    <a:pt x="3133585" y="735520"/>
                  </a:lnTo>
                  <a:lnTo>
                    <a:pt x="3133585" y="744258"/>
                  </a:lnTo>
                  <a:lnTo>
                    <a:pt x="3168396" y="744258"/>
                  </a:lnTo>
                  <a:lnTo>
                    <a:pt x="3168396" y="735520"/>
                  </a:lnTo>
                  <a:close/>
                </a:path>
                <a:path w="3212465" h="744855">
                  <a:moveTo>
                    <a:pt x="3212046" y="735520"/>
                  </a:moveTo>
                  <a:lnTo>
                    <a:pt x="3203219" y="735520"/>
                  </a:lnTo>
                  <a:lnTo>
                    <a:pt x="3203219" y="744258"/>
                  </a:lnTo>
                  <a:lnTo>
                    <a:pt x="3212046" y="744258"/>
                  </a:lnTo>
                  <a:lnTo>
                    <a:pt x="3212046" y="73552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08627" y="611043"/>
              <a:ext cx="3098800" cy="0"/>
            </a:xfrm>
            <a:custGeom>
              <a:avLst/>
              <a:gdLst/>
              <a:ahLst/>
              <a:cxnLst/>
              <a:rect l="l" t="t" r="r" b="b"/>
              <a:pathLst>
                <a:path w="3098800" h="0">
                  <a:moveTo>
                    <a:pt x="0" y="0"/>
                  </a:moveTo>
                  <a:lnTo>
                    <a:pt x="3098763" y="0"/>
                  </a:lnTo>
                </a:path>
              </a:pathLst>
            </a:custGeom>
            <a:ln w="8727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80643" y="606691"/>
              <a:ext cx="3070860" cy="3093720"/>
            </a:xfrm>
            <a:custGeom>
              <a:avLst/>
              <a:gdLst/>
              <a:ahLst/>
              <a:cxnLst/>
              <a:rect l="l" t="t" r="r" b="b"/>
              <a:pathLst>
                <a:path w="3070860" h="3093720">
                  <a:moveTo>
                    <a:pt x="8712" y="3058655"/>
                  </a:moveTo>
                  <a:lnTo>
                    <a:pt x="0" y="3058655"/>
                  </a:lnTo>
                  <a:lnTo>
                    <a:pt x="0" y="3093567"/>
                  </a:lnTo>
                  <a:lnTo>
                    <a:pt x="8712" y="3093567"/>
                  </a:lnTo>
                  <a:lnTo>
                    <a:pt x="8712" y="3058655"/>
                  </a:lnTo>
                  <a:close/>
                </a:path>
                <a:path w="3070860" h="3093720">
                  <a:moveTo>
                    <a:pt x="3070390" y="0"/>
                  </a:moveTo>
                  <a:lnTo>
                    <a:pt x="3061563" y="0"/>
                  </a:lnTo>
                  <a:lnTo>
                    <a:pt x="3061563" y="8724"/>
                  </a:lnTo>
                  <a:lnTo>
                    <a:pt x="3070390" y="8724"/>
                  </a:lnTo>
                  <a:lnTo>
                    <a:pt x="3070390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85007" y="463930"/>
              <a:ext cx="0" cy="3166745"/>
            </a:xfrm>
            <a:custGeom>
              <a:avLst/>
              <a:gdLst/>
              <a:ahLst/>
              <a:cxnLst/>
              <a:rect l="l" t="t" r="r" b="b"/>
              <a:pathLst>
                <a:path w="0" h="3166745">
                  <a:moveTo>
                    <a:pt x="0" y="0"/>
                  </a:moveTo>
                  <a:lnTo>
                    <a:pt x="0" y="3166498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15020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440673" y="463930"/>
              <a:ext cx="8890" cy="3236595"/>
            </a:xfrm>
            <a:custGeom>
              <a:avLst/>
              <a:gdLst/>
              <a:ahLst/>
              <a:cxnLst/>
              <a:rect l="l" t="t" r="r" b="b"/>
              <a:pathLst>
                <a:path w="8889" h="3236595">
                  <a:moveTo>
                    <a:pt x="8699" y="3201416"/>
                  </a:moveTo>
                  <a:lnTo>
                    <a:pt x="0" y="3201416"/>
                  </a:lnTo>
                  <a:lnTo>
                    <a:pt x="0" y="3236328"/>
                  </a:lnTo>
                  <a:lnTo>
                    <a:pt x="8699" y="3236328"/>
                  </a:lnTo>
                  <a:lnTo>
                    <a:pt x="8699" y="3201416"/>
                  </a:lnTo>
                  <a:close/>
                </a:path>
                <a:path w="8889" h="3236595">
                  <a:moveTo>
                    <a:pt x="8699" y="3131591"/>
                  </a:moveTo>
                  <a:lnTo>
                    <a:pt x="0" y="3131591"/>
                  </a:lnTo>
                  <a:lnTo>
                    <a:pt x="0" y="3166503"/>
                  </a:lnTo>
                  <a:lnTo>
                    <a:pt x="8699" y="3166503"/>
                  </a:lnTo>
                  <a:lnTo>
                    <a:pt x="8699" y="3131591"/>
                  </a:lnTo>
                  <a:close/>
                </a:path>
                <a:path w="8889" h="3236595">
                  <a:moveTo>
                    <a:pt x="8699" y="3061766"/>
                  </a:moveTo>
                  <a:lnTo>
                    <a:pt x="0" y="3061766"/>
                  </a:lnTo>
                  <a:lnTo>
                    <a:pt x="0" y="3096679"/>
                  </a:lnTo>
                  <a:lnTo>
                    <a:pt x="8699" y="3096679"/>
                  </a:lnTo>
                  <a:lnTo>
                    <a:pt x="8699" y="3061766"/>
                  </a:lnTo>
                  <a:close/>
                </a:path>
                <a:path w="8889" h="3236595">
                  <a:moveTo>
                    <a:pt x="8699" y="2991942"/>
                  </a:moveTo>
                  <a:lnTo>
                    <a:pt x="0" y="2991942"/>
                  </a:lnTo>
                  <a:lnTo>
                    <a:pt x="0" y="3026854"/>
                  </a:lnTo>
                  <a:lnTo>
                    <a:pt x="8699" y="3026854"/>
                  </a:lnTo>
                  <a:lnTo>
                    <a:pt x="8699" y="2991942"/>
                  </a:lnTo>
                  <a:close/>
                </a:path>
                <a:path w="8889" h="3236595">
                  <a:moveTo>
                    <a:pt x="8699" y="2922117"/>
                  </a:moveTo>
                  <a:lnTo>
                    <a:pt x="0" y="2922117"/>
                  </a:lnTo>
                  <a:lnTo>
                    <a:pt x="0" y="2957030"/>
                  </a:lnTo>
                  <a:lnTo>
                    <a:pt x="8699" y="2957030"/>
                  </a:lnTo>
                  <a:lnTo>
                    <a:pt x="8699" y="2922117"/>
                  </a:lnTo>
                  <a:close/>
                </a:path>
                <a:path w="8889" h="3236595">
                  <a:moveTo>
                    <a:pt x="8699" y="2852293"/>
                  </a:moveTo>
                  <a:lnTo>
                    <a:pt x="0" y="2852293"/>
                  </a:lnTo>
                  <a:lnTo>
                    <a:pt x="0" y="2887205"/>
                  </a:lnTo>
                  <a:lnTo>
                    <a:pt x="8699" y="2887205"/>
                  </a:lnTo>
                  <a:lnTo>
                    <a:pt x="8699" y="2852293"/>
                  </a:lnTo>
                  <a:close/>
                </a:path>
                <a:path w="8889" h="3236595">
                  <a:moveTo>
                    <a:pt x="8699" y="2782481"/>
                  </a:moveTo>
                  <a:lnTo>
                    <a:pt x="0" y="2782481"/>
                  </a:lnTo>
                  <a:lnTo>
                    <a:pt x="0" y="2817393"/>
                  </a:lnTo>
                  <a:lnTo>
                    <a:pt x="8699" y="2817393"/>
                  </a:lnTo>
                  <a:lnTo>
                    <a:pt x="8699" y="2782481"/>
                  </a:lnTo>
                  <a:close/>
                </a:path>
                <a:path w="8889" h="3236595">
                  <a:moveTo>
                    <a:pt x="8699" y="2712656"/>
                  </a:moveTo>
                  <a:lnTo>
                    <a:pt x="0" y="2712656"/>
                  </a:lnTo>
                  <a:lnTo>
                    <a:pt x="0" y="2747568"/>
                  </a:lnTo>
                  <a:lnTo>
                    <a:pt x="8699" y="2747568"/>
                  </a:lnTo>
                  <a:lnTo>
                    <a:pt x="8699" y="2712656"/>
                  </a:lnTo>
                  <a:close/>
                </a:path>
                <a:path w="8889" h="3236595">
                  <a:moveTo>
                    <a:pt x="8699" y="2642832"/>
                  </a:moveTo>
                  <a:lnTo>
                    <a:pt x="0" y="2642832"/>
                  </a:lnTo>
                  <a:lnTo>
                    <a:pt x="0" y="2677744"/>
                  </a:lnTo>
                  <a:lnTo>
                    <a:pt x="8699" y="2677744"/>
                  </a:lnTo>
                  <a:lnTo>
                    <a:pt x="8699" y="2642832"/>
                  </a:lnTo>
                  <a:close/>
                </a:path>
                <a:path w="8889" h="3236595">
                  <a:moveTo>
                    <a:pt x="8699" y="2573007"/>
                  </a:moveTo>
                  <a:lnTo>
                    <a:pt x="0" y="2573007"/>
                  </a:lnTo>
                  <a:lnTo>
                    <a:pt x="0" y="2607919"/>
                  </a:lnTo>
                  <a:lnTo>
                    <a:pt x="8699" y="2607919"/>
                  </a:lnTo>
                  <a:lnTo>
                    <a:pt x="8699" y="2573007"/>
                  </a:lnTo>
                  <a:close/>
                </a:path>
                <a:path w="8889" h="3236595">
                  <a:moveTo>
                    <a:pt x="8699" y="2503182"/>
                  </a:moveTo>
                  <a:lnTo>
                    <a:pt x="0" y="2503182"/>
                  </a:lnTo>
                  <a:lnTo>
                    <a:pt x="0" y="2538095"/>
                  </a:lnTo>
                  <a:lnTo>
                    <a:pt x="8699" y="2538095"/>
                  </a:lnTo>
                  <a:lnTo>
                    <a:pt x="8699" y="2503182"/>
                  </a:lnTo>
                  <a:close/>
                </a:path>
                <a:path w="8889" h="3236595">
                  <a:moveTo>
                    <a:pt x="8699" y="2433358"/>
                  </a:moveTo>
                  <a:lnTo>
                    <a:pt x="0" y="2433358"/>
                  </a:lnTo>
                  <a:lnTo>
                    <a:pt x="0" y="2468270"/>
                  </a:lnTo>
                  <a:lnTo>
                    <a:pt x="8699" y="2468270"/>
                  </a:lnTo>
                  <a:lnTo>
                    <a:pt x="8699" y="2433358"/>
                  </a:lnTo>
                  <a:close/>
                </a:path>
                <a:path w="8889" h="3236595">
                  <a:moveTo>
                    <a:pt x="8699" y="2363533"/>
                  </a:moveTo>
                  <a:lnTo>
                    <a:pt x="0" y="2363533"/>
                  </a:lnTo>
                  <a:lnTo>
                    <a:pt x="0" y="2398445"/>
                  </a:lnTo>
                  <a:lnTo>
                    <a:pt x="8699" y="2398445"/>
                  </a:lnTo>
                  <a:lnTo>
                    <a:pt x="8699" y="2363533"/>
                  </a:lnTo>
                  <a:close/>
                </a:path>
                <a:path w="8889" h="3236595">
                  <a:moveTo>
                    <a:pt x="8699" y="2293709"/>
                  </a:moveTo>
                  <a:lnTo>
                    <a:pt x="0" y="2293709"/>
                  </a:lnTo>
                  <a:lnTo>
                    <a:pt x="0" y="2328621"/>
                  </a:lnTo>
                  <a:lnTo>
                    <a:pt x="8699" y="2328621"/>
                  </a:lnTo>
                  <a:lnTo>
                    <a:pt x="8699" y="2293709"/>
                  </a:lnTo>
                  <a:close/>
                </a:path>
                <a:path w="8889" h="3236595">
                  <a:moveTo>
                    <a:pt x="8699" y="2223884"/>
                  </a:moveTo>
                  <a:lnTo>
                    <a:pt x="0" y="2223884"/>
                  </a:lnTo>
                  <a:lnTo>
                    <a:pt x="0" y="2258796"/>
                  </a:lnTo>
                  <a:lnTo>
                    <a:pt x="8699" y="2258796"/>
                  </a:lnTo>
                  <a:lnTo>
                    <a:pt x="8699" y="2223884"/>
                  </a:lnTo>
                  <a:close/>
                </a:path>
                <a:path w="8889" h="3236595">
                  <a:moveTo>
                    <a:pt x="8699" y="2154059"/>
                  </a:moveTo>
                  <a:lnTo>
                    <a:pt x="0" y="2154059"/>
                  </a:lnTo>
                  <a:lnTo>
                    <a:pt x="0" y="2188972"/>
                  </a:lnTo>
                  <a:lnTo>
                    <a:pt x="8699" y="2188972"/>
                  </a:lnTo>
                  <a:lnTo>
                    <a:pt x="8699" y="2154059"/>
                  </a:lnTo>
                  <a:close/>
                </a:path>
                <a:path w="8889" h="3236595">
                  <a:moveTo>
                    <a:pt x="8699" y="2084247"/>
                  </a:moveTo>
                  <a:lnTo>
                    <a:pt x="0" y="2084247"/>
                  </a:lnTo>
                  <a:lnTo>
                    <a:pt x="0" y="2119160"/>
                  </a:lnTo>
                  <a:lnTo>
                    <a:pt x="8699" y="2119160"/>
                  </a:lnTo>
                  <a:lnTo>
                    <a:pt x="8699" y="2084247"/>
                  </a:lnTo>
                  <a:close/>
                </a:path>
                <a:path w="8889" h="3236595">
                  <a:moveTo>
                    <a:pt x="8699" y="2014423"/>
                  </a:moveTo>
                  <a:lnTo>
                    <a:pt x="0" y="2014423"/>
                  </a:lnTo>
                  <a:lnTo>
                    <a:pt x="0" y="2049335"/>
                  </a:lnTo>
                  <a:lnTo>
                    <a:pt x="8699" y="2049335"/>
                  </a:lnTo>
                  <a:lnTo>
                    <a:pt x="8699" y="2014423"/>
                  </a:lnTo>
                  <a:close/>
                </a:path>
                <a:path w="8889" h="3236595">
                  <a:moveTo>
                    <a:pt x="8699" y="1665300"/>
                  </a:moveTo>
                  <a:lnTo>
                    <a:pt x="0" y="1665300"/>
                  </a:lnTo>
                  <a:lnTo>
                    <a:pt x="0" y="1700212"/>
                  </a:lnTo>
                  <a:lnTo>
                    <a:pt x="8699" y="1700212"/>
                  </a:lnTo>
                  <a:lnTo>
                    <a:pt x="8699" y="1665300"/>
                  </a:lnTo>
                  <a:close/>
                </a:path>
                <a:path w="8889" h="3236595">
                  <a:moveTo>
                    <a:pt x="8699" y="1595475"/>
                  </a:moveTo>
                  <a:lnTo>
                    <a:pt x="0" y="1595475"/>
                  </a:lnTo>
                  <a:lnTo>
                    <a:pt x="0" y="1630387"/>
                  </a:lnTo>
                  <a:lnTo>
                    <a:pt x="8699" y="1630387"/>
                  </a:lnTo>
                  <a:lnTo>
                    <a:pt x="8699" y="1595475"/>
                  </a:lnTo>
                  <a:close/>
                </a:path>
                <a:path w="8889" h="3236595">
                  <a:moveTo>
                    <a:pt x="8699" y="757593"/>
                  </a:moveTo>
                  <a:lnTo>
                    <a:pt x="0" y="757593"/>
                  </a:lnTo>
                  <a:lnTo>
                    <a:pt x="0" y="792505"/>
                  </a:lnTo>
                  <a:lnTo>
                    <a:pt x="8699" y="792505"/>
                  </a:lnTo>
                  <a:lnTo>
                    <a:pt x="8699" y="757593"/>
                  </a:lnTo>
                  <a:close/>
                </a:path>
                <a:path w="8889" h="3236595">
                  <a:moveTo>
                    <a:pt x="8699" y="687781"/>
                  </a:moveTo>
                  <a:lnTo>
                    <a:pt x="0" y="687781"/>
                  </a:lnTo>
                  <a:lnTo>
                    <a:pt x="0" y="722693"/>
                  </a:lnTo>
                  <a:lnTo>
                    <a:pt x="8699" y="722693"/>
                  </a:lnTo>
                  <a:lnTo>
                    <a:pt x="8699" y="687781"/>
                  </a:lnTo>
                  <a:close/>
                </a:path>
                <a:path w="8889" h="3236595">
                  <a:moveTo>
                    <a:pt x="8699" y="617956"/>
                  </a:moveTo>
                  <a:lnTo>
                    <a:pt x="0" y="617956"/>
                  </a:lnTo>
                  <a:lnTo>
                    <a:pt x="0" y="652868"/>
                  </a:lnTo>
                  <a:lnTo>
                    <a:pt x="8699" y="652868"/>
                  </a:lnTo>
                  <a:lnTo>
                    <a:pt x="8699" y="617956"/>
                  </a:lnTo>
                  <a:close/>
                </a:path>
                <a:path w="8889" h="3236595">
                  <a:moveTo>
                    <a:pt x="8699" y="548132"/>
                  </a:moveTo>
                  <a:lnTo>
                    <a:pt x="0" y="548132"/>
                  </a:lnTo>
                  <a:lnTo>
                    <a:pt x="0" y="583044"/>
                  </a:lnTo>
                  <a:lnTo>
                    <a:pt x="8699" y="583044"/>
                  </a:lnTo>
                  <a:lnTo>
                    <a:pt x="8699" y="548132"/>
                  </a:lnTo>
                  <a:close/>
                </a:path>
                <a:path w="8889" h="3236595">
                  <a:moveTo>
                    <a:pt x="8699" y="478307"/>
                  </a:moveTo>
                  <a:lnTo>
                    <a:pt x="0" y="478307"/>
                  </a:lnTo>
                  <a:lnTo>
                    <a:pt x="0" y="513219"/>
                  </a:lnTo>
                  <a:lnTo>
                    <a:pt x="8699" y="513219"/>
                  </a:lnTo>
                  <a:lnTo>
                    <a:pt x="8699" y="478307"/>
                  </a:lnTo>
                  <a:close/>
                </a:path>
                <a:path w="8889" h="3236595">
                  <a:moveTo>
                    <a:pt x="8699" y="408482"/>
                  </a:moveTo>
                  <a:lnTo>
                    <a:pt x="0" y="408482"/>
                  </a:lnTo>
                  <a:lnTo>
                    <a:pt x="0" y="443395"/>
                  </a:lnTo>
                  <a:lnTo>
                    <a:pt x="8699" y="443395"/>
                  </a:lnTo>
                  <a:lnTo>
                    <a:pt x="8699" y="408482"/>
                  </a:lnTo>
                  <a:close/>
                </a:path>
                <a:path w="8889" h="3236595">
                  <a:moveTo>
                    <a:pt x="8699" y="338658"/>
                  </a:moveTo>
                  <a:lnTo>
                    <a:pt x="0" y="338658"/>
                  </a:lnTo>
                  <a:lnTo>
                    <a:pt x="0" y="373570"/>
                  </a:lnTo>
                  <a:lnTo>
                    <a:pt x="8699" y="373570"/>
                  </a:lnTo>
                  <a:lnTo>
                    <a:pt x="8699" y="338658"/>
                  </a:lnTo>
                  <a:close/>
                </a:path>
                <a:path w="8889" h="3236595">
                  <a:moveTo>
                    <a:pt x="8699" y="268833"/>
                  </a:moveTo>
                  <a:lnTo>
                    <a:pt x="0" y="268833"/>
                  </a:lnTo>
                  <a:lnTo>
                    <a:pt x="0" y="303745"/>
                  </a:lnTo>
                  <a:lnTo>
                    <a:pt x="8699" y="303745"/>
                  </a:lnTo>
                  <a:lnTo>
                    <a:pt x="8699" y="268833"/>
                  </a:lnTo>
                  <a:close/>
                </a:path>
                <a:path w="8889" h="3236595">
                  <a:moveTo>
                    <a:pt x="8699" y="199009"/>
                  </a:moveTo>
                  <a:lnTo>
                    <a:pt x="0" y="199009"/>
                  </a:lnTo>
                  <a:lnTo>
                    <a:pt x="0" y="233921"/>
                  </a:lnTo>
                  <a:lnTo>
                    <a:pt x="8699" y="233921"/>
                  </a:lnTo>
                  <a:lnTo>
                    <a:pt x="8699" y="199009"/>
                  </a:lnTo>
                  <a:close/>
                </a:path>
                <a:path w="8889" h="3236595">
                  <a:moveTo>
                    <a:pt x="8699" y="129184"/>
                  </a:moveTo>
                  <a:lnTo>
                    <a:pt x="0" y="129184"/>
                  </a:lnTo>
                  <a:lnTo>
                    <a:pt x="0" y="164096"/>
                  </a:lnTo>
                  <a:lnTo>
                    <a:pt x="8699" y="164096"/>
                  </a:lnTo>
                  <a:lnTo>
                    <a:pt x="8699" y="129184"/>
                  </a:lnTo>
                  <a:close/>
                </a:path>
                <a:path w="8889" h="3236595">
                  <a:moveTo>
                    <a:pt x="8699" y="59359"/>
                  </a:moveTo>
                  <a:lnTo>
                    <a:pt x="0" y="59359"/>
                  </a:lnTo>
                  <a:lnTo>
                    <a:pt x="0" y="94272"/>
                  </a:lnTo>
                  <a:lnTo>
                    <a:pt x="8699" y="94272"/>
                  </a:lnTo>
                  <a:lnTo>
                    <a:pt x="8699" y="59359"/>
                  </a:lnTo>
                  <a:close/>
                </a:path>
                <a:path w="8889" h="3236595">
                  <a:moveTo>
                    <a:pt x="8699" y="0"/>
                  </a:moveTo>
                  <a:lnTo>
                    <a:pt x="0" y="0"/>
                  </a:lnTo>
                  <a:lnTo>
                    <a:pt x="0" y="24460"/>
                  </a:lnTo>
                  <a:lnTo>
                    <a:pt x="8699" y="24460"/>
                  </a:lnTo>
                  <a:lnTo>
                    <a:pt x="8699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175044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905056" y="463930"/>
              <a:ext cx="0" cy="3236595"/>
            </a:xfrm>
            <a:custGeom>
              <a:avLst/>
              <a:gdLst/>
              <a:ahLst/>
              <a:cxnLst/>
              <a:rect l="l" t="t" r="r" b="b"/>
              <a:pathLst>
                <a:path w="0" h="3236595">
                  <a:moveTo>
                    <a:pt x="0" y="0"/>
                  </a:moveTo>
                  <a:lnTo>
                    <a:pt x="0" y="3236321"/>
                  </a:lnTo>
                </a:path>
              </a:pathLst>
            </a:custGeom>
            <a:ln w="8704">
              <a:solidFill>
                <a:srgbClr val="EBEBEB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288819" y="217048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288819" y="217048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87168" y="1291346"/>
              <a:ext cx="636425" cy="115208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880624" y="183871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880624" y="1838719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637860" y="244883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637860" y="244883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083882" y="230909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33" y="31993"/>
                  </a:moveTo>
                  <a:lnTo>
                    <a:pt x="4979" y="27991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91"/>
                  </a:lnTo>
                  <a:lnTo>
                    <a:pt x="15933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083882" y="230909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67" y="15984"/>
                  </a:moveTo>
                  <a:lnTo>
                    <a:pt x="26887" y="27991"/>
                  </a:lnTo>
                  <a:lnTo>
                    <a:pt x="15933" y="31993"/>
                  </a:lnTo>
                  <a:lnTo>
                    <a:pt x="4979" y="27991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501755" y="264265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501755" y="264265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2081842" y="183880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33" y="31969"/>
                  </a:move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73"/>
                  </a:lnTo>
                  <a:lnTo>
                    <a:pt x="15933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081842" y="1838807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67" y="15984"/>
                  </a:moveTo>
                  <a:lnTo>
                    <a:pt x="26887" y="27973"/>
                  </a:lnTo>
                  <a:lnTo>
                    <a:pt x="15933" y="31969"/>
                  </a:ln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763098" y="255779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93"/>
                  </a:move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  <a:lnTo>
                    <a:pt x="26914" y="27997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763098" y="255779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6008"/>
                  </a:moveTo>
                  <a:lnTo>
                    <a:pt x="26914" y="27997"/>
                  </a:lnTo>
                  <a:lnTo>
                    <a:pt x="15949" y="31993"/>
                  </a:lnTo>
                  <a:lnTo>
                    <a:pt x="4984" y="27997"/>
                  </a:lnTo>
                  <a:lnTo>
                    <a:pt x="0" y="16008"/>
                  </a:lnTo>
                  <a:lnTo>
                    <a:pt x="4984" y="4002"/>
                  </a:lnTo>
                  <a:lnTo>
                    <a:pt x="15949" y="0"/>
                  </a:lnTo>
                  <a:lnTo>
                    <a:pt x="26914" y="4002"/>
                  </a:lnTo>
                  <a:lnTo>
                    <a:pt x="31899" y="16008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872507" y="207251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872507" y="2072513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2668452" y="245905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668452" y="245905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260171" y="258197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60171" y="2581975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158419" y="284690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33" y="31969"/>
                  </a:move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73"/>
                  </a:lnTo>
                  <a:lnTo>
                    <a:pt x="15933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58419" y="284690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67" y="15984"/>
                  </a:moveTo>
                  <a:lnTo>
                    <a:pt x="26887" y="27973"/>
                  </a:lnTo>
                  <a:lnTo>
                    <a:pt x="15933" y="31969"/>
                  </a:ln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275371" y="245183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275371" y="2451830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802877" y="265409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33" y="31969"/>
                  </a:move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  <a:lnTo>
                    <a:pt x="26887" y="27973"/>
                  </a:lnTo>
                  <a:lnTo>
                    <a:pt x="15933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802877" y="2654094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67" y="15984"/>
                  </a:moveTo>
                  <a:lnTo>
                    <a:pt x="26887" y="27973"/>
                  </a:lnTo>
                  <a:lnTo>
                    <a:pt x="15933" y="31969"/>
                  </a:lnTo>
                  <a:lnTo>
                    <a:pt x="4979" y="27973"/>
                  </a:lnTo>
                  <a:lnTo>
                    <a:pt x="0" y="15984"/>
                  </a:lnTo>
                  <a:lnTo>
                    <a:pt x="4979" y="3996"/>
                  </a:lnTo>
                  <a:lnTo>
                    <a:pt x="15933" y="0"/>
                  </a:lnTo>
                  <a:lnTo>
                    <a:pt x="26887" y="3996"/>
                  </a:lnTo>
                  <a:lnTo>
                    <a:pt x="31867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634578" y="89807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634578" y="89807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8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8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2510009" y="108621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15949" y="31993"/>
                  </a:move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91"/>
                  </a:lnTo>
                  <a:lnTo>
                    <a:pt x="15949" y="319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510009" y="1086212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4">
                  <a:moveTo>
                    <a:pt x="31899" y="15984"/>
                  </a:moveTo>
                  <a:lnTo>
                    <a:pt x="26914" y="27991"/>
                  </a:lnTo>
                  <a:lnTo>
                    <a:pt x="15949" y="31993"/>
                  </a:lnTo>
                  <a:lnTo>
                    <a:pt x="4984" y="27991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927063" y="228302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15949" y="31969"/>
                  </a:move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  <a:lnTo>
                    <a:pt x="26914" y="27973"/>
                  </a:lnTo>
                  <a:lnTo>
                    <a:pt x="15949" y="31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927063" y="228302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31899" y="15984"/>
                  </a:moveTo>
                  <a:lnTo>
                    <a:pt x="26914" y="27973"/>
                  </a:lnTo>
                  <a:lnTo>
                    <a:pt x="15949" y="31969"/>
                  </a:lnTo>
                  <a:lnTo>
                    <a:pt x="4984" y="27973"/>
                  </a:lnTo>
                  <a:lnTo>
                    <a:pt x="0" y="15984"/>
                  </a:lnTo>
                  <a:lnTo>
                    <a:pt x="4984" y="3996"/>
                  </a:lnTo>
                  <a:lnTo>
                    <a:pt x="15949" y="0"/>
                  </a:lnTo>
                  <a:lnTo>
                    <a:pt x="26914" y="3996"/>
                  </a:lnTo>
                  <a:lnTo>
                    <a:pt x="31899" y="15984"/>
                  </a:lnTo>
                </a:path>
              </a:pathLst>
            </a:custGeom>
            <a:ln w="5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838992" y="463898"/>
              <a:ext cx="3212465" cy="3236595"/>
            </a:xfrm>
            <a:custGeom>
              <a:avLst/>
              <a:gdLst/>
              <a:ahLst/>
              <a:cxnLst/>
              <a:rect l="l" t="t" r="r" b="b"/>
              <a:pathLst>
                <a:path w="3212465" h="3236595">
                  <a:moveTo>
                    <a:pt x="0" y="3236353"/>
                  </a:moveTo>
                  <a:lnTo>
                    <a:pt x="3212047" y="3236353"/>
                  </a:lnTo>
                  <a:lnTo>
                    <a:pt x="3212047" y="0"/>
                  </a:lnTo>
                  <a:lnTo>
                    <a:pt x="0" y="0"/>
                  </a:lnTo>
                  <a:lnTo>
                    <a:pt x="0" y="3236353"/>
                  </a:lnTo>
                  <a:close/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20572" y="2056777"/>
              <a:ext cx="74930" cy="1522095"/>
            </a:xfrm>
            <a:custGeom>
              <a:avLst/>
              <a:gdLst/>
              <a:ahLst/>
              <a:cxnLst/>
              <a:rect l="l" t="t" r="r" b="b"/>
              <a:pathLst>
                <a:path w="74929" h="1522095">
                  <a:moveTo>
                    <a:pt x="34632" y="780237"/>
                  </a:moveTo>
                  <a:lnTo>
                    <a:pt x="8890" y="780237"/>
                  </a:lnTo>
                  <a:lnTo>
                    <a:pt x="10388" y="777519"/>
                  </a:lnTo>
                  <a:lnTo>
                    <a:pt x="13893" y="773455"/>
                  </a:lnTo>
                  <a:lnTo>
                    <a:pt x="19177" y="768858"/>
                  </a:lnTo>
                  <a:lnTo>
                    <a:pt x="28295" y="760742"/>
                  </a:lnTo>
                  <a:lnTo>
                    <a:pt x="33870" y="748284"/>
                  </a:lnTo>
                  <a:lnTo>
                    <a:pt x="33705" y="746391"/>
                  </a:lnTo>
                  <a:lnTo>
                    <a:pt x="19113" y="735368"/>
                  </a:lnTo>
                  <a:lnTo>
                    <a:pt x="16217" y="735431"/>
                  </a:lnTo>
                  <a:lnTo>
                    <a:pt x="2222" y="748309"/>
                  </a:lnTo>
                  <a:lnTo>
                    <a:pt x="8661" y="748919"/>
                  </a:lnTo>
                  <a:lnTo>
                    <a:pt x="8953" y="747356"/>
                  </a:lnTo>
                  <a:lnTo>
                    <a:pt x="9550" y="745629"/>
                  </a:lnTo>
                  <a:lnTo>
                    <a:pt x="19939" y="740638"/>
                  </a:lnTo>
                  <a:lnTo>
                    <a:pt x="21031" y="740829"/>
                  </a:lnTo>
                  <a:lnTo>
                    <a:pt x="27406" y="748728"/>
                  </a:lnTo>
                  <a:lnTo>
                    <a:pt x="27178" y="751446"/>
                  </a:lnTo>
                  <a:lnTo>
                    <a:pt x="26504" y="753554"/>
                  </a:lnTo>
                  <a:lnTo>
                    <a:pt x="24752" y="756424"/>
                  </a:lnTo>
                  <a:lnTo>
                    <a:pt x="21920" y="759561"/>
                  </a:lnTo>
                  <a:lnTo>
                    <a:pt x="11150" y="768731"/>
                  </a:lnTo>
                  <a:lnTo>
                    <a:pt x="7327" y="772655"/>
                  </a:lnTo>
                  <a:lnTo>
                    <a:pt x="4356" y="776554"/>
                  </a:lnTo>
                  <a:lnTo>
                    <a:pt x="3086" y="778764"/>
                  </a:lnTo>
                  <a:lnTo>
                    <a:pt x="1943" y="781164"/>
                  </a:lnTo>
                  <a:lnTo>
                    <a:pt x="1943" y="785596"/>
                  </a:lnTo>
                  <a:lnTo>
                    <a:pt x="34632" y="785596"/>
                  </a:lnTo>
                  <a:lnTo>
                    <a:pt x="34632" y="780237"/>
                  </a:lnTo>
                  <a:close/>
                </a:path>
                <a:path w="74929" h="1522095">
                  <a:moveTo>
                    <a:pt x="36169" y="33769"/>
                  </a:moveTo>
                  <a:lnTo>
                    <a:pt x="29222" y="33769"/>
                  </a:lnTo>
                  <a:lnTo>
                    <a:pt x="29222" y="7696"/>
                  </a:lnTo>
                  <a:lnTo>
                    <a:pt x="29222" y="571"/>
                  </a:lnTo>
                  <a:lnTo>
                    <a:pt x="23253" y="571"/>
                  </a:lnTo>
                  <a:lnTo>
                    <a:pt x="23253" y="7696"/>
                  </a:lnTo>
                  <a:lnTo>
                    <a:pt x="23253" y="33769"/>
                  </a:lnTo>
                  <a:lnTo>
                    <a:pt x="5892" y="33769"/>
                  </a:lnTo>
                  <a:lnTo>
                    <a:pt x="5981" y="33642"/>
                  </a:lnTo>
                  <a:lnTo>
                    <a:pt x="6108" y="33515"/>
                  </a:lnTo>
                  <a:lnTo>
                    <a:pt x="7010" y="32359"/>
                  </a:lnTo>
                  <a:lnTo>
                    <a:pt x="8191" y="30708"/>
                  </a:lnTo>
                  <a:lnTo>
                    <a:pt x="8255" y="30581"/>
                  </a:lnTo>
                  <a:lnTo>
                    <a:pt x="21285" y="11303"/>
                  </a:lnTo>
                  <a:lnTo>
                    <a:pt x="21755" y="10414"/>
                  </a:lnTo>
                  <a:lnTo>
                    <a:pt x="21856" y="10287"/>
                  </a:lnTo>
                  <a:lnTo>
                    <a:pt x="22047" y="9906"/>
                  </a:lnTo>
                  <a:lnTo>
                    <a:pt x="22148" y="9779"/>
                  </a:lnTo>
                  <a:lnTo>
                    <a:pt x="22682" y="8813"/>
                  </a:lnTo>
                  <a:lnTo>
                    <a:pt x="22720" y="8686"/>
                  </a:lnTo>
                  <a:lnTo>
                    <a:pt x="23101" y="8013"/>
                  </a:lnTo>
                  <a:lnTo>
                    <a:pt x="23253" y="7696"/>
                  </a:lnTo>
                  <a:lnTo>
                    <a:pt x="23253" y="571"/>
                  </a:lnTo>
                  <a:lnTo>
                    <a:pt x="22593" y="571"/>
                  </a:lnTo>
                  <a:lnTo>
                    <a:pt x="127" y="33769"/>
                  </a:lnTo>
                  <a:lnTo>
                    <a:pt x="0" y="33769"/>
                  </a:lnTo>
                  <a:lnTo>
                    <a:pt x="0" y="38887"/>
                  </a:lnTo>
                  <a:lnTo>
                    <a:pt x="23253" y="38887"/>
                  </a:lnTo>
                  <a:lnTo>
                    <a:pt x="23253" y="50063"/>
                  </a:lnTo>
                  <a:lnTo>
                    <a:pt x="29222" y="50063"/>
                  </a:lnTo>
                  <a:lnTo>
                    <a:pt x="29222" y="38887"/>
                  </a:lnTo>
                  <a:lnTo>
                    <a:pt x="36169" y="38887"/>
                  </a:lnTo>
                  <a:lnTo>
                    <a:pt x="36169" y="33769"/>
                  </a:lnTo>
                  <a:close/>
                </a:path>
                <a:path w="74929" h="1522095">
                  <a:moveTo>
                    <a:pt x="74891" y="1488186"/>
                  </a:moveTo>
                  <a:lnTo>
                    <a:pt x="68643" y="1474304"/>
                  </a:lnTo>
                  <a:lnTo>
                    <a:pt x="68643" y="1489087"/>
                  </a:lnTo>
                  <a:lnTo>
                    <a:pt x="68605" y="1503464"/>
                  </a:lnTo>
                  <a:lnTo>
                    <a:pt x="68503" y="1504137"/>
                  </a:lnTo>
                  <a:lnTo>
                    <a:pt x="68478" y="1504327"/>
                  </a:lnTo>
                  <a:lnTo>
                    <a:pt x="68351" y="1505153"/>
                  </a:lnTo>
                  <a:lnTo>
                    <a:pt x="60579" y="1516430"/>
                  </a:lnTo>
                  <a:lnTo>
                    <a:pt x="55791" y="1516430"/>
                  </a:lnTo>
                  <a:lnTo>
                    <a:pt x="47891" y="1504327"/>
                  </a:lnTo>
                  <a:lnTo>
                    <a:pt x="47891" y="1488186"/>
                  </a:lnTo>
                  <a:lnTo>
                    <a:pt x="48158" y="1486560"/>
                  </a:lnTo>
                  <a:lnTo>
                    <a:pt x="48260" y="1486052"/>
                  </a:lnTo>
                  <a:lnTo>
                    <a:pt x="48323" y="1485785"/>
                  </a:lnTo>
                  <a:lnTo>
                    <a:pt x="48628" y="1484388"/>
                  </a:lnTo>
                  <a:lnTo>
                    <a:pt x="48742" y="1484007"/>
                  </a:lnTo>
                  <a:lnTo>
                    <a:pt x="49034" y="1483017"/>
                  </a:lnTo>
                  <a:lnTo>
                    <a:pt x="49453" y="1481861"/>
                  </a:lnTo>
                  <a:lnTo>
                    <a:pt x="55384" y="1476362"/>
                  </a:lnTo>
                  <a:lnTo>
                    <a:pt x="61175" y="1476362"/>
                  </a:lnTo>
                  <a:lnTo>
                    <a:pt x="68249" y="1486560"/>
                  </a:lnTo>
                  <a:lnTo>
                    <a:pt x="68414" y="1487360"/>
                  </a:lnTo>
                  <a:lnTo>
                    <a:pt x="68503" y="1488186"/>
                  </a:lnTo>
                  <a:lnTo>
                    <a:pt x="68643" y="1489087"/>
                  </a:lnTo>
                  <a:lnTo>
                    <a:pt x="68643" y="1474304"/>
                  </a:lnTo>
                  <a:lnTo>
                    <a:pt x="61112" y="1471066"/>
                  </a:lnTo>
                  <a:lnTo>
                    <a:pt x="55473" y="1471066"/>
                  </a:lnTo>
                  <a:lnTo>
                    <a:pt x="42265" y="1484388"/>
                  </a:lnTo>
                  <a:lnTo>
                    <a:pt x="41897" y="1486052"/>
                  </a:lnTo>
                  <a:lnTo>
                    <a:pt x="41808" y="1486560"/>
                  </a:lnTo>
                  <a:lnTo>
                    <a:pt x="41541" y="1488186"/>
                  </a:lnTo>
                  <a:lnTo>
                    <a:pt x="41554" y="1504327"/>
                  </a:lnTo>
                  <a:lnTo>
                    <a:pt x="55321" y="1521637"/>
                  </a:lnTo>
                  <a:lnTo>
                    <a:pt x="60921" y="1521637"/>
                  </a:lnTo>
                  <a:lnTo>
                    <a:pt x="70916" y="1515440"/>
                  </a:lnTo>
                  <a:lnTo>
                    <a:pt x="71666" y="1514297"/>
                  </a:lnTo>
                  <a:lnTo>
                    <a:pt x="74853" y="1504327"/>
                  </a:lnTo>
                  <a:lnTo>
                    <a:pt x="74891" y="1488186"/>
                  </a:lnTo>
                  <a:close/>
                </a:path>
                <a:path w="74929" h="1522095">
                  <a:moveTo>
                    <a:pt x="74891" y="752652"/>
                  </a:moveTo>
                  <a:lnTo>
                    <a:pt x="71996" y="743102"/>
                  </a:lnTo>
                  <a:lnTo>
                    <a:pt x="71158" y="741667"/>
                  </a:lnTo>
                  <a:lnTo>
                    <a:pt x="68643" y="738771"/>
                  </a:lnTo>
                  <a:lnTo>
                    <a:pt x="68643" y="753554"/>
                  </a:lnTo>
                  <a:lnTo>
                    <a:pt x="68605" y="767930"/>
                  </a:lnTo>
                  <a:lnTo>
                    <a:pt x="68503" y="768604"/>
                  </a:lnTo>
                  <a:lnTo>
                    <a:pt x="68478" y="768794"/>
                  </a:lnTo>
                  <a:lnTo>
                    <a:pt x="68351" y="769620"/>
                  </a:lnTo>
                  <a:lnTo>
                    <a:pt x="60579" y="780897"/>
                  </a:lnTo>
                  <a:lnTo>
                    <a:pt x="55791" y="780897"/>
                  </a:lnTo>
                  <a:lnTo>
                    <a:pt x="47891" y="768794"/>
                  </a:lnTo>
                  <a:lnTo>
                    <a:pt x="47891" y="752652"/>
                  </a:lnTo>
                  <a:lnTo>
                    <a:pt x="48158" y="751027"/>
                  </a:lnTo>
                  <a:lnTo>
                    <a:pt x="48260" y="750519"/>
                  </a:lnTo>
                  <a:lnTo>
                    <a:pt x="48323" y="750265"/>
                  </a:lnTo>
                  <a:lnTo>
                    <a:pt x="48628" y="748855"/>
                  </a:lnTo>
                  <a:lnTo>
                    <a:pt x="48742" y="748474"/>
                  </a:lnTo>
                  <a:lnTo>
                    <a:pt x="49034" y="747483"/>
                  </a:lnTo>
                  <a:lnTo>
                    <a:pt x="49453" y="746328"/>
                  </a:lnTo>
                  <a:lnTo>
                    <a:pt x="55384" y="740829"/>
                  </a:lnTo>
                  <a:lnTo>
                    <a:pt x="61175" y="740829"/>
                  </a:lnTo>
                  <a:lnTo>
                    <a:pt x="68249" y="751027"/>
                  </a:lnTo>
                  <a:lnTo>
                    <a:pt x="68414" y="751827"/>
                  </a:lnTo>
                  <a:lnTo>
                    <a:pt x="68503" y="752652"/>
                  </a:lnTo>
                  <a:lnTo>
                    <a:pt x="68643" y="753554"/>
                  </a:lnTo>
                  <a:lnTo>
                    <a:pt x="68643" y="738771"/>
                  </a:lnTo>
                  <a:lnTo>
                    <a:pt x="61112" y="735533"/>
                  </a:lnTo>
                  <a:lnTo>
                    <a:pt x="55473" y="735533"/>
                  </a:lnTo>
                  <a:lnTo>
                    <a:pt x="42265" y="748855"/>
                  </a:lnTo>
                  <a:lnTo>
                    <a:pt x="41897" y="750519"/>
                  </a:lnTo>
                  <a:lnTo>
                    <a:pt x="41808" y="751027"/>
                  </a:lnTo>
                  <a:lnTo>
                    <a:pt x="41541" y="752652"/>
                  </a:lnTo>
                  <a:lnTo>
                    <a:pt x="41554" y="768794"/>
                  </a:lnTo>
                  <a:lnTo>
                    <a:pt x="55321" y="786117"/>
                  </a:lnTo>
                  <a:lnTo>
                    <a:pt x="60921" y="786117"/>
                  </a:lnTo>
                  <a:lnTo>
                    <a:pt x="70916" y="779907"/>
                  </a:lnTo>
                  <a:lnTo>
                    <a:pt x="71666" y="778764"/>
                  </a:lnTo>
                  <a:lnTo>
                    <a:pt x="74853" y="768794"/>
                  </a:lnTo>
                  <a:lnTo>
                    <a:pt x="74891" y="752652"/>
                  </a:lnTo>
                  <a:close/>
                </a:path>
                <a:path w="74929" h="1522095">
                  <a:moveTo>
                    <a:pt x="74891" y="17119"/>
                  </a:moveTo>
                  <a:lnTo>
                    <a:pt x="71996" y="7569"/>
                  </a:lnTo>
                  <a:lnTo>
                    <a:pt x="71158" y="6134"/>
                  </a:lnTo>
                  <a:lnTo>
                    <a:pt x="68643" y="3238"/>
                  </a:lnTo>
                  <a:lnTo>
                    <a:pt x="68643" y="18021"/>
                  </a:lnTo>
                  <a:lnTo>
                    <a:pt x="68605" y="32397"/>
                  </a:lnTo>
                  <a:lnTo>
                    <a:pt x="68503" y="33070"/>
                  </a:lnTo>
                  <a:lnTo>
                    <a:pt x="68478" y="33261"/>
                  </a:lnTo>
                  <a:lnTo>
                    <a:pt x="68351" y="34086"/>
                  </a:lnTo>
                  <a:lnTo>
                    <a:pt x="60579" y="45364"/>
                  </a:lnTo>
                  <a:lnTo>
                    <a:pt x="55791" y="45364"/>
                  </a:lnTo>
                  <a:lnTo>
                    <a:pt x="47891" y="33261"/>
                  </a:lnTo>
                  <a:lnTo>
                    <a:pt x="47891" y="17119"/>
                  </a:lnTo>
                  <a:lnTo>
                    <a:pt x="48158" y="15494"/>
                  </a:lnTo>
                  <a:lnTo>
                    <a:pt x="48260" y="14986"/>
                  </a:lnTo>
                  <a:lnTo>
                    <a:pt x="48323" y="14732"/>
                  </a:lnTo>
                  <a:lnTo>
                    <a:pt x="48628" y="13322"/>
                  </a:lnTo>
                  <a:lnTo>
                    <a:pt x="48742" y="12941"/>
                  </a:lnTo>
                  <a:lnTo>
                    <a:pt x="49022" y="11976"/>
                  </a:lnTo>
                  <a:lnTo>
                    <a:pt x="49466" y="10769"/>
                  </a:lnTo>
                  <a:lnTo>
                    <a:pt x="55384" y="5295"/>
                  </a:lnTo>
                  <a:lnTo>
                    <a:pt x="61175" y="5295"/>
                  </a:lnTo>
                  <a:lnTo>
                    <a:pt x="68249" y="15494"/>
                  </a:lnTo>
                  <a:lnTo>
                    <a:pt x="68414" y="16294"/>
                  </a:lnTo>
                  <a:lnTo>
                    <a:pt x="68503" y="17119"/>
                  </a:lnTo>
                  <a:lnTo>
                    <a:pt x="68643" y="18021"/>
                  </a:lnTo>
                  <a:lnTo>
                    <a:pt x="68643" y="3238"/>
                  </a:lnTo>
                  <a:lnTo>
                    <a:pt x="61112" y="0"/>
                  </a:lnTo>
                  <a:lnTo>
                    <a:pt x="55473" y="0"/>
                  </a:lnTo>
                  <a:lnTo>
                    <a:pt x="42265" y="13322"/>
                  </a:lnTo>
                  <a:lnTo>
                    <a:pt x="41897" y="14986"/>
                  </a:lnTo>
                  <a:lnTo>
                    <a:pt x="41808" y="15494"/>
                  </a:lnTo>
                  <a:lnTo>
                    <a:pt x="41541" y="17119"/>
                  </a:lnTo>
                  <a:lnTo>
                    <a:pt x="41554" y="33261"/>
                  </a:lnTo>
                  <a:lnTo>
                    <a:pt x="55321" y="50584"/>
                  </a:lnTo>
                  <a:lnTo>
                    <a:pt x="60921" y="50584"/>
                  </a:lnTo>
                  <a:lnTo>
                    <a:pt x="70916" y="44386"/>
                  </a:lnTo>
                  <a:lnTo>
                    <a:pt x="71666" y="43230"/>
                  </a:lnTo>
                  <a:lnTo>
                    <a:pt x="74853" y="33261"/>
                  </a:lnTo>
                  <a:lnTo>
                    <a:pt x="74891" y="17119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113" y="1321236"/>
              <a:ext cx="72359" cy="50645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2327" y="585704"/>
              <a:ext cx="73145" cy="50581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816653" y="611043"/>
              <a:ext cx="3088640" cy="3112135"/>
            </a:xfrm>
            <a:custGeom>
              <a:avLst/>
              <a:gdLst/>
              <a:ahLst/>
              <a:cxnLst/>
              <a:rect l="l" t="t" r="r" b="b"/>
              <a:pathLst>
                <a:path w="3088640" h="3112135">
                  <a:moveTo>
                    <a:pt x="0" y="2942096"/>
                  </a:moveTo>
                  <a:lnTo>
                    <a:pt x="22338" y="2942096"/>
                  </a:lnTo>
                </a:path>
                <a:path w="3088640" h="3112135">
                  <a:moveTo>
                    <a:pt x="0" y="2206564"/>
                  </a:moveTo>
                  <a:lnTo>
                    <a:pt x="22338" y="2206564"/>
                  </a:lnTo>
                </a:path>
                <a:path w="3088640" h="3112135">
                  <a:moveTo>
                    <a:pt x="0" y="1471064"/>
                  </a:moveTo>
                  <a:lnTo>
                    <a:pt x="22338" y="1471064"/>
                  </a:lnTo>
                </a:path>
                <a:path w="3088640" h="3112135">
                  <a:moveTo>
                    <a:pt x="0" y="735532"/>
                  </a:moveTo>
                  <a:lnTo>
                    <a:pt x="22338" y="735532"/>
                  </a:lnTo>
                </a:path>
                <a:path w="3088640" h="3112135">
                  <a:moveTo>
                    <a:pt x="0" y="0"/>
                  </a:moveTo>
                  <a:lnTo>
                    <a:pt x="22338" y="0"/>
                  </a:lnTo>
                </a:path>
                <a:path w="3088640" h="3112135">
                  <a:moveTo>
                    <a:pt x="168354" y="3111640"/>
                  </a:moveTo>
                  <a:lnTo>
                    <a:pt x="168354" y="3089208"/>
                  </a:lnTo>
                </a:path>
                <a:path w="3088640" h="3112135">
                  <a:moveTo>
                    <a:pt x="898366" y="3111640"/>
                  </a:moveTo>
                  <a:lnTo>
                    <a:pt x="898366" y="3089208"/>
                  </a:lnTo>
                </a:path>
                <a:path w="3088640" h="3112135">
                  <a:moveTo>
                    <a:pt x="2358390" y="3111640"/>
                  </a:moveTo>
                  <a:lnTo>
                    <a:pt x="2358390" y="3089208"/>
                  </a:lnTo>
                </a:path>
                <a:path w="3088640" h="3112135">
                  <a:moveTo>
                    <a:pt x="3088402" y="3111640"/>
                  </a:moveTo>
                  <a:lnTo>
                    <a:pt x="3088402" y="3089208"/>
                  </a:lnTo>
                </a:path>
              </a:pathLst>
            </a:custGeom>
            <a:ln w="871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47940" y="3739883"/>
              <a:ext cx="2243455" cy="51435"/>
            </a:xfrm>
            <a:custGeom>
              <a:avLst/>
              <a:gdLst/>
              <a:ahLst/>
              <a:cxnLst/>
              <a:rect l="l" t="t" r="r" b="b"/>
              <a:pathLst>
                <a:path w="2243455" h="51435">
                  <a:moveTo>
                    <a:pt x="34036" y="34124"/>
                  </a:moveTo>
                  <a:lnTo>
                    <a:pt x="17399" y="18656"/>
                  </a:lnTo>
                  <a:lnTo>
                    <a:pt x="15455" y="18783"/>
                  </a:lnTo>
                  <a:lnTo>
                    <a:pt x="12103" y="19583"/>
                  </a:lnTo>
                  <a:lnTo>
                    <a:pt x="9372" y="20828"/>
                  </a:lnTo>
                  <a:lnTo>
                    <a:pt x="7899" y="21818"/>
                  </a:lnTo>
                  <a:lnTo>
                    <a:pt x="8826" y="6096"/>
                  </a:lnTo>
                  <a:lnTo>
                    <a:pt x="31165" y="6096"/>
                  </a:lnTo>
                  <a:lnTo>
                    <a:pt x="31165" y="736"/>
                  </a:lnTo>
                  <a:lnTo>
                    <a:pt x="3086" y="736"/>
                  </a:lnTo>
                  <a:lnTo>
                    <a:pt x="1435" y="27381"/>
                  </a:lnTo>
                  <a:lnTo>
                    <a:pt x="7620" y="27381"/>
                  </a:lnTo>
                  <a:lnTo>
                    <a:pt x="10096" y="25527"/>
                  </a:lnTo>
                  <a:lnTo>
                    <a:pt x="11404" y="24853"/>
                  </a:lnTo>
                  <a:lnTo>
                    <a:pt x="15265" y="23901"/>
                  </a:lnTo>
                  <a:lnTo>
                    <a:pt x="18707" y="23926"/>
                  </a:lnTo>
                  <a:lnTo>
                    <a:pt x="20866" y="24447"/>
                  </a:lnTo>
                  <a:lnTo>
                    <a:pt x="27470" y="33807"/>
                  </a:lnTo>
                  <a:lnTo>
                    <a:pt x="27368" y="36360"/>
                  </a:lnTo>
                  <a:lnTo>
                    <a:pt x="18072" y="45720"/>
                  </a:lnTo>
                  <a:lnTo>
                    <a:pt x="15201" y="45720"/>
                  </a:lnTo>
                  <a:lnTo>
                    <a:pt x="6375" y="38442"/>
                  </a:lnTo>
                  <a:lnTo>
                    <a:pt x="0" y="39166"/>
                  </a:lnTo>
                  <a:lnTo>
                    <a:pt x="15748" y="50927"/>
                  </a:lnTo>
                  <a:lnTo>
                    <a:pt x="18199" y="50901"/>
                  </a:lnTo>
                  <a:lnTo>
                    <a:pt x="33743" y="37668"/>
                  </a:lnTo>
                  <a:lnTo>
                    <a:pt x="34036" y="34124"/>
                  </a:lnTo>
                  <a:close/>
                </a:path>
                <a:path w="2243455" h="51435">
                  <a:moveTo>
                    <a:pt x="73698" y="17310"/>
                  </a:moveTo>
                  <a:lnTo>
                    <a:pt x="67424" y="3390"/>
                  </a:lnTo>
                  <a:lnTo>
                    <a:pt x="67424" y="18173"/>
                  </a:lnTo>
                  <a:lnTo>
                    <a:pt x="67360" y="32562"/>
                  </a:lnTo>
                  <a:lnTo>
                    <a:pt x="59372" y="45529"/>
                  </a:lnTo>
                  <a:lnTo>
                    <a:pt x="59639" y="45529"/>
                  </a:lnTo>
                  <a:lnTo>
                    <a:pt x="57962" y="45758"/>
                  </a:lnTo>
                  <a:lnTo>
                    <a:pt x="55994" y="45758"/>
                  </a:lnTo>
                  <a:lnTo>
                    <a:pt x="54317" y="45529"/>
                  </a:lnTo>
                  <a:lnTo>
                    <a:pt x="54584" y="45529"/>
                  </a:lnTo>
                  <a:lnTo>
                    <a:pt x="53251" y="45148"/>
                  </a:lnTo>
                  <a:lnTo>
                    <a:pt x="46685" y="33426"/>
                  </a:lnTo>
                  <a:lnTo>
                    <a:pt x="46685" y="17310"/>
                  </a:lnTo>
                  <a:lnTo>
                    <a:pt x="46951" y="15659"/>
                  </a:lnTo>
                  <a:lnTo>
                    <a:pt x="47053" y="15138"/>
                  </a:lnTo>
                  <a:lnTo>
                    <a:pt x="47117" y="14884"/>
                  </a:lnTo>
                  <a:lnTo>
                    <a:pt x="47421" y="13487"/>
                  </a:lnTo>
                  <a:lnTo>
                    <a:pt x="54178" y="5461"/>
                  </a:lnTo>
                  <a:lnTo>
                    <a:pt x="59969" y="5461"/>
                  </a:lnTo>
                  <a:lnTo>
                    <a:pt x="67043" y="15659"/>
                  </a:lnTo>
                  <a:lnTo>
                    <a:pt x="67208" y="16459"/>
                  </a:lnTo>
                  <a:lnTo>
                    <a:pt x="67297" y="17310"/>
                  </a:lnTo>
                  <a:lnTo>
                    <a:pt x="67424" y="18173"/>
                  </a:lnTo>
                  <a:lnTo>
                    <a:pt x="67424" y="3390"/>
                  </a:lnTo>
                  <a:lnTo>
                    <a:pt x="60579" y="279"/>
                  </a:lnTo>
                  <a:lnTo>
                    <a:pt x="53568" y="279"/>
                  </a:lnTo>
                  <a:lnTo>
                    <a:pt x="43383" y="7416"/>
                  </a:lnTo>
                  <a:lnTo>
                    <a:pt x="42621" y="8940"/>
                  </a:lnTo>
                  <a:lnTo>
                    <a:pt x="42037" y="10312"/>
                  </a:lnTo>
                  <a:lnTo>
                    <a:pt x="41719" y="11214"/>
                  </a:lnTo>
                  <a:lnTo>
                    <a:pt x="41135" y="13093"/>
                  </a:lnTo>
                  <a:lnTo>
                    <a:pt x="41059" y="13487"/>
                  </a:lnTo>
                  <a:lnTo>
                    <a:pt x="40690" y="15138"/>
                  </a:lnTo>
                  <a:lnTo>
                    <a:pt x="40601" y="15659"/>
                  </a:lnTo>
                  <a:lnTo>
                    <a:pt x="40322" y="17310"/>
                  </a:lnTo>
                  <a:lnTo>
                    <a:pt x="40335" y="33426"/>
                  </a:lnTo>
                  <a:lnTo>
                    <a:pt x="54114" y="50736"/>
                  </a:lnTo>
                  <a:lnTo>
                    <a:pt x="59715" y="50736"/>
                  </a:lnTo>
                  <a:lnTo>
                    <a:pt x="73647" y="33426"/>
                  </a:lnTo>
                  <a:lnTo>
                    <a:pt x="73698" y="17310"/>
                  </a:lnTo>
                  <a:close/>
                </a:path>
                <a:path w="2243455" h="51435">
                  <a:moveTo>
                    <a:pt x="763435" y="736"/>
                  </a:moveTo>
                  <a:lnTo>
                    <a:pt x="730808" y="736"/>
                  </a:lnTo>
                  <a:lnTo>
                    <a:pt x="730808" y="6096"/>
                  </a:lnTo>
                  <a:lnTo>
                    <a:pt x="757351" y="6096"/>
                  </a:lnTo>
                  <a:lnTo>
                    <a:pt x="752576" y="13423"/>
                  </a:lnTo>
                  <a:lnTo>
                    <a:pt x="739927" y="50253"/>
                  </a:lnTo>
                  <a:lnTo>
                    <a:pt x="746518" y="50253"/>
                  </a:lnTo>
                  <a:lnTo>
                    <a:pt x="746709" y="45300"/>
                  </a:lnTo>
                  <a:lnTo>
                    <a:pt x="747509" y="39458"/>
                  </a:lnTo>
                  <a:lnTo>
                    <a:pt x="763435" y="5842"/>
                  </a:lnTo>
                  <a:lnTo>
                    <a:pt x="763435" y="736"/>
                  </a:lnTo>
                  <a:close/>
                </a:path>
                <a:path w="2243455" h="51435">
                  <a:moveTo>
                    <a:pt x="803973" y="34124"/>
                  </a:moveTo>
                  <a:lnTo>
                    <a:pt x="787336" y="18656"/>
                  </a:lnTo>
                  <a:lnTo>
                    <a:pt x="784212" y="18973"/>
                  </a:lnTo>
                  <a:lnTo>
                    <a:pt x="781062" y="19964"/>
                  </a:lnTo>
                  <a:lnTo>
                    <a:pt x="778891" y="21056"/>
                  </a:lnTo>
                  <a:lnTo>
                    <a:pt x="777811" y="21818"/>
                  </a:lnTo>
                  <a:lnTo>
                    <a:pt x="778764" y="6096"/>
                  </a:lnTo>
                  <a:lnTo>
                    <a:pt x="801103" y="6096"/>
                  </a:lnTo>
                  <a:lnTo>
                    <a:pt x="801103" y="736"/>
                  </a:lnTo>
                  <a:lnTo>
                    <a:pt x="773036" y="736"/>
                  </a:lnTo>
                  <a:lnTo>
                    <a:pt x="771372" y="27381"/>
                  </a:lnTo>
                  <a:lnTo>
                    <a:pt x="777557" y="27381"/>
                  </a:lnTo>
                  <a:lnTo>
                    <a:pt x="780046" y="25527"/>
                  </a:lnTo>
                  <a:lnTo>
                    <a:pt x="783551" y="24155"/>
                  </a:lnTo>
                  <a:lnTo>
                    <a:pt x="786739" y="23799"/>
                  </a:lnTo>
                  <a:lnTo>
                    <a:pt x="789127" y="23990"/>
                  </a:lnTo>
                  <a:lnTo>
                    <a:pt x="791997" y="24917"/>
                  </a:lnTo>
                  <a:lnTo>
                    <a:pt x="797407" y="34798"/>
                  </a:lnTo>
                  <a:lnTo>
                    <a:pt x="796937" y="38303"/>
                  </a:lnTo>
                  <a:lnTo>
                    <a:pt x="788009" y="45720"/>
                  </a:lnTo>
                  <a:lnTo>
                    <a:pt x="785139" y="45720"/>
                  </a:lnTo>
                  <a:lnTo>
                    <a:pt x="776312" y="38442"/>
                  </a:lnTo>
                  <a:lnTo>
                    <a:pt x="769937" y="39166"/>
                  </a:lnTo>
                  <a:lnTo>
                    <a:pt x="786447" y="50965"/>
                  </a:lnTo>
                  <a:lnTo>
                    <a:pt x="788136" y="50901"/>
                  </a:lnTo>
                  <a:lnTo>
                    <a:pt x="803694" y="37668"/>
                  </a:lnTo>
                  <a:lnTo>
                    <a:pt x="803973" y="34124"/>
                  </a:lnTo>
                  <a:close/>
                </a:path>
                <a:path w="2243455" h="51435">
                  <a:moveTo>
                    <a:pt x="2203615" y="44856"/>
                  </a:moveTo>
                  <a:lnTo>
                    <a:pt x="2191601" y="44856"/>
                  </a:lnTo>
                  <a:lnTo>
                    <a:pt x="2191601" y="736"/>
                  </a:lnTo>
                  <a:lnTo>
                    <a:pt x="2185771" y="736"/>
                  </a:lnTo>
                  <a:lnTo>
                    <a:pt x="2174100" y="8788"/>
                  </a:lnTo>
                  <a:lnTo>
                    <a:pt x="2174100" y="14757"/>
                  </a:lnTo>
                  <a:lnTo>
                    <a:pt x="2185251" y="6769"/>
                  </a:lnTo>
                  <a:lnTo>
                    <a:pt x="2185251" y="44856"/>
                  </a:lnTo>
                  <a:lnTo>
                    <a:pt x="2172665" y="44856"/>
                  </a:lnTo>
                  <a:lnTo>
                    <a:pt x="2172665" y="50253"/>
                  </a:lnTo>
                  <a:lnTo>
                    <a:pt x="2203615" y="50253"/>
                  </a:lnTo>
                  <a:lnTo>
                    <a:pt x="2203615" y="44856"/>
                  </a:lnTo>
                  <a:close/>
                </a:path>
                <a:path w="2243455" h="51435">
                  <a:moveTo>
                    <a:pt x="2243442" y="44856"/>
                  </a:moveTo>
                  <a:lnTo>
                    <a:pt x="2217661" y="44856"/>
                  </a:lnTo>
                  <a:lnTo>
                    <a:pt x="2218690" y="42913"/>
                  </a:lnTo>
                  <a:lnTo>
                    <a:pt x="2220633" y="40284"/>
                  </a:lnTo>
                  <a:lnTo>
                    <a:pt x="2224201" y="36677"/>
                  </a:lnTo>
                  <a:lnTo>
                    <a:pt x="2233536" y="28790"/>
                  </a:lnTo>
                  <a:lnTo>
                    <a:pt x="2237778" y="24599"/>
                  </a:lnTo>
                  <a:lnTo>
                    <a:pt x="2240737" y="20485"/>
                  </a:lnTo>
                  <a:lnTo>
                    <a:pt x="2242235" y="16929"/>
                  </a:lnTo>
                  <a:lnTo>
                    <a:pt x="2242515" y="15494"/>
                  </a:lnTo>
                  <a:lnTo>
                    <a:pt x="2242655" y="14058"/>
                  </a:lnTo>
                  <a:lnTo>
                    <a:pt x="2242578" y="11633"/>
                  </a:lnTo>
                  <a:lnTo>
                    <a:pt x="2226424" y="0"/>
                  </a:lnTo>
                  <a:lnTo>
                    <a:pt x="2222982" y="342"/>
                  </a:lnTo>
                  <a:lnTo>
                    <a:pt x="2211006" y="12966"/>
                  </a:lnTo>
                  <a:lnTo>
                    <a:pt x="2217470" y="13550"/>
                  </a:lnTo>
                  <a:lnTo>
                    <a:pt x="2217851" y="11595"/>
                  </a:lnTo>
                  <a:lnTo>
                    <a:pt x="2218690" y="9613"/>
                  </a:lnTo>
                  <a:lnTo>
                    <a:pt x="2227161" y="5168"/>
                  </a:lnTo>
                  <a:lnTo>
                    <a:pt x="2229840" y="5461"/>
                  </a:lnTo>
                  <a:lnTo>
                    <a:pt x="2236178" y="14376"/>
                  </a:lnTo>
                  <a:lnTo>
                    <a:pt x="2236051" y="15532"/>
                  </a:lnTo>
                  <a:lnTo>
                    <a:pt x="2222766" y="30861"/>
                  </a:lnTo>
                  <a:lnTo>
                    <a:pt x="2217191" y="36106"/>
                  </a:lnTo>
                  <a:lnTo>
                    <a:pt x="2213622" y="40513"/>
                  </a:lnTo>
                  <a:lnTo>
                    <a:pt x="2212276" y="42659"/>
                  </a:lnTo>
                  <a:lnTo>
                    <a:pt x="2210752" y="45783"/>
                  </a:lnTo>
                  <a:lnTo>
                    <a:pt x="2210752" y="50253"/>
                  </a:lnTo>
                  <a:lnTo>
                    <a:pt x="2243442" y="50253"/>
                  </a:lnTo>
                  <a:lnTo>
                    <a:pt x="2243442" y="4485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90603" y="3700252"/>
              <a:ext cx="110991" cy="189131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3197860" y="3739971"/>
              <a:ext cx="763905" cy="51435"/>
            </a:xfrm>
            <a:custGeom>
              <a:avLst/>
              <a:gdLst/>
              <a:ahLst/>
              <a:cxnLst/>
              <a:rect l="l" t="t" r="r" b="b"/>
              <a:pathLst>
                <a:path w="763904" h="51435">
                  <a:moveTo>
                    <a:pt x="34023" y="34036"/>
                  </a:moveTo>
                  <a:lnTo>
                    <a:pt x="17399" y="18567"/>
                  </a:lnTo>
                  <a:lnTo>
                    <a:pt x="15481" y="18694"/>
                  </a:lnTo>
                  <a:lnTo>
                    <a:pt x="12611" y="19342"/>
                  </a:lnTo>
                  <a:lnTo>
                    <a:pt x="10223" y="20294"/>
                  </a:lnTo>
                  <a:lnTo>
                    <a:pt x="7899" y="21729"/>
                  </a:lnTo>
                  <a:lnTo>
                    <a:pt x="8851" y="6007"/>
                  </a:lnTo>
                  <a:lnTo>
                    <a:pt x="31165" y="6007"/>
                  </a:lnTo>
                  <a:lnTo>
                    <a:pt x="31165" y="647"/>
                  </a:lnTo>
                  <a:lnTo>
                    <a:pt x="3086" y="647"/>
                  </a:lnTo>
                  <a:lnTo>
                    <a:pt x="1435" y="27292"/>
                  </a:lnTo>
                  <a:lnTo>
                    <a:pt x="7607" y="27292"/>
                  </a:lnTo>
                  <a:lnTo>
                    <a:pt x="9906" y="25565"/>
                  </a:lnTo>
                  <a:lnTo>
                    <a:pt x="13347" y="24130"/>
                  </a:lnTo>
                  <a:lnTo>
                    <a:pt x="16789" y="23710"/>
                  </a:lnTo>
                  <a:lnTo>
                    <a:pt x="19177" y="23901"/>
                  </a:lnTo>
                  <a:lnTo>
                    <a:pt x="22047" y="24828"/>
                  </a:lnTo>
                  <a:lnTo>
                    <a:pt x="27470" y="35242"/>
                  </a:lnTo>
                  <a:lnTo>
                    <a:pt x="27114" y="37744"/>
                  </a:lnTo>
                  <a:lnTo>
                    <a:pt x="17145" y="45694"/>
                  </a:lnTo>
                  <a:lnTo>
                    <a:pt x="15189" y="45631"/>
                  </a:lnTo>
                  <a:lnTo>
                    <a:pt x="6400" y="38354"/>
                  </a:lnTo>
                  <a:lnTo>
                    <a:pt x="0" y="39077"/>
                  </a:lnTo>
                  <a:lnTo>
                    <a:pt x="16497" y="50876"/>
                  </a:lnTo>
                  <a:lnTo>
                    <a:pt x="19024" y="50749"/>
                  </a:lnTo>
                  <a:lnTo>
                    <a:pt x="33769" y="37579"/>
                  </a:lnTo>
                  <a:lnTo>
                    <a:pt x="34023" y="34036"/>
                  </a:lnTo>
                  <a:close/>
                </a:path>
                <a:path w="763904" h="51435">
                  <a:moveTo>
                    <a:pt x="683704" y="44767"/>
                  </a:moveTo>
                  <a:lnTo>
                    <a:pt x="671690" y="44767"/>
                  </a:lnTo>
                  <a:lnTo>
                    <a:pt x="671690" y="647"/>
                  </a:lnTo>
                  <a:lnTo>
                    <a:pt x="665861" y="647"/>
                  </a:lnTo>
                  <a:lnTo>
                    <a:pt x="654189" y="8699"/>
                  </a:lnTo>
                  <a:lnTo>
                    <a:pt x="654189" y="14668"/>
                  </a:lnTo>
                  <a:lnTo>
                    <a:pt x="665353" y="6680"/>
                  </a:lnTo>
                  <a:lnTo>
                    <a:pt x="665353" y="44767"/>
                  </a:lnTo>
                  <a:lnTo>
                    <a:pt x="652767" y="44767"/>
                  </a:lnTo>
                  <a:lnTo>
                    <a:pt x="652767" y="50165"/>
                  </a:lnTo>
                  <a:lnTo>
                    <a:pt x="683704" y="50165"/>
                  </a:lnTo>
                  <a:lnTo>
                    <a:pt x="683704" y="44767"/>
                  </a:lnTo>
                  <a:close/>
                </a:path>
                <a:path w="763904" h="51435">
                  <a:moveTo>
                    <a:pt x="724141" y="34036"/>
                  </a:moveTo>
                  <a:lnTo>
                    <a:pt x="709612" y="18605"/>
                  </a:lnTo>
                  <a:lnTo>
                    <a:pt x="706170" y="18630"/>
                  </a:lnTo>
                  <a:lnTo>
                    <a:pt x="704354" y="18884"/>
                  </a:lnTo>
                  <a:lnTo>
                    <a:pt x="702691" y="19342"/>
                  </a:lnTo>
                  <a:lnTo>
                    <a:pt x="700303" y="20294"/>
                  </a:lnTo>
                  <a:lnTo>
                    <a:pt x="697979" y="21729"/>
                  </a:lnTo>
                  <a:lnTo>
                    <a:pt x="698931" y="6007"/>
                  </a:lnTo>
                  <a:lnTo>
                    <a:pt x="721245" y="6007"/>
                  </a:lnTo>
                  <a:lnTo>
                    <a:pt x="721245" y="647"/>
                  </a:lnTo>
                  <a:lnTo>
                    <a:pt x="693166" y="647"/>
                  </a:lnTo>
                  <a:lnTo>
                    <a:pt x="691540" y="27292"/>
                  </a:lnTo>
                  <a:lnTo>
                    <a:pt x="697699" y="27292"/>
                  </a:lnTo>
                  <a:lnTo>
                    <a:pt x="699985" y="25565"/>
                  </a:lnTo>
                  <a:lnTo>
                    <a:pt x="702919" y="24257"/>
                  </a:lnTo>
                  <a:lnTo>
                    <a:pt x="705942" y="23749"/>
                  </a:lnTo>
                  <a:lnTo>
                    <a:pt x="707859" y="23749"/>
                  </a:lnTo>
                  <a:lnTo>
                    <a:pt x="717575" y="34709"/>
                  </a:lnTo>
                  <a:lnTo>
                    <a:pt x="717194" y="37744"/>
                  </a:lnTo>
                  <a:lnTo>
                    <a:pt x="706234" y="45694"/>
                  </a:lnTo>
                  <a:lnTo>
                    <a:pt x="703554" y="45415"/>
                  </a:lnTo>
                  <a:lnTo>
                    <a:pt x="696480" y="38354"/>
                  </a:lnTo>
                  <a:lnTo>
                    <a:pt x="690079" y="39077"/>
                  </a:lnTo>
                  <a:lnTo>
                    <a:pt x="706615" y="50876"/>
                  </a:lnTo>
                  <a:lnTo>
                    <a:pt x="709104" y="50749"/>
                  </a:lnTo>
                  <a:lnTo>
                    <a:pt x="723861" y="37579"/>
                  </a:lnTo>
                  <a:lnTo>
                    <a:pt x="724141" y="34036"/>
                  </a:lnTo>
                  <a:close/>
                </a:path>
                <a:path w="763904" h="51435">
                  <a:moveTo>
                    <a:pt x="763752" y="33337"/>
                  </a:moveTo>
                  <a:lnTo>
                    <a:pt x="763625" y="16167"/>
                  </a:lnTo>
                  <a:lnTo>
                    <a:pt x="763498" y="15570"/>
                  </a:lnTo>
                  <a:lnTo>
                    <a:pt x="763397" y="15049"/>
                  </a:lnTo>
                  <a:lnTo>
                    <a:pt x="757415" y="3200"/>
                  </a:lnTo>
                  <a:lnTo>
                    <a:pt x="757415" y="17221"/>
                  </a:lnTo>
                  <a:lnTo>
                    <a:pt x="757339" y="33337"/>
                  </a:lnTo>
                  <a:lnTo>
                    <a:pt x="757097" y="34963"/>
                  </a:lnTo>
                  <a:lnTo>
                    <a:pt x="757008" y="35344"/>
                  </a:lnTo>
                  <a:lnTo>
                    <a:pt x="756932" y="35725"/>
                  </a:lnTo>
                  <a:lnTo>
                    <a:pt x="754926" y="41262"/>
                  </a:lnTo>
                  <a:lnTo>
                    <a:pt x="754672" y="41732"/>
                  </a:lnTo>
                  <a:lnTo>
                    <a:pt x="754354" y="42151"/>
                  </a:lnTo>
                  <a:lnTo>
                    <a:pt x="754062" y="42570"/>
                  </a:lnTo>
                  <a:lnTo>
                    <a:pt x="753427" y="43307"/>
                  </a:lnTo>
                  <a:lnTo>
                    <a:pt x="749452" y="45440"/>
                  </a:lnTo>
                  <a:lnTo>
                    <a:pt x="744664" y="45440"/>
                  </a:lnTo>
                  <a:lnTo>
                    <a:pt x="739724" y="42151"/>
                  </a:lnTo>
                  <a:lnTo>
                    <a:pt x="739406" y="41732"/>
                  </a:lnTo>
                  <a:lnTo>
                    <a:pt x="736917" y="34290"/>
                  </a:lnTo>
                  <a:lnTo>
                    <a:pt x="736765" y="33337"/>
                  </a:lnTo>
                  <a:lnTo>
                    <a:pt x="736765" y="17221"/>
                  </a:lnTo>
                  <a:lnTo>
                    <a:pt x="737019" y="15570"/>
                  </a:lnTo>
                  <a:lnTo>
                    <a:pt x="737133" y="15049"/>
                  </a:lnTo>
                  <a:lnTo>
                    <a:pt x="737501" y="13360"/>
                  </a:lnTo>
                  <a:lnTo>
                    <a:pt x="745210" y="5181"/>
                  </a:lnTo>
                  <a:lnTo>
                    <a:pt x="749160" y="5181"/>
                  </a:lnTo>
                  <a:lnTo>
                    <a:pt x="757250" y="16167"/>
                  </a:lnTo>
                  <a:lnTo>
                    <a:pt x="757415" y="17221"/>
                  </a:lnTo>
                  <a:lnTo>
                    <a:pt x="757415" y="3200"/>
                  </a:lnTo>
                  <a:lnTo>
                    <a:pt x="749312" y="0"/>
                  </a:lnTo>
                  <a:lnTo>
                    <a:pt x="745045" y="0"/>
                  </a:lnTo>
                  <a:lnTo>
                    <a:pt x="733463" y="7327"/>
                  </a:lnTo>
                  <a:lnTo>
                    <a:pt x="732815" y="8597"/>
                  </a:lnTo>
                  <a:lnTo>
                    <a:pt x="730440" y="17221"/>
                  </a:lnTo>
                  <a:lnTo>
                    <a:pt x="730453" y="33337"/>
                  </a:lnTo>
                  <a:lnTo>
                    <a:pt x="730580" y="34290"/>
                  </a:lnTo>
                  <a:lnTo>
                    <a:pt x="730694" y="34963"/>
                  </a:lnTo>
                  <a:lnTo>
                    <a:pt x="730770" y="35344"/>
                  </a:lnTo>
                  <a:lnTo>
                    <a:pt x="730846" y="35725"/>
                  </a:lnTo>
                  <a:lnTo>
                    <a:pt x="744220" y="50647"/>
                  </a:lnTo>
                  <a:lnTo>
                    <a:pt x="749795" y="50647"/>
                  </a:lnTo>
                  <a:lnTo>
                    <a:pt x="759091" y="45440"/>
                  </a:lnTo>
                  <a:lnTo>
                    <a:pt x="759231" y="45288"/>
                  </a:lnTo>
                  <a:lnTo>
                    <a:pt x="763473" y="34963"/>
                  </a:lnTo>
                  <a:lnTo>
                    <a:pt x="763587" y="34290"/>
                  </a:lnTo>
                  <a:lnTo>
                    <a:pt x="763752" y="3333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616209" y="2054052"/>
              <a:ext cx="62230" cy="56515"/>
            </a:xfrm>
            <a:custGeom>
              <a:avLst/>
              <a:gdLst/>
              <a:ahLst/>
              <a:cxnLst/>
              <a:rect l="l" t="t" r="r" b="b"/>
              <a:pathLst>
                <a:path w="62229" h="56514">
                  <a:moveTo>
                    <a:pt x="0" y="56077"/>
                  </a:moveTo>
                  <a:lnTo>
                    <a:pt x="0" y="46843"/>
                  </a:lnTo>
                  <a:lnTo>
                    <a:pt x="29381" y="27991"/>
                  </a:lnTo>
                  <a:lnTo>
                    <a:pt x="0" y="9234"/>
                  </a:lnTo>
                  <a:lnTo>
                    <a:pt x="0" y="0"/>
                  </a:lnTo>
                  <a:lnTo>
                    <a:pt x="36137" y="23901"/>
                  </a:lnTo>
                  <a:lnTo>
                    <a:pt x="61726" y="23901"/>
                  </a:lnTo>
                  <a:lnTo>
                    <a:pt x="61726" y="32272"/>
                  </a:lnTo>
                  <a:lnTo>
                    <a:pt x="36137" y="32272"/>
                  </a:lnTo>
                  <a:lnTo>
                    <a:pt x="0" y="560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4536826" y="795019"/>
            <a:ext cx="58420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Shape: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0" name="object 7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68" name="object 68" descr=""/>
          <p:cNvSpPr txBox="1"/>
          <p:nvPr/>
        </p:nvSpPr>
        <p:spPr>
          <a:xfrm>
            <a:off x="4536826" y="1604644"/>
            <a:ext cx="53975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45">
                <a:latin typeface="Trebuchet MS"/>
                <a:cs typeface="Trebuchet MS"/>
              </a:rPr>
              <a:t>Trend: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4536826" y="2404745"/>
            <a:ext cx="77533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Strength: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0286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1643062"/>
            <a:ext cx="66675" cy="6667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2262187"/>
            <a:ext cx="66675" cy="66674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771524" y="2895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8800" y="461644"/>
            <a:ext cx="7418705" cy="25692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10" b="1">
                <a:latin typeface="Trebuchet MS"/>
                <a:cs typeface="Trebuchet MS"/>
              </a:rPr>
              <a:t>Covariance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</a:pPr>
            <a:r>
              <a:rPr dirty="0" sz="1450" spc="-40" b="1">
                <a:latin typeface="Trebuchet MS"/>
                <a:cs typeface="Trebuchet MS"/>
              </a:rPr>
              <a:t>Covariance</a:t>
            </a:r>
            <a:r>
              <a:rPr dirty="0" sz="1450" spc="-2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numerical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co-</a:t>
            </a:r>
            <a:r>
              <a:rPr dirty="0" sz="1450" spc="-65">
                <a:latin typeface="Trebuchet MS"/>
                <a:cs typeface="Trebuchet MS"/>
              </a:rPr>
              <a:t>vary,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change together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relative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means.</a:t>
            </a:r>
            <a:endParaRPr sz="1450">
              <a:latin typeface="Trebuchet MS"/>
              <a:cs typeface="Trebuchet MS"/>
            </a:endParaRPr>
          </a:p>
          <a:p>
            <a:pPr marL="774065" marR="79121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tend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above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below)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together,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positive.</a:t>
            </a:r>
            <a:endParaRPr sz="1450">
              <a:latin typeface="Trebuchet MS"/>
              <a:cs typeface="Trebuchet MS"/>
            </a:endParaRPr>
          </a:p>
          <a:p>
            <a:pPr marL="774065" marR="32702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If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tends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above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other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30">
                <a:latin typeface="Trebuchet MS"/>
                <a:cs typeface="Trebuchet MS"/>
              </a:rPr>
              <a:t> below,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 </a:t>
            </a:r>
            <a:r>
              <a:rPr dirty="0" sz="1450" spc="-10">
                <a:latin typeface="Trebuchet MS"/>
                <a:cs typeface="Trebuchet MS"/>
              </a:rPr>
              <a:t>negative.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2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(X)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65">
                <a:latin typeface="Trebuchet MS"/>
                <a:cs typeface="Trebuchet MS"/>
              </a:rPr>
              <a:t>(Y)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771524" y="3886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39800" y="3776344"/>
            <a:ext cx="672147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quantity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represents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average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cross-</a:t>
            </a:r>
            <a:r>
              <a:rPr dirty="0" sz="1450" spc="-30" b="1">
                <a:latin typeface="Trebuchet MS"/>
                <a:cs typeface="Trebuchet MS"/>
              </a:rPr>
              <a:t>product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deviations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mean.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648346" y="3258096"/>
            <a:ext cx="105410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65" i="1">
                <a:latin typeface="Verdana"/>
                <a:cs typeface="Verdana"/>
              </a:rPr>
              <a:t>Cov</a:t>
            </a:r>
            <a:r>
              <a:rPr dirty="0" sz="1450" spc="-65">
                <a:latin typeface="Tahoma"/>
                <a:cs typeface="Tahoma"/>
              </a:rPr>
              <a:t>(</a:t>
            </a:r>
            <a:r>
              <a:rPr dirty="0" sz="1550" spc="-65" i="1">
                <a:latin typeface="Verdana"/>
                <a:cs typeface="Verdana"/>
              </a:rPr>
              <a:t>X</a:t>
            </a:r>
            <a:r>
              <a:rPr dirty="0" sz="1450" spc="-65">
                <a:latin typeface="Tahoma"/>
                <a:cs typeface="Tahoma"/>
              </a:rPr>
              <a:t>,</a:t>
            </a:r>
            <a:r>
              <a:rPr dirty="0" sz="1450" spc="-200">
                <a:latin typeface="Tahoma"/>
                <a:cs typeface="Tahoma"/>
              </a:rPr>
              <a:t> </a:t>
            </a:r>
            <a:r>
              <a:rPr dirty="0" sz="1550" spc="-120" i="1">
                <a:latin typeface="Verdana"/>
                <a:cs typeface="Verdana"/>
              </a:rPr>
              <a:t>Y</a:t>
            </a:r>
            <a:r>
              <a:rPr dirty="0" sz="1550" spc="-270" i="1">
                <a:latin typeface="Verdana"/>
                <a:cs typeface="Verdana"/>
              </a:rPr>
              <a:t> </a:t>
            </a:r>
            <a:r>
              <a:rPr dirty="0" sz="1450">
                <a:latin typeface="Tahoma"/>
                <a:cs typeface="Tahoma"/>
              </a:rPr>
              <a:t>)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10">
                <a:latin typeface="Tahoma"/>
                <a:cs typeface="Tahoma"/>
              </a:rPr>
              <a:t>=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277866" y="3125215"/>
            <a:ext cx="176085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</a:pPr>
            <a:r>
              <a:rPr dirty="0" sz="2600" spc="95">
                <a:latin typeface="Arial"/>
                <a:cs typeface="Arial"/>
              </a:rPr>
              <a:t>∑</a:t>
            </a:r>
            <a:r>
              <a:rPr dirty="0" sz="1450" spc="95">
                <a:latin typeface="Tahoma"/>
                <a:cs typeface="Tahoma"/>
              </a:rPr>
              <a:t>(</a:t>
            </a:r>
            <a:r>
              <a:rPr dirty="0" sz="1550" spc="95" i="1">
                <a:latin typeface="Verdana"/>
                <a:cs typeface="Verdana"/>
              </a:rPr>
              <a:t>X</a:t>
            </a:r>
            <a:r>
              <a:rPr dirty="0" baseline="-12626" sz="1650" spc="142" i="1">
                <a:latin typeface="Verdana"/>
                <a:cs typeface="Verdana"/>
              </a:rPr>
              <a:t>i</a:t>
            </a:r>
            <a:r>
              <a:rPr dirty="0" baseline="-12626" sz="1650" spc="1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−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1550" spc="-705" i="1">
                <a:latin typeface="Verdana"/>
                <a:cs typeface="Verdana"/>
              </a:rPr>
              <a:t>X</a:t>
            </a:r>
            <a:r>
              <a:rPr dirty="0" baseline="11494" sz="2175" spc="82">
                <a:latin typeface="Tahoma"/>
                <a:cs typeface="Tahoma"/>
              </a:rPr>
              <a:t>¯</a:t>
            </a:r>
            <a:r>
              <a:rPr dirty="0" sz="1450" spc="-20">
                <a:latin typeface="Tahoma"/>
                <a:cs typeface="Tahoma"/>
              </a:rPr>
              <a:t>)(</a:t>
            </a:r>
            <a:r>
              <a:rPr dirty="0" sz="1550" spc="-20" i="1">
                <a:latin typeface="Verdana"/>
                <a:cs typeface="Verdana"/>
              </a:rPr>
              <a:t>Y</a:t>
            </a:r>
            <a:r>
              <a:rPr dirty="0" baseline="-12626" sz="1650" spc="-30" i="1">
                <a:latin typeface="Verdana"/>
                <a:cs typeface="Verdana"/>
              </a:rPr>
              <a:t>i</a:t>
            </a:r>
            <a:r>
              <a:rPr dirty="0" baseline="-12626" sz="1650" spc="22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−</a:t>
            </a:r>
            <a:r>
              <a:rPr dirty="0" sz="1450" spc="-125">
                <a:latin typeface="Tahoma"/>
                <a:cs typeface="Tahoma"/>
              </a:rPr>
              <a:t> </a:t>
            </a:r>
            <a:r>
              <a:rPr dirty="0" sz="1550" spc="-400" i="1">
                <a:latin typeface="Verdana"/>
                <a:cs typeface="Verdana"/>
              </a:rPr>
              <a:t>Y</a:t>
            </a:r>
            <a:r>
              <a:rPr dirty="0" baseline="11494" sz="2175" spc="165">
                <a:latin typeface="Tahoma"/>
                <a:cs typeface="Tahoma"/>
              </a:rPr>
              <a:t>¯</a:t>
            </a:r>
            <a:r>
              <a:rPr dirty="0" sz="1450" spc="110">
                <a:latin typeface="Tahoma"/>
                <a:cs typeface="Tahoma"/>
              </a:rPr>
              <a:t>)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960862" y="3142473"/>
            <a:ext cx="116839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50"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767980" y="3381921"/>
            <a:ext cx="50292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Verdana"/>
                <a:cs typeface="Verdana"/>
              </a:rPr>
              <a:t>N</a:t>
            </a:r>
            <a:r>
              <a:rPr dirty="0" sz="1550" spc="-114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−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3762374" y="3419474"/>
            <a:ext cx="514350" cy="9525"/>
          </a:xfrm>
          <a:custGeom>
            <a:avLst/>
            <a:gdLst/>
            <a:ahLst/>
            <a:cxnLst/>
            <a:rect l="l" t="t" r="r" b="b"/>
            <a:pathLst>
              <a:path w="514350" h="9525">
                <a:moveTo>
                  <a:pt x="514349" y="9524"/>
                </a:moveTo>
                <a:lnTo>
                  <a:pt x="0" y="9524"/>
                </a:lnTo>
                <a:lnTo>
                  <a:pt x="0" y="0"/>
                </a:lnTo>
                <a:lnTo>
                  <a:pt x="514349" y="0"/>
                </a:lnTo>
                <a:lnTo>
                  <a:pt x="5143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352549" y="419100"/>
          <a:ext cx="2038350" cy="4526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38225"/>
                <a:gridCol w="457200"/>
                <a:gridCol w="457200"/>
              </a:tblGrid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country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doctor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infmor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Australia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Belgium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Canada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Czech</a:t>
                      </a:r>
                      <a:r>
                        <a:rPr dirty="0" sz="10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Estonia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France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Germany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Hungary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Iceland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Ireland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Israel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Italy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Korea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Latvia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Lithuania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Mexico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14.2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Zealand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Norway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Slovak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Slovenia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Spain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Switzerland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Turkey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318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Kingdom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marL="43180">
                        <a:lnSpc>
                          <a:spcPts val="1210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States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210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210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6.5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marL="4318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Average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3.57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4.33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981574" y="419100"/>
          <a:ext cx="866775" cy="4354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0525"/>
                <a:gridCol w="390525"/>
              </a:tblGrid>
              <a:tr h="16129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X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- </a:t>
                      </a:r>
                      <a:r>
                        <a:rPr dirty="0" sz="1050" spc="-55">
                          <a:latin typeface="Arial"/>
                          <a:cs typeface="Arial"/>
                        </a:rPr>
                        <a:t>X</a:t>
                      </a:r>
                      <a:r>
                        <a:rPr dirty="0" baseline="7936" sz="1575" spc="-82">
                          <a:latin typeface="Arial"/>
                          <a:cs typeface="Arial"/>
                        </a:rPr>
                        <a:t>̄</a:t>
                      </a:r>
                      <a:endParaRPr baseline="7936" sz="1575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Y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- </a:t>
                      </a:r>
                      <a:r>
                        <a:rPr dirty="0" sz="1050" spc="-50">
                          <a:latin typeface="Arial"/>
                          <a:cs typeface="Arial"/>
                        </a:rPr>
                        <a:t>Ȳ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0.23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0.73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1.73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0.83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0.37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0.93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0.77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0.57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0.53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1.13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0.07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1.93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0.17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0.17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0.83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0.53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0.07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0.63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0.33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2.33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0.27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1.03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0.27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0.63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0.43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1.23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1.07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1.13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0.27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0.73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1.03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0.63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1.17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9.87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0.17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0.37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1.43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1.93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0.03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1.47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0.27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2.23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0.83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1.23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R="32384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0.73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0.33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1.67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5.67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0.57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0.03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ctr" marL="381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20">
                          <a:latin typeface="Arial"/>
                          <a:cs typeface="Arial"/>
                        </a:rPr>
                        <a:t>0.97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342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2.17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819899" y="419100"/>
          <a:ext cx="933450" cy="43548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/>
              </a:tblGrid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(X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355">
                          <a:latin typeface="Arial"/>
                          <a:cs typeface="Arial"/>
                        </a:rPr>
                        <a:t>X</a:t>
                      </a:r>
                      <a:r>
                        <a:rPr dirty="0" baseline="7936" sz="1575" spc="-532">
                          <a:latin typeface="Arial"/>
                          <a:cs typeface="Arial"/>
                        </a:rPr>
                        <a:t>̄</a:t>
                      </a:r>
                      <a:r>
                        <a:rPr dirty="0" baseline="7936" sz="1575" spc="89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)(Y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05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Ȳ)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-0.170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-1.445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0.345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-0.435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-0.602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0.134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-0.028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-0.444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0.044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-0.772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0.279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0.171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-0.532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1.213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0.198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-0.654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-11.535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-0.062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-2.768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0.045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0.602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-1.026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-0.245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-9.457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0.020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3937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-2.099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5611812" y="5344483"/>
            <a:ext cx="751840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94055" algn="l"/>
              </a:tabLst>
            </a:pPr>
            <a:r>
              <a:rPr dirty="0" sz="1100" spc="-50" i="1">
                <a:latin typeface="Verdana"/>
                <a:cs typeface="Verdana"/>
              </a:rPr>
              <a:t>i</a:t>
            </a:r>
            <a:r>
              <a:rPr dirty="0" sz="1100" i="1">
                <a:latin typeface="Verdana"/>
                <a:cs typeface="Verdana"/>
              </a:rPr>
              <a:t>	</a:t>
            </a:r>
            <a:r>
              <a:rPr dirty="0" sz="1100" spc="-50" i="1">
                <a:latin typeface="Verdana"/>
                <a:cs typeface="Verdana"/>
              </a:rPr>
              <a:t>i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3698" y="5218923"/>
            <a:ext cx="79438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9610" algn="l"/>
              </a:tabLst>
            </a:pPr>
            <a:r>
              <a:rPr dirty="0" sz="1450" spc="-50">
                <a:latin typeface="Tahoma"/>
                <a:cs typeface="Tahoma"/>
              </a:rPr>
              <a:t>¯</a:t>
            </a:r>
            <a:r>
              <a:rPr dirty="0" sz="1450">
                <a:latin typeface="Tahoma"/>
                <a:cs typeface="Tahoma"/>
              </a:rPr>
              <a:t>	</a:t>
            </a:r>
            <a:r>
              <a:rPr dirty="0" sz="1450" spc="-50">
                <a:latin typeface="Tahoma"/>
                <a:cs typeface="Tahoma"/>
              </a:rPr>
              <a:t>¯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24846" y="5125465"/>
            <a:ext cx="187769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600" spc="110">
                <a:latin typeface="Arial"/>
                <a:cs typeface="Arial"/>
              </a:rPr>
              <a:t>∑</a:t>
            </a:r>
            <a:r>
              <a:rPr dirty="0" sz="1450" spc="110">
                <a:latin typeface="Tahoma"/>
                <a:cs typeface="Tahoma"/>
              </a:rPr>
              <a:t>(</a:t>
            </a:r>
            <a:r>
              <a:rPr dirty="0" sz="1550" spc="110" i="1">
                <a:latin typeface="Verdana"/>
                <a:cs typeface="Verdana"/>
              </a:rPr>
              <a:t>X</a:t>
            </a:r>
            <a:r>
              <a:rPr dirty="0" sz="1550" spc="21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−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550" i="1">
                <a:latin typeface="Verdana"/>
                <a:cs typeface="Verdana"/>
              </a:rPr>
              <a:t>X</a:t>
            </a:r>
            <a:r>
              <a:rPr dirty="0" sz="1450">
                <a:latin typeface="Tahoma"/>
                <a:cs typeface="Tahoma"/>
              </a:rPr>
              <a:t>)(</a:t>
            </a:r>
            <a:r>
              <a:rPr dirty="0" sz="1550" i="1">
                <a:latin typeface="Verdana"/>
                <a:cs typeface="Verdana"/>
              </a:rPr>
              <a:t>Y</a:t>
            </a:r>
            <a:r>
              <a:rPr dirty="0" sz="1550" spc="220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−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1550" spc="-120" i="1">
                <a:latin typeface="Verdana"/>
                <a:cs typeface="Verdana"/>
              </a:rPr>
              <a:t>Y</a:t>
            </a:r>
            <a:r>
              <a:rPr dirty="0" sz="1550" spc="-260" i="1">
                <a:latin typeface="Verdana"/>
                <a:cs typeface="Verdana"/>
              </a:rPr>
              <a:t> </a:t>
            </a:r>
            <a:r>
              <a:rPr dirty="0" sz="1450">
                <a:latin typeface="Tahoma"/>
                <a:cs typeface="Tahoma"/>
              </a:rPr>
              <a:t>)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10">
                <a:latin typeface="Tahoma"/>
                <a:cs typeface="Tahoma"/>
              </a:rPr>
              <a:t>=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17432" y="5266548"/>
            <a:ext cx="68643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−1.17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59299" y="5142723"/>
            <a:ext cx="539750" cy="4914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885" algn="l"/>
                <a:tab pos="526415" algn="l"/>
              </a:tabLst>
            </a:pPr>
            <a:r>
              <a:rPr dirty="0" u="sng" sz="14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sng" sz="1450" spc="-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sz="14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450">
              <a:latin typeface="Tahoma"/>
              <a:cs typeface="Tahoma"/>
            </a:endParaRPr>
          </a:p>
          <a:p>
            <a:pPr marL="29845">
              <a:lnSpc>
                <a:spcPct val="100000"/>
              </a:lnSpc>
              <a:spcBef>
                <a:spcPts val="35"/>
              </a:spcBef>
            </a:pPr>
            <a:r>
              <a:rPr dirty="0" sz="1550" i="1">
                <a:latin typeface="Verdana"/>
                <a:cs typeface="Verdana"/>
              </a:rPr>
              <a:t>N</a:t>
            </a:r>
            <a:r>
              <a:rPr dirty="0" sz="1550" spc="-114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−</a:t>
            </a:r>
            <a:r>
              <a:rPr dirty="0" sz="1450" spc="-13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45324" y="5130320"/>
            <a:ext cx="607060" cy="501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5405" marR="5080" indent="-53340">
              <a:lnSpc>
                <a:spcPct val="107800"/>
              </a:lnSpc>
              <a:spcBef>
                <a:spcPts val="90"/>
              </a:spcBef>
            </a:pPr>
            <a:r>
              <a:rPr dirty="0" u="sng" sz="1450" spc="-18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450" spc="-7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−29.22</a:t>
            </a:r>
            <a:r>
              <a:rPr dirty="0" u="none" sz="1450" spc="-70">
                <a:latin typeface="Tahoma"/>
                <a:cs typeface="Tahoma"/>
              </a:rPr>
              <a:t> </a:t>
            </a:r>
            <a:r>
              <a:rPr dirty="0" u="none" sz="1450" spc="-80">
                <a:latin typeface="Tahoma"/>
                <a:cs typeface="Tahoma"/>
              </a:rPr>
              <a:t>26</a:t>
            </a:r>
            <a:r>
              <a:rPr dirty="0" u="none" sz="1450" spc="-125">
                <a:latin typeface="Tahoma"/>
                <a:cs typeface="Tahoma"/>
              </a:rPr>
              <a:t> </a:t>
            </a:r>
            <a:r>
              <a:rPr dirty="0" u="none" sz="1450" spc="60">
                <a:latin typeface="Tahoma"/>
                <a:cs typeface="Tahoma"/>
              </a:rPr>
              <a:t>−</a:t>
            </a:r>
            <a:r>
              <a:rPr dirty="0" u="none" sz="1450" spc="-125">
                <a:latin typeface="Tahoma"/>
                <a:cs typeface="Tahoma"/>
              </a:rPr>
              <a:t> </a:t>
            </a:r>
            <a:r>
              <a:rPr dirty="0" u="none" sz="1450" spc="-50"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0" b="1">
                <a:latin typeface="Trebuchet MS"/>
                <a:cs typeface="Trebuchet MS"/>
              </a:rPr>
              <a:t>Basic</a:t>
            </a:r>
            <a:r>
              <a:rPr dirty="0" spc="-190" b="1">
                <a:latin typeface="Trebuchet MS"/>
                <a:cs typeface="Trebuchet MS"/>
              </a:rPr>
              <a:t> </a:t>
            </a:r>
            <a:r>
              <a:rPr dirty="0" spc="-135" b="1">
                <a:latin typeface="Trebuchet MS"/>
                <a:cs typeface="Trebuchet MS"/>
              </a:rPr>
              <a:t>Properties</a:t>
            </a:r>
            <a:r>
              <a:rPr dirty="0" spc="-190" b="1">
                <a:latin typeface="Trebuchet MS"/>
                <a:cs typeface="Trebuchet MS"/>
              </a:rPr>
              <a:t> </a:t>
            </a:r>
            <a:r>
              <a:rPr dirty="0" spc="-95" b="1">
                <a:latin typeface="Trebuchet MS"/>
                <a:cs typeface="Trebuchet MS"/>
              </a:rPr>
              <a:t>of</a:t>
            </a:r>
            <a:r>
              <a:rPr dirty="0" spc="-190" b="1">
                <a:latin typeface="Trebuchet MS"/>
                <a:cs typeface="Trebuchet MS"/>
              </a:rPr>
              <a:t> </a:t>
            </a:r>
            <a:r>
              <a:rPr dirty="0" spc="-145" b="1">
                <a:latin typeface="Trebuchet MS"/>
                <a:cs typeface="Trebuchet MS"/>
              </a:rPr>
              <a:t>Covariance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39800" y="795019"/>
            <a:ext cx="87185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 b="1">
                <a:latin typeface="Trebuchet MS"/>
                <a:cs typeface="Trebuchet MS"/>
              </a:rPr>
              <a:t>Symmetry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1704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495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1337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39719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367212"/>
            <a:ext cx="66675" cy="666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586287"/>
            <a:ext cx="66675" cy="6667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805362"/>
            <a:ext cx="66675" cy="666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39800" y="1172121"/>
            <a:ext cx="7065009" cy="3773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88290">
              <a:lnSpc>
                <a:spcPct val="100000"/>
              </a:lnSpc>
              <a:spcBef>
                <a:spcPts val="95"/>
              </a:spcBef>
            </a:pPr>
            <a:r>
              <a:rPr dirty="0" sz="1550" spc="-65" i="1">
                <a:latin typeface="Verdana"/>
                <a:cs typeface="Verdana"/>
              </a:rPr>
              <a:t>Cov</a:t>
            </a:r>
            <a:r>
              <a:rPr dirty="0" sz="1450" spc="-65">
                <a:latin typeface="Tahoma"/>
                <a:cs typeface="Tahoma"/>
              </a:rPr>
              <a:t>(</a:t>
            </a:r>
            <a:r>
              <a:rPr dirty="0" sz="1550" spc="-65" i="1">
                <a:latin typeface="Verdana"/>
                <a:cs typeface="Verdana"/>
              </a:rPr>
              <a:t>X</a:t>
            </a:r>
            <a:r>
              <a:rPr dirty="0" sz="1450" spc="-65">
                <a:latin typeface="Tahoma"/>
                <a:cs typeface="Tahoma"/>
              </a:rPr>
              <a:t>,</a:t>
            </a:r>
            <a:r>
              <a:rPr dirty="0" sz="1450" spc="-204">
                <a:latin typeface="Tahoma"/>
                <a:cs typeface="Tahoma"/>
              </a:rPr>
              <a:t> </a:t>
            </a:r>
            <a:r>
              <a:rPr dirty="0" sz="1550" spc="-120" i="1">
                <a:latin typeface="Verdana"/>
                <a:cs typeface="Verdana"/>
              </a:rPr>
              <a:t>Y</a:t>
            </a:r>
            <a:r>
              <a:rPr dirty="0" sz="1550" spc="-270" i="1">
                <a:latin typeface="Verdana"/>
                <a:cs typeface="Verdana"/>
              </a:rPr>
              <a:t> </a:t>
            </a:r>
            <a:r>
              <a:rPr dirty="0" sz="1450">
                <a:latin typeface="Tahoma"/>
                <a:cs typeface="Tahoma"/>
              </a:rPr>
              <a:t>)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550" spc="-120" i="1">
                <a:latin typeface="Verdana"/>
                <a:cs typeface="Verdana"/>
              </a:rPr>
              <a:t>Cov</a:t>
            </a:r>
            <a:r>
              <a:rPr dirty="0" sz="1450" spc="-120">
                <a:latin typeface="Tahoma"/>
                <a:cs typeface="Tahoma"/>
              </a:rPr>
              <a:t>(</a:t>
            </a:r>
            <a:r>
              <a:rPr dirty="0" sz="1550" spc="-120" i="1">
                <a:latin typeface="Verdana"/>
                <a:cs typeface="Verdana"/>
              </a:rPr>
              <a:t>Y</a:t>
            </a:r>
            <a:r>
              <a:rPr dirty="0" sz="1550" spc="-270" i="1">
                <a:latin typeface="Verdana"/>
                <a:cs typeface="Verdana"/>
              </a:rPr>
              <a:t> </a:t>
            </a:r>
            <a:r>
              <a:rPr dirty="0" sz="1450" spc="-45">
                <a:latin typeface="Tahoma"/>
                <a:cs typeface="Tahoma"/>
              </a:rPr>
              <a:t>,</a:t>
            </a:r>
            <a:r>
              <a:rPr dirty="0" sz="1450" spc="-204">
                <a:latin typeface="Tahoma"/>
                <a:cs typeface="Tahoma"/>
              </a:rPr>
              <a:t> </a:t>
            </a:r>
            <a:r>
              <a:rPr dirty="0" sz="1550" spc="55" i="1">
                <a:latin typeface="Verdana"/>
                <a:cs typeface="Verdana"/>
              </a:rPr>
              <a:t>X</a:t>
            </a:r>
            <a:r>
              <a:rPr dirty="0" sz="1450" spc="55">
                <a:latin typeface="Tahoma"/>
                <a:cs typeface="Tahoma"/>
              </a:rPr>
              <a:t>)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1450" spc="-20" b="1">
                <a:latin typeface="Trebuchet MS"/>
                <a:cs typeface="Trebuchet MS"/>
              </a:rPr>
              <a:t>Relationship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variance</a:t>
            </a:r>
            <a:endParaRPr sz="1450">
              <a:latin typeface="Trebuchet MS"/>
              <a:cs typeface="Trebuchet MS"/>
            </a:endParaRPr>
          </a:p>
          <a:p>
            <a:pPr algn="ctr" marR="288290">
              <a:lnSpc>
                <a:spcPct val="100000"/>
              </a:lnSpc>
              <a:spcBef>
                <a:spcPts val="1160"/>
              </a:spcBef>
            </a:pPr>
            <a:r>
              <a:rPr dirty="0" sz="1550" spc="-65" i="1">
                <a:latin typeface="Verdana"/>
                <a:cs typeface="Verdana"/>
              </a:rPr>
              <a:t>Cov</a:t>
            </a:r>
            <a:r>
              <a:rPr dirty="0" sz="1450" spc="-65">
                <a:latin typeface="Tahoma"/>
                <a:cs typeface="Tahoma"/>
              </a:rPr>
              <a:t>(</a:t>
            </a:r>
            <a:r>
              <a:rPr dirty="0" sz="1550" spc="-65" i="1">
                <a:latin typeface="Verdana"/>
                <a:cs typeface="Verdana"/>
              </a:rPr>
              <a:t>X</a:t>
            </a:r>
            <a:r>
              <a:rPr dirty="0" sz="1450" spc="-65">
                <a:latin typeface="Tahoma"/>
                <a:cs typeface="Tahoma"/>
              </a:rPr>
              <a:t>,</a:t>
            </a:r>
            <a:r>
              <a:rPr dirty="0" sz="1450" spc="-204">
                <a:latin typeface="Tahoma"/>
                <a:cs typeface="Tahoma"/>
              </a:rPr>
              <a:t> </a:t>
            </a:r>
            <a:r>
              <a:rPr dirty="0" sz="1550" spc="80" i="1">
                <a:latin typeface="Verdana"/>
                <a:cs typeface="Verdana"/>
              </a:rPr>
              <a:t>X</a:t>
            </a:r>
            <a:r>
              <a:rPr dirty="0" sz="1450" spc="80">
                <a:latin typeface="Tahoma"/>
                <a:cs typeface="Tahoma"/>
              </a:rPr>
              <a:t>)</a:t>
            </a:r>
            <a:r>
              <a:rPr dirty="0" sz="1450" spc="-40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35">
                <a:latin typeface="Tahoma"/>
                <a:cs typeface="Tahoma"/>
              </a:rPr>
              <a:t> </a:t>
            </a:r>
            <a:r>
              <a:rPr dirty="0" sz="1550" spc="-229" i="1">
                <a:latin typeface="Verdana"/>
                <a:cs typeface="Verdana"/>
              </a:rPr>
              <a:t>V</a:t>
            </a:r>
            <a:r>
              <a:rPr dirty="0" sz="1550" spc="-265" i="1">
                <a:latin typeface="Verdana"/>
                <a:cs typeface="Verdana"/>
              </a:rPr>
              <a:t> </a:t>
            </a:r>
            <a:r>
              <a:rPr dirty="0" sz="1550" spc="-20" i="1">
                <a:latin typeface="Verdana"/>
                <a:cs typeface="Verdana"/>
              </a:rPr>
              <a:t>ar</a:t>
            </a:r>
            <a:r>
              <a:rPr dirty="0" sz="1450" spc="-20">
                <a:latin typeface="Tahoma"/>
                <a:cs typeface="Tahoma"/>
              </a:rPr>
              <a:t>(</a:t>
            </a:r>
            <a:r>
              <a:rPr dirty="0" sz="1550" spc="-20" i="1">
                <a:latin typeface="Verdana"/>
                <a:cs typeface="Verdana"/>
              </a:rPr>
              <a:t>X</a:t>
            </a:r>
            <a:r>
              <a:rPr dirty="0" sz="1450" spc="-20">
                <a:latin typeface="Tahoma"/>
                <a:cs typeface="Tahoma"/>
              </a:rPr>
              <a:t>)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ts val="1730"/>
              </a:lnSpc>
              <a:spcBef>
                <a:spcPts val="1465"/>
              </a:spcBef>
            </a:pPr>
            <a:r>
              <a:rPr dirty="0" sz="1450" spc="-10" b="1">
                <a:latin typeface="Trebuchet MS"/>
                <a:cs typeface="Trebuchet MS"/>
              </a:rPr>
              <a:t>Range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</a:pPr>
            <a:r>
              <a:rPr dirty="0" sz="1450" spc="-10">
                <a:latin typeface="Trebuchet MS"/>
                <a:cs typeface="Trebuchet MS"/>
              </a:rPr>
              <a:t>Covariance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take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ahoma"/>
                <a:cs typeface="Tahoma"/>
              </a:rPr>
              <a:t>(−∞,</a:t>
            </a:r>
            <a:r>
              <a:rPr dirty="0" sz="1450" spc="-195">
                <a:latin typeface="Tahoma"/>
                <a:cs typeface="Tahoma"/>
              </a:rPr>
              <a:t> </a:t>
            </a:r>
            <a:r>
              <a:rPr dirty="0" sz="1450" spc="-20">
                <a:latin typeface="Tahoma"/>
                <a:cs typeface="Tahoma"/>
              </a:rPr>
              <a:t>+∞)</a:t>
            </a:r>
            <a:r>
              <a:rPr dirty="0" sz="1450" spc="-2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ts val="1680"/>
              </a:lnSpc>
              <a:spcBef>
                <a:spcPts val="1560"/>
              </a:spcBef>
            </a:pPr>
            <a:r>
              <a:rPr dirty="0" sz="1450" spc="-40" b="1">
                <a:latin typeface="Trebuchet MS"/>
                <a:cs typeface="Trebuchet MS"/>
              </a:rPr>
              <a:t>Unit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dependence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1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magnitude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depends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550" spc="125" i="1">
                <a:latin typeface="Verdana"/>
                <a:cs typeface="Verdana"/>
              </a:rPr>
              <a:t>X</a:t>
            </a:r>
            <a:r>
              <a:rPr dirty="0" sz="1550" spc="-85" i="1">
                <a:latin typeface="Verdana"/>
                <a:cs typeface="Verdana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550" spc="-120" i="1">
                <a:latin typeface="Verdana"/>
                <a:cs typeface="Verdana"/>
              </a:rPr>
              <a:t>Y</a:t>
            </a:r>
            <a:r>
              <a:rPr dirty="0" sz="1550" spc="-254" i="1">
                <a:latin typeface="Verdana"/>
                <a:cs typeface="Verdana"/>
              </a:rPr>
              <a:t> </a:t>
            </a:r>
            <a:r>
              <a:rPr dirty="0" sz="1450" spc="-200">
                <a:latin typeface="Trebuchet MS"/>
                <a:cs typeface="Trebuchet MS"/>
              </a:rPr>
              <a:t>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so</a:t>
            </a:r>
            <a:r>
              <a:rPr dirty="0" sz="1450" spc="-20">
                <a:latin typeface="Trebuchet MS"/>
                <a:cs typeface="Trebuchet MS"/>
              </a:rPr>
              <a:t> it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inherently interpretable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without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reference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their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scales.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450" spc="-10" b="1">
                <a:latin typeface="Trebuchet MS"/>
                <a:cs typeface="Trebuchet MS"/>
              </a:rPr>
              <a:t>Interpretation</a:t>
            </a:r>
            <a:endParaRPr sz="1450">
              <a:latin typeface="Trebuchet MS"/>
              <a:cs typeface="Trebuchet MS"/>
            </a:endParaRPr>
          </a:p>
          <a:p>
            <a:pPr marL="393065" marR="1604645">
              <a:lnSpc>
                <a:spcPts val="1730"/>
              </a:lnSpc>
              <a:spcBef>
                <a:spcPts val="1480"/>
              </a:spcBef>
            </a:pPr>
            <a:r>
              <a:rPr dirty="0" sz="1450">
                <a:latin typeface="Trebuchet MS"/>
                <a:cs typeface="Trebuchet MS"/>
              </a:rPr>
              <a:t>Positive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→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increase/decrease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together </a:t>
            </a:r>
            <a:r>
              <a:rPr dirty="0" sz="1450">
                <a:latin typeface="Trebuchet MS"/>
                <a:cs typeface="Trebuchet MS"/>
              </a:rPr>
              <a:t>Negative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15">
                <a:latin typeface="Arial"/>
                <a:cs typeface="Arial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move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opposite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directions </a:t>
            </a:r>
            <a:r>
              <a:rPr dirty="0" sz="1450" spc="-20">
                <a:latin typeface="Trebuchet MS"/>
                <a:cs typeface="Trebuchet MS"/>
              </a:rPr>
              <a:t>Zero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Arial"/>
                <a:cs typeface="Arial"/>
              </a:rPr>
              <a:t>→</a:t>
            </a:r>
            <a:r>
              <a:rPr dirty="0" sz="1450" spc="-25">
                <a:latin typeface="Arial"/>
                <a:cs typeface="Arial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linear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relationship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48424"/>
            <a:ext cx="8648700" cy="38100"/>
          </a:xfrm>
          <a:custGeom>
            <a:avLst/>
            <a:gdLst/>
            <a:ahLst/>
            <a:cxnLst/>
            <a:rect l="l" t="t" r="r" b="b"/>
            <a:pathLst>
              <a:path w="8648700" h="38100">
                <a:moveTo>
                  <a:pt x="0" y="0"/>
                </a:moveTo>
                <a:lnTo>
                  <a:pt x="8648699" y="0"/>
                </a:lnTo>
                <a:lnTo>
                  <a:pt x="8648699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58800" y="394970"/>
            <a:ext cx="7341870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50">
                <a:latin typeface="Trebuchet MS"/>
                <a:cs typeface="Trebuchet MS"/>
              </a:rPr>
              <a:t>Suppose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collaborating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researcher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Europe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each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plot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height</a:t>
            </a:r>
            <a:r>
              <a:rPr dirty="0" sz="1450" spc="-25">
                <a:latin typeface="Trebuchet MS"/>
                <a:cs typeface="Trebuchet MS"/>
              </a:rPr>
              <a:t> and </a:t>
            </a:r>
            <a:r>
              <a:rPr dirty="0" sz="1450">
                <a:latin typeface="Trebuchet MS"/>
                <a:cs typeface="Trebuchet MS"/>
              </a:rPr>
              <a:t>weight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30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individuals,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units.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2650" y="1146085"/>
            <a:ext cx="4312023" cy="2390909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71524" y="3857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39800" y="3747769"/>
            <a:ext cx="7119620" cy="23310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89535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even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though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underlying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0">
                <a:latin typeface="Trebuchet MS"/>
                <a:cs typeface="Trebuchet MS"/>
              </a:rPr>
              <a:t> (the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people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measured)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1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identical.</a:t>
            </a:r>
            <a:endParaRPr sz="1450">
              <a:latin typeface="Trebuchet MS"/>
              <a:cs typeface="Trebuchet MS"/>
            </a:endParaRPr>
          </a:p>
          <a:p>
            <a:pPr marL="12700" marR="140335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occurs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because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unit-dependent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—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 </a:t>
            </a:r>
            <a:r>
              <a:rPr dirty="0" sz="1450">
                <a:latin typeface="Trebuchet MS"/>
                <a:cs typeface="Trebuchet MS"/>
              </a:rPr>
              <a:t>scales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measurement </a:t>
            </a:r>
            <a:r>
              <a:rPr dirty="0" sz="1450">
                <a:latin typeface="Trebuchet MS"/>
                <a:cs typeface="Trebuchet MS"/>
              </a:rPr>
              <a:t>units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90"/>
              </a:spcBef>
            </a:pPr>
            <a:r>
              <a:rPr dirty="0" sz="1450" spc="-45">
                <a:latin typeface="Trebuchet MS"/>
                <a:cs typeface="Trebuchet MS"/>
              </a:rPr>
              <a:t>Therefore,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itself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standardized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0">
                <a:latin typeface="Trebuchet MS"/>
                <a:cs typeface="Trebuchet MS"/>
              </a:rPr>
              <a:t> directly </a:t>
            </a:r>
            <a:r>
              <a:rPr dirty="0" sz="1450">
                <a:latin typeface="Trebuchet MS"/>
                <a:cs typeface="Trebuchet MS"/>
              </a:rPr>
              <a:t>comparable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across </a:t>
            </a:r>
            <a:r>
              <a:rPr dirty="0" sz="1450">
                <a:latin typeface="Trebuchet MS"/>
                <a:cs typeface="Trebuchet MS"/>
              </a:rPr>
              <a:t>studies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contexts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unless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measured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units.</a:t>
            </a:r>
            <a:endParaRPr sz="1450">
              <a:latin typeface="Trebuchet MS"/>
              <a:cs typeface="Trebuchet MS"/>
            </a:endParaRPr>
          </a:p>
          <a:p>
            <a:pPr marL="12700" marR="15875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Covariance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tells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60">
                <a:latin typeface="Trebuchet MS"/>
                <a:cs typeface="Trebuchet MS"/>
              </a:rPr>
              <a:t>us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direction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relationship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(positive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negative),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25">
                <a:latin typeface="Trebuchet MS"/>
                <a:cs typeface="Trebuchet MS"/>
              </a:rPr>
              <a:t> its </a:t>
            </a:r>
            <a:r>
              <a:rPr dirty="0" sz="1450">
                <a:latin typeface="Trebuchet MS"/>
                <a:cs typeface="Trebuchet MS"/>
              </a:rPr>
              <a:t>magnitude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common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scale.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71524" y="4476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1524" y="51053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771524" y="57245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58800" y="461644"/>
            <a:ext cx="8820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90" b="1">
                <a:latin typeface="Trebuchet MS"/>
                <a:cs typeface="Trebuchet MS"/>
              </a:rPr>
              <a:t>Correlation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71524" y="1743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3621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9908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386137"/>
            <a:ext cx="66675" cy="666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3786187"/>
            <a:ext cx="66675" cy="66674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762" y="4186237"/>
            <a:ext cx="66675" cy="66674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39800" y="1633220"/>
            <a:ext cx="7149465" cy="30930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16510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Correlation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standardized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covariance,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obtained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dividing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covariance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by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product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standard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deviations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variables.</a:t>
            </a:r>
            <a:endParaRPr sz="1450">
              <a:latin typeface="Trebuchet MS"/>
              <a:cs typeface="Trebuchet MS"/>
            </a:endParaRPr>
          </a:p>
          <a:p>
            <a:pPr marL="12700" marR="5080">
              <a:lnSpc>
                <a:spcPts val="1730"/>
              </a:lnSpc>
              <a:spcBef>
                <a:spcPts val="1415"/>
              </a:spcBef>
            </a:pPr>
            <a:r>
              <a:rPr dirty="0" sz="1450">
                <a:latin typeface="Trebuchet MS"/>
                <a:cs typeface="Trebuchet MS"/>
              </a:rPr>
              <a:t>Because</a:t>
            </a:r>
            <a:r>
              <a:rPr dirty="0" sz="1450" spc="-20">
                <a:latin typeface="Trebuchet MS"/>
                <a:cs typeface="Trebuchet MS"/>
              </a:rPr>
              <a:t> it </a:t>
            </a:r>
            <a:r>
              <a:rPr dirty="0" sz="1450">
                <a:latin typeface="Trebuchet MS"/>
                <a:cs typeface="Trebuchet MS"/>
              </a:rPr>
              <a:t>removes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influence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measurement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units,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independent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scale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metric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both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coefficient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ranges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–1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to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+1</a:t>
            </a:r>
            <a:r>
              <a:rPr dirty="0" sz="1450" spc="-25">
                <a:latin typeface="Trebuchet MS"/>
                <a:cs typeface="Trebuchet MS"/>
              </a:rPr>
              <a:t>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410"/>
              </a:spcBef>
            </a:pPr>
            <a:r>
              <a:rPr dirty="0" sz="1450" spc="-170">
                <a:latin typeface="Trebuchet MS"/>
                <a:cs typeface="Trebuchet MS"/>
              </a:rPr>
              <a:t>+1: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perfect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positive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linear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association</a:t>
            </a:r>
            <a:endParaRPr sz="1450">
              <a:latin typeface="Trebuchet MS"/>
              <a:cs typeface="Trebuchet MS"/>
            </a:endParaRPr>
          </a:p>
          <a:p>
            <a:pPr marL="393065" marR="3649979">
              <a:lnSpc>
                <a:spcPct val="181000"/>
              </a:lnSpc>
            </a:pPr>
            <a:r>
              <a:rPr dirty="0" sz="1450" spc="-75">
                <a:latin typeface="Trebuchet MS"/>
                <a:cs typeface="Trebuchet MS"/>
              </a:rPr>
              <a:t>-</a:t>
            </a:r>
            <a:r>
              <a:rPr dirty="0" sz="1450" spc="-175">
                <a:latin typeface="Trebuchet MS"/>
                <a:cs typeface="Trebuchet MS"/>
              </a:rPr>
              <a:t>1: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perfect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negative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linear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association </a:t>
            </a:r>
            <a:r>
              <a:rPr dirty="0" sz="1450">
                <a:latin typeface="Trebuchet MS"/>
                <a:cs typeface="Trebuchet MS"/>
              </a:rPr>
              <a:t>0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200">
                <a:latin typeface="Trebuchet MS"/>
                <a:cs typeface="Trebuchet MS"/>
              </a:rPr>
              <a:t>: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no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linear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association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Because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 is unitless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 bounded,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 easier to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interpret</a:t>
            </a:r>
            <a:r>
              <a:rPr dirty="0" sz="1450">
                <a:latin typeface="Trebuchet MS"/>
                <a:cs typeface="Trebuchet MS"/>
              </a:rPr>
              <a:t> than </a:t>
            </a:r>
            <a:r>
              <a:rPr dirty="0" sz="1450" spc="-10">
                <a:latin typeface="Trebuchet MS"/>
                <a:cs typeface="Trebuchet MS"/>
              </a:rPr>
              <a:t>covariance.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71524" y="4591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126977" y="1076871"/>
            <a:ext cx="30162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50" spc="-25" i="1">
                <a:latin typeface="Verdana"/>
                <a:cs typeface="Verdana"/>
              </a:rPr>
              <a:t>r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450" spc="10">
                <a:latin typeface="Tahoma"/>
                <a:cs typeface="Tahoma"/>
              </a:rPr>
              <a:t>=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86149" y="905421"/>
            <a:ext cx="202374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u="sng" baseline="33333" sz="1500" spc="254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dirty="0" u="sng" baseline="31746" sz="157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baseline="31746" sz="1575" spc="202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dirty="0" u="none" baseline="31746" sz="1575" spc="150">
                <a:latin typeface="Tahoma"/>
                <a:cs typeface="Tahoma"/>
              </a:rPr>
              <a:t> </a:t>
            </a:r>
            <a:r>
              <a:rPr dirty="0" u="none" sz="1450" spc="160">
                <a:latin typeface="Arial"/>
                <a:cs typeface="Arial"/>
              </a:rPr>
              <a:t>∑</a:t>
            </a:r>
            <a:r>
              <a:rPr dirty="0" u="none" sz="1450" spc="160">
                <a:latin typeface="Tahoma"/>
                <a:cs typeface="Tahoma"/>
              </a:rPr>
              <a:t>(</a:t>
            </a:r>
            <a:r>
              <a:rPr dirty="0" u="none" sz="1550" spc="160" i="1">
                <a:latin typeface="Verdana"/>
                <a:cs typeface="Verdana"/>
              </a:rPr>
              <a:t>X</a:t>
            </a:r>
            <a:r>
              <a:rPr dirty="0" u="none" baseline="-12626" sz="1650" spc="240" i="1">
                <a:latin typeface="Verdana"/>
                <a:cs typeface="Verdana"/>
              </a:rPr>
              <a:t>i</a:t>
            </a:r>
            <a:r>
              <a:rPr dirty="0" u="none" baseline="-12626" sz="1650" i="1">
                <a:latin typeface="Verdana"/>
                <a:cs typeface="Verdana"/>
              </a:rPr>
              <a:t> </a:t>
            </a:r>
            <a:r>
              <a:rPr dirty="0" u="none" sz="1450" spc="60">
                <a:latin typeface="Tahoma"/>
                <a:cs typeface="Tahoma"/>
              </a:rPr>
              <a:t>−</a:t>
            </a:r>
            <a:r>
              <a:rPr dirty="0" u="none" sz="1450" spc="-135">
                <a:latin typeface="Tahoma"/>
                <a:cs typeface="Tahoma"/>
              </a:rPr>
              <a:t> </a:t>
            </a:r>
            <a:r>
              <a:rPr dirty="0" u="none" sz="1550" spc="-705" i="1">
                <a:latin typeface="Verdana"/>
                <a:cs typeface="Verdana"/>
              </a:rPr>
              <a:t>X</a:t>
            </a:r>
            <a:r>
              <a:rPr dirty="0" u="none" baseline="11494" sz="2175" spc="82">
                <a:latin typeface="Tahoma"/>
                <a:cs typeface="Tahoma"/>
              </a:rPr>
              <a:t>¯</a:t>
            </a:r>
            <a:r>
              <a:rPr dirty="0" u="none" sz="1450" spc="-20">
                <a:latin typeface="Tahoma"/>
                <a:cs typeface="Tahoma"/>
              </a:rPr>
              <a:t>)(</a:t>
            </a:r>
            <a:r>
              <a:rPr dirty="0" u="none" sz="1550" spc="-20" i="1">
                <a:latin typeface="Verdana"/>
                <a:cs typeface="Verdana"/>
              </a:rPr>
              <a:t>Y</a:t>
            </a:r>
            <a:r>
              <a:rPr dirty="0" u="none" baseline="-12626" sz="1650" spc="-30" i="1">
                <a:latin typeface="Verdana"/>
                <a:cs typeface="Verdana"/>
              </a:rPr>
              <a:t>i</a:t>
            </a:r>
            <a:r>
              <a:rPr dirty="0" u="none" baseline="-12626" sz="1650" i="1">
                <a:latin typeface="Verdana"/>
                <a:cs typeface="Verdana"/>
              </a:rPr>
              <a:t> </a:t>
            </a:r>
            <a:r>
              <a:rPr dirty="0" u="none" sz="1450" spc="60">
                <a:latin typeface="Tahoma"/>
                <a:cs typeface="Tahoma"/>
              </a:rPr>
              <a:t>−</a:t>
            </a:r>
            <a:r>
              <a:rPr dirty="0" u="none" sz="1450" spc="-135">
                <a:latin typeface="Tahoma"/>
                <a:cs typeface="Tahoma"/>
              </a:rPr>
              <a:t> </a:t>
            </a:r>
            <a:r>
              <a:rPr dirty="0" u="none" sz="1550" spc="-440" i="1">
                <a:latin typeface="Verdana"/>
                <a:cs typeface="Verdana"/>
              </a:rPr>
              <a:t>Y</a:t>
            </a:r>
            <a:r>
              <a:rPr dirty="0" u="none" baseline="11494" sz="2175" spc="104">
                <a:latin typeface="Tahoma"/>
                <a:cs typeface="Tahoma"/>
              </a:rPr>
              <a:t>¯</a:t>
            </a:r>
            <a:r>
              <a:rPr dirty="0" u="none" sz="1450" spc="70">
                <a:latin typeface="Tahoma"/>
                <a:cs typeface="Tahoma"/>
              </a:rPr>
              <a:t>)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525539" y="1029658"/>
            <a:ext cx="305435" cy="1924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 i="1">
                <a:latin typeface="Verdana"/>
                <a:cs typeface="Verdana"/>
              </a:rPr>
              <a:t>N</a:t>
            </a:r>
            <a:r>
              <a:rPr dirty="0" sz="1050" spc="-25">
                <a:latin typeface="Tahoma"/>
                <a:cs typeface="Tahoma"/>
              </a:rPr>
              <a:t>−1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266902" y="1200696"/>
            <a:ext cx="43180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spc="-690" i="1">
                <a:latin typeface="Verdana"/>
                <a:cs typeface="Verdana"/>
              </a:rPr>
              <a:t>σ</a:t>
            </a:r>
            <a:r>
              <a:rPr dirty="0" baseline="1915" sz="2175" spc="-794">
                <a:latin typeface="Tahoma"/>
                <a:cs typeface="Tahoma"/>
              </a:rPr>
              <a:t>^</a:t>
            </a:r>
            <a:r>
              <a:rPr dirty="0" baseline="-12626" sz="1650" spc="-104" i="1">
                <a:latin typeface="Verdana"/>
                <a:cs typeface="Verdana"/>
              </a:rPr>
              <a:t>x</a:t>
            </a:r>
            <a:r>
              <a:rPr dirty="0" sz="1550" spc="-730" i="1">
                <a:latin typeface="Verdana"/>
                <a:cs typeface="Verdana"/>
              </a:rPr>
              <a:t>σ</a:t>
            </a:r>
            <a:r>
              <a:rPr dirty="0" baseline="1915" sz="2175" spc="-719">
                <a:latin typeface="Tahoma"/>
                <a:cs typeface="Tahoma"/>
              </a:rPr>
              <a:t>^</a:t>
            </a:r>
            <a:r>
              <a:rPr dirty="0" baseline="-12626" sz="1650" spc="-209" i="1">
                <a:latin typeface="Verdana"/>
                <a:cs typeface="Verdana"/>
              </a:rPr>
              <a:t>y</a:t>
            </a:r>
            <a:endParaRPr baseline="-12626" sz="1650">
              <a:latin typeface="Verdana"/>
              <a:cs typeface="Verdan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486149" y="1238249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2000249" y="9524"/>
                </a:moveTo>
                <a:lnTo>
                  <a:pt x="0" y="9524"/>
                </a:lnTo>
                <a:lnTo>
                  <a:pt x="0" y="0"/>
                </a:lnTo>
                <a:lnTo>
                  <a:pt x="2000249" y="0"/>
                </a:lnTo>
                <a:lnTo>
                  <a:pt x="20002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4233" y="527810"/>
            <a:ext cx="5503070" cy="3043898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5238749" y="419100"/>
          <a:ext cx="2219325" cy="46875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457200"/>
                <a:gridCol w="457200"/>
              </a:tblGrid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LOCATION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doctor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infmor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Australia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Austria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Belgium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Canada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Czech</a:t>
                      </a:r>
                      <a:r>
                        <a:rPr dirty="0" sz="10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Estonia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France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Germany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Hungary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Iceland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Ireland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Israel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Italy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Korea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Latvia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Lithuania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Mexico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14.2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New</a:t>
                      </a:r>
                      <a:r>
                        <a:rPr dirty="0" sz="10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Zealand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Norway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Slovak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Republic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5.8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Slovenia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Spain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3.1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Switzerland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Turkey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1.9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10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Kingdom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50"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4.3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marL="45720">
                        <a:lnSpc>
                          <a:spcPts val="1210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United</a:t>
                      </a:r>
                      <a:r>
                        <a:rPr dirty="0" sz="105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States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210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2.6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210"/>
                        </a:lnSpc>
                      </a:pPr>
                      <a:r>
                        <a:rPr dirty="0" sz="1050" spc="-25">
                          <a:latin typeface="Arial"/>
                          <a:cs typeface="Arial"/>
                        </a:rPr>
                        <a:t>6.5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6370">
                <a:tc>
                  <a:txBody>
                    <a:bodyPr/>
                    <a:lstStyle/>
                    <a:p>
                      <a:pPr marL="45720">
                        <a:lnSpc>
                          <a:spcPts val="1210"/>
                        </a:lnSpc>
                      </a:pPr>
                      <a:r>
                        <a:rPr dirty="0" sz="1050" spc="-10">
                          <a:latin typeface="Arial"/>
                          <a:cs typeface="Arial"/>
                        </a:rPr>
                        <a:t>Average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3.57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210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4.33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>
                          <a:latin typeface="Arial"/>
                          <a:cs typeface="Arial"/>
                        </a:rPr>
                        <a:t>Standard</a:t>
                      </a:r>
                      <a:r>
                        <a:rPr dirty="0" sz="10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latin typeface="Arial"/>
                          <a:cs typeface="Arial"/>
                        </a:rPr>
                        <a:t>Deviation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0.81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ts val="1175"/>
                        </a:lnSpc>
                      </a:pPr>
                      <a:r>
                        <a:rPr dirty="0" sz="1050" spc="-20">
                          <a:latin typeface="Arial"/>
                          <a:cs typeface="Arial"/>
                        </a:rPr>
                        <a:t>2.57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"/>
          <p:cNvSpPr txBox="1"/>
          <p:nvPr/>
        </p:nvSpPr>
        <p:spPr>
          <a:xfrm>
            <a:off x="1645989" y="495493"/>
            <a:ext cx="607060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57530" algn="l"/>
              </a:tabLst>
            </a:pPr>
            <a:r>
              <a:rPr dirty="0" sz="850" spc="-50" i="1">
                <a:latin typeface="Verdana"/>
                <a:cs typeface="Verdana"/>
              </a:rPr>
              <a:t>i</a:t>
            </a:r>
            <a:r>
              <a:rPr dirty="0" sz="850" i="1">
                <a:latin typeface="Verdana"/>
                <a:cs typeface="Verdana"/>
              </a:rPr>
              <a:t>	</a:t>
            </a:r>
            <a:r>
              <a:rPr dirty="0" sz="850" spc="-50" i="1">
                <a:latin typeface="Verdana"/>
                <a:cs typeface="Verdana"/>
              </a:rPr>
              <a:t>i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911498" y="398794"/>
            <a:ext cx="6407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54355" algn="l"/>
              </a:tabLst>
            </a:pPr>
            <a:r>
              <a:rPr dirty="0" sz="1150" spc="-50">
                <a:latin typeface="Tahoma"/>
                <a:cs typeface="Tahoma"/>
              </a:rPr>
              <a:t>¯</a:t>
            </a:r>
            <a:r>
              <a:rPr dirty="0" sz="1150">
                <a:latin typeface="Tahoma"/>
                <a:cs typeface="Tahoma"/>
              </a:rPr>
              <a:t>	</a:t>
            </a:r>
            <a:r>
              <a:rPr dirty="0" sz="1150" spc="-50">
                <a:latin typeface="Tahoma"/>
                <a:cs typeface="Tahoma"/>
              </a:rPr>
              <a:t>¯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6506" y="314502"/>
            <a:ext cx="1507490" cy="34163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50" spc="110">
                <a:solidFill>
                  <a:srgbClr val="000000"/>
                </a:solidFill>
                <a:latin typeface="Arial"/>
                <a:cs typeface="Arial"/>
              </a:rPr>
              <a:t>∑</a:t>
            </a:r>
            <a:r>
              <a:rPr dirty="0" sz="1150" spc="110">
                <a:solidFill>
                  <a:srgbClr val="000000"/>
                </a:solidFill>
                <a:latin typeface="Tahoma"/>
                <a:cs typeface="Tahoma"/>
              </a:rPr>
              <a:t>(</a:t>
            </a:r>
            <a:r>
              <a:rPr dirty="0" sz="1200" spc="110" i="1">
                <a:solidFill>
                  <a:srgbClr val="000000"/>
                </a:solidFill>
                <a:latin typeface="Verdana"/>
                <a:cs typeface="Verdana"/>
              </a:rPr>
              <a:t>X</a:t>
            </a:r>
            <a:r>
              <a:rPr dirty="0" sz="1200" spc="200" i="1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150" spc="55">
                <a:solidFill>
                  <a:srgbClr val="000000"/>
                </a:solidFill>
                <a:latin typeface="Tahoma"/>
                <a:cs typeface="Tahoma"/>
              </a:rPr>
              <a:t>−</a:t>
            </a:r>
            <a:r>
              <a:rPr dirty="0" sz="1150" spc="-9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200" i="1">
                <a:solidFill>
                  <a:srgbClr val="000000"/>
                </a:solidFill>
                <a:latin typeface="Verdana"/>
                <a:cs typeface="Verdana"/>
              </a:rPr>
              <a:t>X</a:t>
            </a:r>
            <a:r>
              <a:rPr dirty="0" sz="1150">
                <a:solidFill>
                  <a:srgbClr val="000000"/>
                </a:solidFill>
                <a:latin typeface="Tahoma"/>
                <a:cs typeface="Tahoma"/>
              </a:rPr>
              <a:t>)(</a:t>
            </a:r>
            <a:r>
              <a:rPr dirty="0" sz="1200" i="1">
                <a:solidFill>
                  <a:srgbClr val="000000"/>
                </a:solidFill>
                <a:latin typeface="Verdana"/>
                <a:cs typeface="Verdana"/>
              </a:rPr>
              <a:t>Y</a:t>
            </a:r>
            <a:r>
              <a:rPr dirty="0" sz="1200" spc="200" i="1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150" spc="55">
                <a:solidFill>
                  <a:srgbClr val="000000"/>
                </a:solidFill>
                <a:latin typeface="Tahoma"/>
                <a:cs typeface="Tahoma"/>
              </a:rPr>
              <a:t>−</a:t>
            </a:r>
            <a:r>
              <a:rPr dirty="0" sz="1150" spc="-9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200" spc="-80" i="1">
                <a:solidFill>
                  <a:srgbClr val="000000"/>
                </a:solidFill>
                <a:latin typeface="Verdana"/>
                <a:cs typeface="Verdana"/>
              </a:rPr>
              <a:t>Y</a:t>
            </a:r>
            <a:r>
              <a:rPr dirty="0" sz="1200" spc="-185" i="1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150">
                <a:solidFill>
                  <a:srgbClr val="000000"/>
                </a:solidFill>
                <a:latin typeface="Tahoma"/>
                <a:cs typeface="Tahoma"/>
              </a:rPr>
              <a:t>)</a:t>
            </a:r>
            <a:r>
              <a:rPr dirty="0" sz="1150" spc="-25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1150" spc="5">
                <a:solidFill>
                  <a:srgbClr val="000000"/>
                </a:solidFill>
                <a:latin typeface="Tahoma"/>
                <a:cs typeface="Tahoma"/>
              </a:rPr>
              <a:t>=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30426" y="427369"/>
            <a:ext cx="55435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55">
                <a:latin typeface="Tahoma"/>
                <a:cs typeface="Tahoma"/>
              </a:rPr>
              <a:t>=</a:t>
            </a:r>
            <a:r>
              <a:rPr dirty="0" sz="1150" spc="-40">
                <a:latin typeface="Tahoma"/>
                <a:cs typeface="Tahoma"/>
              </a:rPr>
              <a:t> </a:t>
            </a:r>
            <a:r>
              <a:rPr dirty="0" sz="1150" spc="-20">
                <a:latin typeface="Tahoma"/>
                <a:cs typeface="Tahoma"/>
              </a:rPr>
              <a:t>−1.17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72542" y="332119"/>
            <a:ext cx="9906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50">
                <a:latin typeface="Tahoma"/>
                <a:cs typeface="Tahoma"/>
              </a:rPr>
              <a:t>1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18207" y="525582"/>
            <a:ext cx="40767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i="1">
                <a:latin typeface="Verdana"/>
                <a:cs typeface="Verdana"/>
              </a:rPr>
              <a:t>N</a:t>
            </a:r>
            <a:r>
              <a:rPr dirty="0" sz="1200" spc="-60" i="1">
                <a:latin typeface="Verdana"/>
                <a:cs typeface="Verdana"/>
              </a:rPr>
              <a:t> </a:t>
            </a:r>
            <a:r>
              <a:rPr dirty="0" sz="1150" spc="55">
                <a:latin typeface="Tahoma"/>
                <a:cs typeface="Tahoma"/>
              </a:rPr>
              <a:t>−</a:t>
            </a:r>
            <a:r>
              <a:rPr dirty="0" sz="1150" spc="-95">
                <a:latin typeface="Tahoma"/>
                <a:cs typeface="Tahoma"/>
              </a:rPr>
              <a:t> </a:t>
            </a:r>
            <a:r>
              <a:rPr dirty="0" sz="1150" spc="-50">
                <a:latin typeface="Tahoma"/>
                <a:cs typeface="Tahoma"/>
              </a:rPr>
              <a:t>1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819149" y="552449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409574" y="9524"/>
                </a:moveTo>
                <a:lnTo>
                  <a:pt x="0" y="9524"/>
                </a:lnTo>
                <a:lnTo>
                  <a:pt x="0" y="0"/>
                </a:lnTo>
                <a:lnTo>
                  <a:pt x="409574" y="0"/>
                </a:lnTo>
                <a:lnTo>
                  <a:pt x="4095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810569" y="332119"/>
            <a:ext cx="47307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25">
                <a:latin typeface="Tahoma"/>
                <a:cs typeface="Tahoma"/>
              </a:rPr>
              <a:t>−29.22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34977" y="532144"/>
            <a:ext cx="42418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50">
                <a:latin typeface="Tahoma"/>
                <a:cs typeface="Tahoma"/>
              </a:rPr>
              <a:t>26</a:t>
            </a:r>
            <a:r>
              <a:rPr dirty="0" sz="1150" spc="-105">
                <a:latin typeface="Tahoma"/>
                <a:cs typeface="Tahoma"/>
              </a:rPr>
              <a:t> </a:t>
            </a:r>
            <a:r>
              <a:rPr dirty="0" sz="1150" spc="55">
                <a:latin typeface="Tahoma"/>
                <a:cs typeface="Tahoma"/>
              </a:rPr>
              <a:t>−</a:t>
            </a:r>
            <a:r>
              <a:rPr dirty="0" sz="1150" spc="-105">
                <a:latin typeface="Tahoma"/>
                <a:cs typeface="Tahoma"/>
              </a:rPr>
              <a:t> </a:t>
            </a:r>
            <a:r>
              <a:rPr dirty="0" sz="1150" spc="-50">
                <a:latin typeface="Tahoma"/>
                <a:cs typeface="Tahoma"/>
              </a:rPr>
              <a:t>1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809874" y="552449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476249" y="9524"/>
                </a:moveTo>
                <a:lnTo>
                  <a:pt x="0" y="9524"/>
                </a:lnTo>
                <a:lnTo>
                  <a:pt x="0" y="0"/>
                </a:lnTo>
                <a:lnTo>
                  <a:pt x="476249" y="0"/>
                </a:lnTo>
                <a:lnTo>
                  <a:pt x="4762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574724" y="982782"/>
            <a:ext cx="246379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i="1">
                <a:latin typeface="Verdana"/>
                <a:cs typeface="Verdana"/>
              </a:rPr>
              <a:t>r</a:t>
            </a:r>
            <a:r>
              <a:rPr dirty="0" sz="1200" spc="-95" i="1">
                <a:latin typeface="Verdana"/>
                <a:cs typeface="Verdana"/>
              </a:rPr>
              <a:t> </a:t>
            </a:r>
            <a:r>
              <a:rPr dirty="0" sz="1150" spc="5">
                <a:latin typeface="Tahoma"/>
                <a:cs typeface="Tahoma"/>
              </a:rPr>
              <a:t>=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57249" y="839907"/>
            <a:ext cx="163385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u="sng" baseline="34722" sz="1200" spc="209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dirty="0" u="sng" baseline="34722" sz="12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dirty="0" u="sng" baseline="34722" sz="1200" spc="209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 </a:t>
            </a:r>
            <a:r>
              <a:rPr dirty="0" u="none" baseline="34722" sz="1200" spc="82">
                <a:latin typeface="Tahoma"/>
                <a:cs typeface="Tahoma"/>
              </a:rPr>
              <a:t> </a:t>
            </a:r>
            <a:r>
              <a:rPr dirty="0" u="none" sz="1150" spc="140">
                <a:latin typeface="Arial"/>
                <a:cs typeface="Arial"/>
              </a:rPr>
              <a:t>∑</a:t>
            </a:r>
            <a:r>
              <a:rPr dirty="0" u="none" sz="1150" spc="140">
                <a:latin typeface="Tahoma"/>
                <a:cs typeface="Tahoma"/>
              </a:rPr>
              <a:t>(</a:t>
            </a:r>
            <a:r>
              <a:rPr dirty="0" u="none" sz="1200" spc="140" i="1">
                <a:latin typeface="Verdana"/>
                <a:cs typeface="Verdana"/>
              </a:rPr>
              <a:t>X</a:t>
            </a:r>
            <a:r>
              <a:rPr dirty="0" u="none" baseline="-9803" sz="1275" spc="209" i="1">
                <a:latin typeface="Verdana"/>
                <a:cs typeface="Verdana"/>
              </a:rPr>
              <a:t>i</a:t>
            </a:r>
            <a:r>
              <a:rPr dirty="0" u="none" baseline="-9803" sz="1275" spc="15" i="1">
                <a:latin typeface="Verdana"/>
                <a:cs typeface="Verdana"/>
              </a:rPr>
              <a:t> </a:t>
            </a:r>
            <a:r>
              <a:rPr dirty="0" u="none" sz="1150" spc="55">
                <a:latin typeface="Tahoma"/>
                <a:cs typeface="Tahoma"/>
              </a:rPr>
              <a:t>−</a:t>
            </a:r>
            <a:r>
              <a:rPr dirty="0" u="none" sz="1150" spc="-105">
                <a:latin typeface="Tahoma"/>
                <a:cs typeface="Tahoma"/>
              </a:rPr>
              <a:t> </a:t>
            </a:r>
            <a:r>
              <a:rPr dirty="0" u="none" sz="1200" spc="-535" i="1">
                <a:latin typeface="Verdana"/>
                <a:cs typeface="Verdana"/>
              </a:rPr>
              <a:t>X</a:t>
            </a:r>
            <a:r>
              <a:rPr dirty="0" u="none" baseline="9661" sz="1725" spc="82">
                <a:latin typeface="Tahoma"/>
                <a:cs typeface="Tahoma"/>
              </a:rPr>
              <a:t>¯</a:t>
            </a:r>
            <a:r>
              <a:rPr dirty="0" u="none" sz="1150" spc="-5">
                <a:latin typeface="Tahoma"/>
                <a:cs typeface="Tahoma"/>
              </a:rPr>
              <a:t>)(</a:t>
            </a:r>
            <a:r>
              <a:rPr dirty="0" u="none" sz="1200" spc="-5" i="1">
                <a:latin typeface="Verdana"/>
                <a:cs typeface="Verdana"/>
              </a:rPr>
              <a:t>Y</a:t>
            </a:r>
            <a:r>
              <a:rPr dirty="0" u="none" baseline="-9803" sz="1275" spc="-7" i="1">
                <a:latin typeface="Verdana"/>
                <a:cs typeface="Verdana"/>
              </a:rPr>
              <a:t>i</a:t>
            </a:r>
            <a:r>
              <a:rPr dirty="0" u="none" baseline="-9803" sz="1275" spc="15" i="1">
                <a:latin typeface="Verdana"/>
                <a:cs typeface="Verdana"/>
              </a:rPr>
              <a:t> </a:t>
            </a:r>
            <a:r>
              <a:rPr dirty="0" u="none" sz="1150" spc="55">
                <a:latin typeface="Tahoma"/>
                <a:cs typeface="Tahoma"/>
              </a:rPr>
              <a:t>−</a:t>
            </a:r>
            <a:r>
              <a:rPr dirty="0" u="none" sz="1150" spc="-105">
                <a:latin typeface="Tahoma"/>
                <a:cs typeface="Tahoma"/>
              </a:rPr>
              <a:t> </a:t>
            </a:r>
            <a:r>
              <a:rPr dirty="0" u="none" sz="1200" spc="-70" i="1">
                <a:latin typeface="Verdana"/>
                <a:cs typeface="Verdana"/>
              </a:rPr>
              <a:t>Y</a:t>
            </a:r>
            <a:r>
              <a:rPr dirty="0" u="none" baseline="9661" sz="1725" spc="-104">
                <a:latin typeface="Tahoma"/>
                <a:cs typeface="Tahoma"/>
              </a:rPr>
              <a:t>¯</a:t>
            </a:r>
            <a:r>
              <a:rPr dirty="0" u="none" sz="1150" spc="-70">
                <a:latin typeface="Tahoma"/>
                <a:cs typeface="Tahoma"/>
              </a:rPr>
              <a:t>)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893365" y="943168"/>
            <a:ext cx="249554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5" i="1">
                <a:latin typeface="Verdana"/>
                <a:cs typeface="Verdana"/>
              </a:rPr>
              <a:t>N</a:t>
            </a:r>
            <a:r>
              <a:rPr dirty="0" sz="800" spc="-25">
                <a:latin typeface="Tahoma"/>
                <a:cs typeface="Tahoma"/>
              </a:rPr>
              <a:t>−1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506686" y="1087557"/>
            <a:ext cx="28257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370" i="1">
                <a:latin typeface="Verdana"/>
                <a:cs typeface="Verdana"/>
              </a:rPr>
              <a:t>σ</a:t>
            </a:r>
            <a:r>
              <a:rPr dirty="0" baseline="2415" sz="1725" spc="-555">
                <a:latin typeface="Tahoma"/>
                <a:cs typeface="Tahoma"/>
              </a:rPr>
              <a:t>^</a:t>
            </a:r>
            <a:r>
              <a:rPr dirty="0" baseline="2415" sz="1725" spc="-75">
                <a:latin typeface="Tahoma"/>
                <a:cs typeface="Tahoma"/>
              </a:rPr>
              <a:t> </a:t>
            </a:r>
            <a:r>
              <a:rPr dirty="0" sz="1200" spc="-409" i="1">
                <a:latin typeface="Verdana"/>
                <a:cs typeface="Verdana"/>
              </a:rPr>
              <a:t>σ</a:t>
            </a:r>
            <a:r>
              <a:rPr dirty="0" baseline="2415" sz="1725" spc="-615">
                <a:latin typeface="Tahoma"/>
                <a:cs typeface="Tahoma"/>
              </a:rPr>
              <a:t>^</a:t>
            </a:r>
            <a:endParaRPr baseline="2415" sz="1725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90327" y="1152718"/>
            <a:ext cx="226695" cy="1587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i="1">
                <a:latin typeface="Verdana"/>
                <a:cs typeface="Verdana"/>
              </a:rPr>
              <a:t>x</a:t>
            </a:r>
            <a:r>
              <a:rPr dirty="0" sz="850" spc="375" i="1">
                <a:latin typeface="Verdana"/>
                <a:cs typeface="Verdana"/>
              </a:rPr>
              <a:t> </a:t>
            </a:r>
            <a:r>
              <a:rPr dirty="0" sz="850" spc="-50" i="1">
                <a:latin typeface="Verdana"/>
                <a:cs typeface="Verdana"/>
              </a:rPr>
              <a:t>y</a:t>
            </a:r>
            <a:endParaRPr sz="850">
              <a:latin typeface="Verdana"/>
              <a:cs typeface="Verdan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866774" y="1114424"/>
            <a:ext cx="1600200" cy="9525"/>
          </a:xfrm>
          <a:custGeom>
            <a:avLst/>
            <a:gdLst/>
            <a:ahLst/>
            <a:cxnLst/>
            <a:rect l="l" t="t" r="r" b="b"/>
            <a:pathLst>
              <a:path w="1600200" h="9525">
                <a:moveTo>
                  <a:pt x="1600199" y="9524"/>
                </a:moveTo>
                <a:lnTo>
                  <a:pt x="0" y="9524"/>
                </a:lnTo>
                <a:lnTo>
                  <a:pt x="0" y="0"/>
                </a:lnTo>
                <a:lnTo>
                  <a:pt x="1600199" y="0"/>
                </a:lnTo>
                <a:lnTo>
                  <a:pt x="16001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2859533" y="894094"/>
            <a:ext cx="39941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 spc="-20">
                <a:latin typeface="Tahoma"/>
                <a:cs typeface="Tahoma"/>
              </a:rPr>
              <a:t>−1.17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485131" y="1084594"/>
            <a:ext cx="1636395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36231" sz="1725" spc="82">
                <a:latin typeface="Tahoma"/>
                <a:cs typeface="Tahoma"/>
              </a:rPr>
              <a:t>=</a:t>
            </a:r>
            <a:r>
              <a:rPr dirty="0" baseline="36231" sz="1725" spc="202">
                <a:latin typeface="Tahoma"/>
                <a:cs typeface="Tahoma"/>
              </a:rPr>
              <a:t> </a:t>
            </a:r>
            <a:r>
              <a:rPr dirty="0" sz="1150" spc="-55">
                <a:latin typeface="Tahoma"/>
                <a:cs typeface="Tahoma"/>
              </a:rPr>
              <a:t>0.81</a:t>
            </a:r>
            <a:r>
              <a:rPr dirty="0" sz="1150" spc="-105">
                <a:latin typeface="Tahoma"/>
                <a:cs typeface="Tahoma"/>
              </a:rPr>
              <a:t> </a:t>
            </a:r>
            <a:r>
              <a:rPr dirty="0" sz="1150" spc="55">
                <a:latin typeface="Tahoma"/>
                <a:cs typeface="Tahoma"/>
              </a:rPr>
              <a:t>×</a:t>
            </a:r>
            <a:r>
              <a:rPr dirty="0" sz="1150" spc="-105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2.57</a:t>
            </a:r>
            <a:r>
              <a:rPr dirty="0" sz="1150" spc="170">
                <a:latin typeface="Tahoma"/>
                <a:cs typeface="Tahoma"/>
              </a:rPr>
              <a:t> </a:t>
            </a:r>
            <a:r>
              <a:rPr dirty="0" baseline="36231" sz="1725" spc="82">
                <a:latin typeface="Tahoma"/>
                <a:cs typeface="Tahoma"/>
              </a:rPr>
              <a:t>=</a:t>
            </a:r>
            <a:r>
              <a:rPr dirty="0" baseline="36231" sz="1725" spc="-89">
                <a:latin typeface="Tahoma"/>
                <a:cs typeface="Tahoma"/>
              </a:rPr>
              <a:t> </a:t>
            </a:r>
            <a:r>
              <a:rPr dirty="0" baseline="36231" sz="1725" spc="-15">
                <a:latin typeface="Tahoma"/>
                <a:cs typeface="Tahoma"/>
              </a:rPr>
              <a:t>−0.563</a:t>
            </a:r>
            <a:endParaRPr baseline="36231" sz="1725">
              <a:latin typeface="Tahoma"/>
              <a:cs typeface="Tahoma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2695574" y="1114424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723899" y="9524"/>
                </a:moveTo>
                <a:lnTo>
                  <a:pt x="0" y="9524"/>
                </a:lnTo>
                <a:lnTo>
                  <a:pt x="0" y="0"/>
                </a:lnTo>
                <a:lnTo>
                  <a:pt x="723899" y="0"/>
                </a:lnTo>
                <a:lnTo>
                  <a:pt x="72389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58800" y="394970"/>
            <a:ext cx="323469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5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https://www.guessthecorrelation.com/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1557" y="1111413"/>
            <a:ext cx="5483667" cy="5375111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5"/>
              <a:t>Statistical</a:t>
            </a:r>
            <a:r>
              <a:rPr dirty="0" spc="-130"/>
              <a:t> </a:t>
            </a:r>
            <a:r>
              <a:rPr dirty="0" spc="-125"/>
              <a:t>Inference </a:t>
            </a:r>
            <a:r>
              <a:rPr dirty="0" spc="-114"/>
              <a:t>for</a:t>
            </a:r>
            <a:r>
              <a:rPr dirty="0" spc="-125"/>
              <a:t> </a:t>
            </a:r>
            <a:r>
              <a:rPr dirty="0" spc="-90"/>
              <a:t>Correlation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9048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14400" y="795019"/>
            <a:ext cx="7174865" cy="149288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8100" marR="271145">
              <a:lnSpc>
                <a:spcPts val="1730"/>
              </a:lnSpc>
              <a:spcBef>
                <a:spcPts val="155"/>
              </a:spcBef>
            </a:pPr>
            <a:r>
              <a:rPr dirty="0" sz="1450" spc="-30">
                <a:latin typeface="Trebuchet MS"/>
                <a:cs typeface="Trebuchet MS"/>
              </a:rPr>
              <a:t>We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test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whether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coefficient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significantly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different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than </a:t>
            </a:r>
            <a:r>
              <a:rPr dirty="0" sz="1450" spc="-10">
                <a:latin typeface="Trebuchet MS"/>
                <a:cs typeface="Trebuchet MS"/>
              </a:rPr>
              <a:t>zero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population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level.</a:t>
            </a:r>
            <a:endParaRPr sz="1450">
              <a:latin typeface="Trebuchet MS"/>
              <a:cs typeface="Trebuchet MS"/>
            </a:endParaRPr>
          </a:p>
          <a:p>
            <a:pPr marL="1851025">
              <a:lnSpc>
                <a:spcPct val="100000"/>
              </a:lnSpc>
              <a:spcBef>
                <a:spcPts val="1250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172">
                <a:latin typeface="Tahoma"/>
                <a:cs typeface="Tahom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550" spc="-229" i="1">
                <a:latin typeface="Verdana"/>
                <a:cs typeface="Verdana"/>
              </a:rPr>
              <a:t>ρ</a:t>
            </a:r>
            <a:r>
              <a:rPr dirty="0" sz="1550" spc="-14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60">
                <a:latin typeface="Tahoma"/>
                <a:cs typeface="Tahoma"/>
              </a:rPr>
              <a:t> 0</a:t>
            </a:r>
            <a:endParaRPr sz="1450">
              <a:latin typeface="Tahoma"/>
              <a:cs typeface="Tahoma"/>
            </a:endParaRPr>
          </a:p>
          <a:p>
            <a:pPr marL="38100" marR="17780">
              <a:lnSpc>
                <a:spcPts val="1730"/>
              </a:lnSpc>
              <a:spcBef>
                <a:spcPts val="153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sampling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sample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</a:t>
            </a:r>
            <a:r>
              <a:rPr dirty="0" sz="1450">
                <a:latin typeface="Trebuchet MS"/>
                <a:cs typeface="Trebuchet MS"/>
              </a:rPr>
              <a:t>distribution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N-</a:t>
            </a:r>
            <a:r>
              <a:rPr dirty="0" sz="1450" spc="-60">
                <a:latin typeface="Trebuchet MS"/>
                <a:cs typeface="Trebuchet MS"/>
              </a:rPr>
              <a:t>2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of </a:t>
            </a:r>
            <a:r>
              <a:rPr dirty="0" sz="1450" spc="-10">
                <a:latin typeface="Trebuchet MS"/>
                <a:cs typeface="Trebuchet MS"/>
              </a:rPr>
              <a:t>freedom.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771524" y="1933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619" y="3660688"/>
            <a:ext cx="1961910" cy="174326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163" y="3471862"/>
            <a:ext cx="495634" cy="11437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44019" y="3660688"/>
            <a:ext cx="1961910" cy="174326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41563" y="3471862"/>
            <a:ext cx="495634" cy="11437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1419" y="3660688"/>
            <a:ext cx="1961910" cy="174326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98963" y="3471862"/>
            <a:ext cx="480045" cy="114374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924470" y="2353691"/>
            <a:ext cx="82486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-105" i="1">
                <a:latin typeface="Verdana"/>
                <a:cs typeface="Verdana"/>
              </a:rPr>
              <a:t>t</a:t>
            </a:r>
            <a:r>
              <a:rPr dirty="0" sz="1550" spc="-140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50">
                <a:latin typeface="Tahoma"/>
                <a:cs typeface="Tahom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r</a:t>
            </a:r>
            <a:r>
              <a:rPr dirty="0" sz="1550" spc="-229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×</a:t>
            </a:r>
            <a:r>
              <a:rPr dirty="0" sz="1450" spc="-130">
                <a:latin typeface="Tahoma"/>
                <a:cs typeface="Tahoma"/>
              </a:rPr>
              <a:t> </a:t>
            </a:r>
            <a:r>
              <a:rPr dirty="0" sz="2600" spc="-50">
                <a:latin typeface="Arial"/>
                <a:cs typeface="Arial"/>
              </a:rPr>
              <a:t>√</a:t>
            </a:r>
            <a:endParaRPr sz="2600">
              <a:latin typeface="Arial"/>
              <a:cs typeface="Arial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733549" y="2486024"/>
            <a:ext cx="352425" cy="9525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352424" y="9524"/>
                </a:moveTo>
                <a:lnTo>
                  <a:pt x="0" y="9524"/>
                </a:lnTo>
                <a:lnTo>
                  <a:pt x="0" y="0"/>
                </a:lnTo>
                <a:lnTo>
                  <a:pt x="352424" y="0"/>
                </a:lnTo>
                <a:lnTo>
                  <a:pt x="35242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719957" y="2458408"/>
            <a:ext cx="381635" cy="35433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52705" marR="43180" indent="-11430">
              <a:lnSpc>
                <a:spcPts val="1280"/>
              </a:lnSpc>
              <a:spcBef>
                <a:spcPts val="165"/>
              </a:spcBef>
            </a:pPr>
            <a:r>
              <a:rPr dirty="0" u="sng" sz="1000" spc="-190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dirty="0" u="sng" sz="1100" spc="-35" i="1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</a:t>
            </a:r>
            <a:r>
              <a:rPr dirty="0" u="sng" sz="1050" spc="-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−1</a:t>
            </a:r>
            <a:r>
              <a:rPr dirty="0" u="none" sz="1050" spc="-35">
                <a:latin typeface="Tahoma"/>
                <a:cs typeface="Tahoma"/>
              </a:rPr>
              <a:t> </a:t>
            </a:r>
            <a:r>
              <a:rPr dirty="0" u="none" sz="1050" spc="-20">
                <a:latin typeface="Tahoma"/>
                <a:cs typeface="Tahoma"/>
              </a:rPr>
              <a:t>1−</a:t>
            </a:r>
            <a:r>
              <a:rPr dirty="0" u="none" sz="1100" spc="-20" i="1">
                <a:latin typeface="Verdana"/>
                <a:cs typeface="Verdana"/>
              </a:rPr>
              <a:t>r</a:t>
            </a:r>
            <a:r>
              <a:rPr dirty="0" u="none" baseline="23809" sz="1050" spc="-30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35752" y="4815054"/>
            <a:ext cx="3335020" cy="0"/>
          </a:xfrm>
          <a:custGeom>
            <a:avLst/>
            <a:gdLst/>
            <a:ahLst/>
            <a:cxnLst/>
            <a:rect l="l" t="t" r="r" b="b"/>
            <a:pathLst>
              <a:path w="3335020" h="0">
                <a:moveTo>
                  <a:pt x="0" y="0"/>
                </a:moveTo>
                <a:lnTo>
                  <a:pt x="3334449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35752" y="4332114"/>
            <a:ext cx="3335020" cy="0"/>
          </a:xfrm>
          <a:custGeom>
            <a:avLst/>
            <a:gdLst/>
            <a:ahLst/>
            <a:cxnLst/>
            <a:rect l="l" t="t" r="r" b="b"/>
            <a:pathLst>
              <a:path w="3335020" h="0">
                <a:moveTo>
                  <a:pt x="0" y="0"/>
                </a:moveTo>
                <a:lnTo>
                  <a:pt x="3334449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35752" y="3849173"/>
            <a:ext cx="3335020" cy="0"/>
          </a:xfrm>
          <a:custGeom>
            <a:avLst/>
            <a:gdLst/>
            <a:ahLst/>
            <a:cxnLst/>
            <a:rect l="l" t="t" r="r" b="b"/>
            <a:pathLst>
              <a:path w="3335020" h="0">
                <a:moveTo>
                  <a:pt x="0" y="0"/>
                </a:moveTo>
                <a:lnTo>
                  <a:pt x="3334449" y="0"/>
                </a:lnTo>
              </a:path>
            </a:pathLst>
          </a:custGeom>
          <a:ln w="3175">
            <a:solidFill>
              <a:srgbClr val="EBEB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33264" y="3052007"/>
            <a:ext cx="3339465" cy="2102485"/>
            <a:chOff x="733264" y="3052007"/>
            <a:chExt cx="3339465" cy="2102485"/>
          </a:xfrm>
        </p:grpSpPr>
        <p:sp>
          <p:nvSpPr>
            <p:cNvPr id="6" name="object 6" descr=""/>
            <p:cNvSpPr/>
            <p:nvPr/>
          </p:nvSpPr>
          <p:spPr>
            <a:xfrm>
              <a:off x="735752" y="3366251"/>
              <a:ext cx="3335020" cy="0"/>
            </a:xfrm>
            <a:custGeom>
              <a:avLst/>
              <a:gdLst/>
              <a:ahLst/>
              <a:cxnLst/>
              <a:rect l="l" t="t" r="r" b="b"/>
              <a:pathLst>
                <a:path w="3335020" h="0">
                  <a:moveTo>
                    <a:pt x="0" y="0"/>
                  </a:moveTo>
                  <a:lnTo>
                    <a:pt x="3334449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87312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6785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55694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834603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213513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592440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971349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350259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29186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918641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5752" y="5056515"/>
              <a:ext cx="3335020" cy="0"/>
            </a:xfrm>
            <a:custGeom>
              <a:avLst/>
              <a:gdLst/>
              <a:ahLst/>
              <a:cxnLst/>
              <a:rect l="l" t="t" r="r" b="b"/>
              <a:pathLst>
                <a:path w="3335020" h="0">
                  <a:moveTo>
                    <a:pt x="0" y="0"/>
                  </a:moveTo>
                  <a:lnTo>
                    <a:pt x="3334449" y="0"/>
                  </a:lnTo>
                </a:path>
              </a:pathLst>
            </a:custGeom>
            <a:ln w="497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35752" y="4573575"/>
              <a:ext cx="3335020" cy="0"/>
            </a:xfrm>
            <a:custGeom>
              <a:avLst/>
              <a:gdLst/>
              <a:ahLst/>
              <a:cxnLst/>
              <a:rect l="l" t="t" r="r" b="b"/>
              <a:pathLst>
                <a:path w="3335020" h="0">
                  <a:moveTo>
                    <a:pt x="0" y="0"/>
                  </a:moveTo>
                  <a:lnTo>
                    <a:pt x="3334449" y="0"/>
                  </a:lnTo>
                </a:path>
              </a:pathLst>
            </a:custGeom>
            <a:ln w="497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35752" y="4090653"/>
              <a:ext cx="3335020" cy="0"/>
            </a:xfrm>
            <a:custGeom>
              <a:avLst/>
              <a:gdLst/>
              <a:ahLst/>
              <a:cxnLst/>
              <a:rect l="l" t="t" r="r" b="b"/>
              <a:pathLst>
                <a:path w="3335020" h="0">
                  <a:moveTo>
                    <a:pt x="0" y="0"/>
                  </a:moveTo>
                  <a:lnTo>
                    <a:pt x="3334449" y="0"/>
                  </a:lnTo>
                </a:path>
              </a:pathLst>
            </a:custGeom>
            <a:ln w="497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35752" y="3607713"/>
              <a:ext cx="3335020" cy="0"/>
            </a:xfrm>
            <a:custGeom>
              <a:avLst/>
              <a:gdLst/>
              <a:ahLst/>
              <a:cxnLst/>
              <a:rect l="l" t="t" r="r" b="b"/>
              <a:pathLst>
                <a:path w="3335020" h="0">
                  <a:moveTo>
                    <a:pt x="0" y="0"/>
                  </a:moveTo>
                  <a:lnTo>
                    <a:pt x="3334449" y="0"/>
                  </a:lnTo>
                </a:path>
              </a:pathLst>
            </a:custGeom>
            <a:ln w="497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5752" y="3124772"/>
              <a:ext cx="3335020" cy="0"/>
            </a:xfrm>
            <a:custGeom>
              <a:avLst/>
              <a:gdLst/>
              <a:ahLst/>
              <a:cxnLst/>
              <a:rect l="l" t="t" r="r" b="b"/>
              <a:pathLst>
                <a:path w="3335020" h="0">
                  <a:moveTo>
                    <a:pt x="0" y="0"/>
                  </a:moveTo>
                  <a:lnTo>
                    <a:pt x="3334449" y="0"/>
                  </a:lnTo>
                </a:path>
              </a:pathLst>
            </a:custGeom>
            <a:ln w="4976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66239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4973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645149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4973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024058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4973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402985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4973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81895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4973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160804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4973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539732" y="3054513"/>
              <a:ext cx="0" cy="2097405"/>
            </a:xfrm>
            <a:custGeom>
              <a:avLst/>
              <a:gdLst/>
              <a:ahLst/>
              <a:cxnLst/>
              <a:rect l="l" t="t" r="r" b="b"/>
              <a:pathLst>
                <a:path w="0" h="2097404">
                  <a:moveTo>
                    <a:pt x="0" y="2097333"/>
                  </a:moveTo>
                  <a:lnTo>
                    <a:pt x="0" y="0"/>
                  </a:lnTo>
                </a:path>
              </a:pathLst>
            </a:custGeom>
            <a:ln w="4973">
              <a:solidFill>
                <a:srgbClr val="EBEB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691292" y="5042522"/>
              <a:ext cx="227965" cy="14604"/>
            </a:xfrm>
            <a:custGeom>
              <a:avLst/>
              <a:gdLst/>
              <a:ahLst/>
              <a:cxnLst/>
              <a:rect l="l" t="t" r="r" b="b"/>
              <a:pathLst>
                <a:path w="227964" h="14604">
                  <a:moveTo>
                    <a:pt x="227349" y="13993"/>
                  </a:moveTo>
                  <a:lnTo>
                    <a:pt x="0" y="13993"/>
                  </a:lnTo>
                  <a:lnTo>
                    <a:pt x="0" y="0"/>
                  </a:lnTo>
                  <a:lnTo>
                    <a:pt x="25002" y="2058"/>
                  </a:lnTo>
                  <a:lnTo>
                    <a:pt x="68195" y="4937"/>
                  </a:lnTo>
                  <a:lnTo>
                    <a:pt x="118217" y="7434"/>
                  </a:lnTo>
                  <a:lnTo>
                    <a:pt x="159135" y="8964"/>
                  </a:lnTo>
                  <a:lnTo>
                    <a:pt x="227349" y="10786"/>
                  </a:lnTo>
                  <a:lnTo>
                    <a:pt x="227349" y="13993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114661" y="3149844"/>
              <a:ext cx="2576830" cy="1906905"/>
            </a:xfrm>
            <a:custGeom>
              <a:avLst/>
              <a:gdLst/>
              <a:ahLst/>
              <a:cxnLst/>
              <a:rect l="l" t="t" r="r" b="b"/>
              <a:pathLst>
                <a:path w="2576829" h="1906904">
                  <a:moveTo>
                    <a:pt x="2576630" y="1906671"/>
                  </a:moveTo>
                  <a:lnTo>
                    <a:pt x="0" y="1906671"/>
                  </a:lnTo>
                  <a:lnTo>
                    <a:pt x="0" y="1892677"/>
                  </a:lnTo>
                  <a:lnTo>
                    <a:pt x="25766" y="1890218"/>
                  </a:lnTo>
                  <a:lnTo>
                    <a:pt x="51533" y="1887357"/>
                  </a:lnTo>
                  <a:lnTo>
                    <a:pt x="103067" y="1880123"/>
                  </a:lnTo>
                  <a:lnTo>
                    <a:pt x="154601" y="1870412"/>
                  </a:lnTo>
                  <a:lnTo>
                    <a:pt x="206134" y="1857475"/>
                  </a:lnTo>
                  <a:lnTo>
                    <a:pt x="257668" y="1840366"/>
                  </a:lnTo>
                  <a:lnTo>
                    <a:pt x="309202" y="1818009"/>
                  </a:lnTo>
                  <a:lnTo>
                    <a:pt x="360735" y="1789129"/>
                  </a:lnTo>
                  <a:lnTo>
                    <a:pt x="412269" y="1752269"/>
                  </a:lnTo>
                  <a:lnTo>
                    <a:pt x="463803" y="1705860"/>
                  </a:lnTo>
                  <a:lnTo>
                    <a:pt x="515337" y="1648319"/>
                  </a:lnTo>
                  <a:lnTo>
                    <a:pt x="541103" y="1614903"/>
                  </a:lnTo>
                  <a:lnTo>
                    <a:pt x="566870" y="1578133"/>
                  </a:lnTo>
                  <a:lnTo>
                    <a:pt x="592637" y="1537865"/>
                  </a:lnTo>
                  <a:lnTo>
                    <a:pt x="618404" y="1493972"/>
                  </a:lnTo>
                  <a:lnTo>
                    <a:pt x="644153" y="1446379"/>
                  </a:lnTo>
                  <a:lnTo>
                    <a:pt x="669919" y="1395033"/>
                  </a:lnTo>
                  <a:lnTo>
                    <a:pt x="695686" y="1339915"/>
                  </a:lnTo>
                  <a:lnTo>
                    <a:pt x="721453" y="1281099"/>
                  </a:lnTo>
                  <a:lnTo>
                    <a:pt x="747220" y="1218693"/>
                  </a:lnTo>
                  <a:lnTo>
                    <a:pt x="772987" y="1152898"/>
                  </a:lnTo>
                  <a:lnTo>
                    <a:pt x="798754" y="1083951"/>
                  </a:lnTo>
                  <a:lnTo>
                    <a:pt x="824521" y="1012234"/>
                  </a:lnTo>
                  <a:lnTo>
                    <a:pt x="850287" y="938130"/>
                  </a:lnTo>
                  <a:lnTo>
                    <a:pt x="876054" y="862168"/>
                  </a:lnTo>
                  <a:lnTo>
                    <a:pt x="901821" y="784912"/>
                  </a:lnTo>
                  <a:lnTo>
                    <a:pt x="953355" y="629252"/>
                  </a:lnTo>
                  <a:lnTo>
                    <a:pt x="979122" y="552379"/>
                  </a:lnTo>
                  <a:lnTo>
                    <a:pt x="1004889" y="477219"/>
                  </a:lnTo>
                  <a:lnTo>
                    <a:pt x="1030655" y="404645"/>
                  </a:lnTo>
                  <a:lnTo>
                    <a:pt x="1056422" y="335552"/>
                  </a:lnTo>
                  <a:lnTo>
                    <a:pt x="1082189" y="270814"/>
                  </a:lnTo>
                  <a:lnTo>
                    <a:pt x="1107956" y="211287"/>
                  </a:lnTo>
                  <a:lnTo>
                    <a:pt x="1133723" y="157827"/>
                  </a:lnTo>
                  <a:lnTo>
                    <a:pt x="1159490" y="111146"/>
                  </a:lnTo>
                  <a:lnTo>
                    <a:pt x="1185256" y="71953"/>
                  </a:lnTo>
                  <a:lnTo>
                    <a:pt x="1211023" y="40850"/>
                  </a:lnTo>
                  <a:lnTo>
                    <a:pt x="1262557" y="4591"/>
                  </a:lnTo>
                  <a:lnTo>
                    <a:pt x="1288324" y="0"/>
                  </a:lnTo>
                  <a:lnTo>
                    <a:pt x="1314091" y="4591"/>
                  </a:lnTo>
                  <a:lnTo>
                    <a:pt x="1365624" y="40850"/>
                  </a:lnTo>
                  <a:lnTo>
                    <a:pt x="1391391" y="71953"/>
                  </a:lnTo>
                  <a:lnTo>
                    <a:pt x="1417140" y="111146"/>
                  </a:lnTo>
                  <a:lnTo>
                    <a:pt x="1442907" y="157827"/>
                  </a:lnTo>
                  <a:lnTo>
                    <a:pt x="1468674" y="211287"/>
                  </a:lnTo>
                  <a:lnTo>
                    <a:pt x="1494440" y="270814"/>
                  </a:lnTo>
                  <a:lnTo>
                    <a:pt x="1520207" y="335552"/>
                  </a:lnTo>
                  <a:lnTo>
                    <a:pt x="1545974" y="404645"/>
                  </a:lnTo>
                  <a:lnTo>
                    <a:pt x="1571741" y="477219"/>
                  </a:lnTo>
                  <a:lnTo>
                    <a:pt x="1597508" y="552379"/>
                  </a:lnTo>
                  <a:lnTo>
                    <a:pt x="1623275" y="629252"/>
                  </a:lnTo>
                  <a:lnTo>
                    <a:pt x="1674808" y="784912"/>
                  </a:lnTo>
                  <a:lnTo>
                    <a:pt x="1700575" y="862168"/>
                  </a:lnTo>
                  <a:lnTo>
                    <a:pt x="1726342" y="938130"/>
                  </a:lnTo>
                  <a:lnTo>
                    <a:pt x="1752109" y="1012234"/>
                  </a:lnTo>
                  <a:lnTo>
                    <a:pt x="1777876" y="1083951"/>
                  </a:lnTo>
                  <a:lnTo>
                    <a:pt x="1803643" y="1152898"/>
                  </a:lnTo>
                  <a:lnTo>
                    <a:pt x="1829410" y="1218693"/>
                  </a:lnTo>
                  <a:lnTo>
                    <a:pt x="1855176" y="1281099"/>
                  </a:lnTo>
                  <a:lnTo>
                    <a:pt x="1880943" y="1339915"/>
                  </a:lnTo>
                  <a:lnTo>
                    <a:pt x="1906710" y="1395033"/>
                  </a:lnTo>
                  <a:lnTo>
                    <a:pt x="1932477" y="1446379"/>
                  </a:lnTo>
                  <a:lnTo>
                    <a:pt x="1958244" y="1493972"/>
                  </a:lnTo>
                  <a:lnTo>
                    <a:pt x="1984011" y="1537865"/>
                  </a:lnTo>
                  <a:lnTo>
                    <a:pt x="2009778" y="1578133"/>
                  </a:lnTo>
                  <a:lnTo>
                    <a:pt x="2035544" y="1614903"/>
                  </a:lnTo>
                  <a:lnTo>
                    <a:pt x="2061311" y="1648319"/>
                  </a:lnTo>
                  <a:lnTo>
                    <a:pt x="2087078" y="1678584"/>
                  </a:lnTo>
                  <a:lnTo>
                    <a:pt x="2138612" y="1730349"/>
                  </a:lnTo>
                  <a:lnTo>
                    <a:pt x="2190127" y="1771783"/>
                  </a:lnTo>
                  <a:lnTo>
                    <a:pt x="2241661" y="1804471"/>
                  </a:lnTo>
                  <a:lnTo>
                    <a:pt x="2293195" y="1829925"/>
                  </a:lnTo>
                  <a:lnTo>
                    <a:pt x="2344728" y="1849494"/>
                  </a:lnTo>
                  <a:lnTo>
                    <a:pt x="2396262" y="1864399"/>
                  </a:lnTo>
                  <a:lnTo>
                    <a:pt x="2447796" y="1875623"/>
                  </a:lnTo>
                  <a:lnTo>
                    <a:pt x="2499329" y="1884004"/>
                  </a:lnTo>
                  <a:lnTo>
                    <a:pt x="2550863" y="1890218"/>
                  </a:lnTo>
                  <a:lnTo>
                    <a:pt x="2576630" y="1892677"/>
                  </a:lnTo>
                  <a:lnTo>
                    <a:pt x="2576630" y="1906671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87312" y="5042522"/>
              <a:ext cx="227965" cy="14604"/>
            </a:xfrm>
            <a:custGeom>
              <a:avLst/>
              <a:gdLst/>
              <a:ahLst/>
              <a:cxnLst/>
              <a:rect l="l" t="t" r="r" b="b"/>
              <a:pathLst>
                <a:path w="227965" h="14604">
                  <a:moveTo>
                    <a:pt x="227349" y="13993"/>
                  </a:moveTo>
                  <a:lnTo>
                    <a:pt x="0" y="13993"/>
                  </a:lnTo>
                  <a:lnTo>
                    <a:pt x="0" y="10786"/>
                  </a:lnTo>
                  <a:lnTo>
                    <a:pt x="59108" y="9256"/>
                  </a:lnTo>
                  <a:lnTo>
                    <a:pt x="90939" y="8162"/>
                  </a:lnTo>
                  <a:lnTo>
                    <a:pt x="150048" y="5448"/>
                  </a:lnTo>
                  <a:lnTo>
                    <a:pt x="186431" y="3206"/>
                  </a:lnTo>
                  <a:lnTo>
                    <a:pt x="227349" y="0"/>
                  </a:lnTo>
                  <a:lnTo>
                    <a:pt x="227349" y="13993"/>
                  </a:lnTo>
                  <a:close/>
                </a:path>
              </a:pathLst>
            </a:custGeom>
            <a:solidFill>
              <a:srgbClr val="00998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35752" y="3054495"/>
              <a:ext cx="3335020" cy="2097405"/>
            </a:xfrm>
            <a:custGeom>
              <a:avLst/>
              <a:gdLst/>
              <a:ahLst/>
              <a:cxnLst/>
              <a:rect l="l" t="t" r="r" b="b"/>
              <a:pathLst>
                <a:path w="3335020" h="2097404">
                  <a:moveTo>
                    <a:pt x="0" y="2097351"/>
                  </a:moveTo>
                  <a:lnTo>
                    <a:pt x="3334449" y="2097351"/>
                  </a:lnTo>
                  <a:lnTo>
                    <a:pt x="3334449" y="0"/>
                  </a:lnTo>
                  <a:lnTo>
                    <a:pt x="0" y="0"/>
                  </a:lnTo>
                  <a:lnTo>
                    <a:pt x="0" y="2097351"/>
                  </a:lnTo>
                  <a:close/>
                </a:path>
              </a:pathLst>
            </a:custGeom>
            <a:ln w="497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/>
          <p:nvPr/>
        </p:nvSpPr>
        <p:spPr>
          <a:xfrm>
            <a:off x="658228" y="5042306"/>
            <a:ext cx="52705" cy="28575"/>
          </a:xfrm>
          <a:custGeom>
            <a:avLst/>
            <a:gdLst/>
            <a:ahLst/>
            <a:cxnLst/>
            <a:rect l="l" t="t" r="r" b="b"/>
            <a:pathLst>
              <a:path w="52704" h="28575">
                <a:moveTo>
                  <a:pt x="17932" y="21069"/>
                </a:moveTo>
                <a:lnTo>
                  <a:pt x="14287" y="1181"/>
                </a:lnTo>
                <a:lnTo>
                  <a:pt x="14287" y="21069"/>
                </a:lnTo>
                <a:lnTo>
                  <a:pt x="14109" y="21628"/>
                </a:lnTo>
                <a:lnTo>
                  <a:pt x="13843" y="22377"/>
                </a:lnTo>
                <a:lnTo>
                  <a:pt x="13716" y="22631"/>
                </a:lnTo>
                <a:lnTo>
                  <a:pt x="13550" y="22974"/>
                </a:lnTo>
                <a:lnTo>
                  <a:pt x="11239" y="25336"/>
                </a:lnTo>
                <a:lnTo>
                  <a:pt x="6515" y="25336"/>
                </a:lnTo>
                <a:lnTo>
                  <a:pt x="3644" y="6604"/>
                </a:lnTo>
                <a:lnTo>
                  <a:pt x="3898" y="5943"/>
                </a:lnTo>
                <a:lnTo>
                  <a:pt x="5867" y="3390"/>
                </a:lnTo>
                <a:lnTo>
                  <a:pt x="5689" y="3390"/>
                </a:lnTo>
                <a:lnTo>
                  <a:pt x="7200" y="2806"/>
                </a:lnTo>
                <a:lnTo>
                  <a:pt x="10642" y="2806"/>
                </a:lnTo>
                <a:lnTo>
                  <a:pt x="12153" y="3390"/>
                </a:lnTo>
                <a:lnTo>
                  <a:pt x="11925" y="3390"/>
                </a:lnTo>
                <a:lnTo>
                  <a:pt x="12204" y="3556"/>
                </a:lnTo>
                <a:lnTo>
                  <a:pt x="14147" y="6604"/>
                </a:lnTo>
                <a:lnTo>
                  <a:pt x="14274" y="6959"/>
                </a:lnTo>
                <a:lnTo>
                  <a:pt x="14287" y="21069"/>
                </a:lnTo>
                <a:lnTo>
                  <a:pt x="14287" y="1181"/>
                </a:lnTo>
                <a:lnTo>
                  <a:pt x="13804" y="838"/>
                </a:lnTo>
                <a:lnTo>
                  <a:pt x="12839" y="355"/>
                </a:lnTo>
                <a:lnTo>
                  <a:pt x="11684" y="0"/>
                </a:lnTo>
                <a:lnTo>
                  <a:pt x="6159" y="0"/>
                </a:lnTo>
                <a:lnTo>
                  <a:pt x="5003" y="355"/>
                </a:lnTo>
                <a:lnTo>
                  <a:pt x="4724" y="495"/>
                </a:lnTo>
                <a:lnTo>
                  <a:pt x="4356" y="660"/>
                </a:lnTo>
                <a:lnTo>
                  <a:pt x="1003" y="4127"/>
                </a:lnTo>
                <a:lnTo>
                  <a:pt x="787" y="4546"/>
                </a:lnTo>
                <a:lnTo>
                  <a:pt x="342" y="5575"/>
                </a:lnTo>
                <a:lnTo>
                  <a:pt x="215" y="5943"/>
                </a:lnTo>
                <a:lnTo>
                  <a:pt x="114" y="6248"/>
                </a:lnTo>
                <a:lnTo>
                  <a:pt x="0" y="21628"/>
                </a:lnTo>
                <a:lnTo>
                  <a:pt x="342" y="22631"/>
                </a:lnTo>
                <a:lnTo>
                  <a:pt x="939" y="24003"/>
                </a:lnTo>
                <a:lnTo>
                  <a:pt x="1054" y="24218"/>
                </a:lnTo>
                <a:lnTo>
                  <a:pt x="1168" y="24422"/>
                </a:lnTo>
                <a:lnTo>
                  <a:pt x="1282" y="24625"/>
                </a:lnTo>
                <a:lnTo>
                  <a:pt x="1397" y="24815"/>
                </a:lnTo>
                <a:lnTo>
                  <a:pt x="1485" y="24942"/>
                </a:lnTo>
                <a:lnTo>
                  <a:pt x="1752" y="25336"/>
                </a:lnTo>
                <a:lnTo>
                  <a:pt x="6858" y="28549"/>
                </a:lnTo>
                <a:lnTo>
                  <a:pt x="10833" y="28549"/>
                </a:lnTo>
                <a:lnTo>
                  <a:pt x="16090" y="25196"/>
                </a:lnTo>
                <a:lnTo>
                  <a:pt x="16586" y="24422"/>
                </a:lnTo>
                <a:lnTo>
                  <a:pt x="16687" y="24218"/>
                </a:lnTo>
                <a:lnTo>
                  <a:pt x="16802" y="24003"/>
                </a:lnTo>
                <a:lnTo>
                  <a:pt x="16916" y="23787"/>
                </a:lnTo>
                <a:lnTo>
                  <a:pt x="17030" y="23558"/>
                </a:lnTo>
                <a:lnTo>
                  <a:pt x="17145" y="23266"/>
                </a:lnTo>
                <a:lnTo>
                  <a:pt x="17272" y="22974"/>
                </a:lnTo>
                <a:lnTo>
                  <a:pt x="17602" y="22123"/>
                </a:lnTo>
                <a:lnTo>
                  <a:pt x="17932" y="21069"/>
                </a:lnTo>
                <a:close/>
              </a:path>
              <a:path w="52704" h="28575">
                <a:moveTo>
                  <a:pt x="27965" y="23939"/>
                </a:moveTo>
                <a:lnTo>
                  <a:pt x="24053" y="23939"/>
                </a:lnTo>
                <a:lnTo>
                  <a:pt x="24053" y="28333"/>
                </a:lnTo>
                <a:lnTo>
                  <a:pt x="27965" y="28333"/>
                </a:lnTo>
                <a:lnTo>
                  <a:pt x="27965" y="23939"/>
                </a:lnTo>
                <a:close/>
              </a:path>
              <a:path w="52704" h="28575">
                <a:moveTo>
                  <a:pt x="52171" y="7150"/>
                </a:moveTo>
                <a:lnTo>
                  <a:pt x="51790" y="5943"/>
                </a:lnTo>
                <a:lnTo>
                  <a:pt x="51219" y="4559"/>
                </a:lnTo>
                <a:lnTo>
                  <a:pt x="51003" y="4102"/>
                </a:lnTo>
                <a:lnTo>
                  <a:pt x="50888" y="3898"/>
                </a:lnTo>
                <a:lnTo>
                  <a:pt x="50800" y="3733"/>
                </a:lnTo>
                <a:lnTo>
                  <a:pt x="50685" y="3556"/>
                </a:lnTo>
                <a:lnTo>
                  <a:pt x="50596" y="3416"/>
                </a:lnTo>
                <a:lnTo>
                  <a:pt x="50292" y="2959"/>
                </a:lnTo>
                <a:lnTo>
                  <a:pt x="50076" y="2679"/>
                </a:lnTo>
                <a:lnTo>
                  <a:pt x="49822" y="2349"/>
                </a:lnTo>
                <a:lnTo>
                  <a:pt x="49250" y="1765"/>
                </a:lnTo>
                <a:lnTo>
                  <a:pt x="48691" y="1333"/>
                </a:lnTo>
                <a:lnTo>
                  <a:pt x="48691" y="7747"/>
                </a:lnTo>
                <a:lnTo>
                  <a:pt x="48653" y="20485"/>
                </a:lnTo>
                <a:lnTo>
                  <a:pt x="48526" y="20942"/>
                </a:lnTo>
                <a:lnTo>
                  <a:pt x="48412" y="21323"/>
                </a:lnTo>
                <a:lnTo>
                  <a:pt x="48323" y="21628"/>
                </a:lnTo>
                <a:lnTo>
                  <a:pt x="45453" y="25336"/>
                </a:lnTo>
                <a:lnTo>
                  <a:pt x="40728" y="25336"/>
                </a:lnTo>
                <a:lnTo>
                  <a:pt x="37858" y="6616"/>
                </a:lnTo>
                <a:lnTo>
                  <a:pt x="38112" y="5943"/>
                </a:lnTo>
                <a:lnTo>
                  <a:pt x="41948" y="2679"/>
                </a:lnTo>
                <a:lnTo>
                  <a:pt x="44399" y="2679"/>
                </a:lnTo>
                <a:lnTo>
                  <a:pt x="45288" y="2959"/>
                </a:lnTo>
                <a:lnTo>
                  <a:pt x="45427" y="2959"/>
                </a:lnTo>
                <a:lnTo>
                  <a:pt x="48691" y="7747"/>
                </a:lnTo>
                <a:lnTo>
                  <a:pt x="48691" y="1333"/>
                </a:lnTo>
                <a:lnTo>
                  <a:pt x="48323" y="1041"/>
                </a:lnTo>
                <a:lnTo>
                  <a:pt x="47993" y="838"/>
                </a:lnTo>
                <a:lnTo>
                  <a:pt x="47320" y="495"/>
                </a:lnTo>
                <a:lnTo>
                  <a:pt x="46621" y="228"/>
                </a:lnTo>
                <a:lnTo>
                  <a:pt x="39624" y="228"/>
                </a:lnTo>
                <a:lnTo>
                  <a:pt x="33921" y="7747"/>
                </a:lnTo>
                <a:lnTo>
                  <a:pt x="34048" y="21069"/>
                </a:lnTo>
                <a:lnTo>
                  <a:pt x="34124" y="21323"/>
                </a:lnTo>
                <a:lnTo>
                  <a:pt x="34213" y="21628"/>
                </a:lnTo>
                <a:lnTo>
                  <a:pt x="41084" y="28549"/>
                </a:lnTo>
                <a:lnTo>
                  <a:pt x="45046" y="28549"/>
                </a:lnTo>
                <a:lnTo>
                  <a:pt x="50901" y="24218"/>
                </a:lnTo>
                <a:lnTo>
                  <a:pt x="51244" y="23558"/>
                </a:lnTo>
                <a:lnTo>
                  <a:pt x="51371" y="23266"/>
                </a:lnTo>
                <a:lnTo>
                  <a:pt x="51498" y="22974"/>
                </a:lnTo>
                <a:lnTo>
                  <a:pt x="51638" y="22631"/>
                </a:lnTo>
                <a:lnTo>
                  <a:pt x="52070" y="21323"/>
                </a:lnTo>
                <a:lnTo>
                  <a:pt x="52171" y="715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658050" y="4559464"/>
            <a:ext cx="53340" cy="28575"/>
          </a:xfrm>
          <a:custGeom>
            <a:avLst/>
            <a:gdLst/>
            <a:ahLst/>
            <a:cxnLst/>
            <a:rect l="l" t="t" r="r" b="b"/>
            <a:pathLst>
              <a:path w="53340" h="28575">
                <a:moveTo>
                  <a:pt x="18135" y="20840"/>
                </a:moveTo>
                <a:lnTo>
                  <a:pt x="18072" y="6870"/>
                </a:lnTo>
                <a:lnTo>
                  <a:pt x="17957" y="6502"/>
                </a:lnTo>
                <a:lnTo>
                  <a:pt x="17856" y="6159"/>
                </a:lnTo>
                <a:lnTo>
                  <a:pt x="16319" y="2971"/>
                </a:lnTo>
                <a:lnTo>
                  <a:pt x="16052" y="2578"/>
                </a:lnTo>
                <a:lnTo>
                  <a:pt x="15506" y="1968"/>
                </a:lnTo>
                <a:lnTo>
                  <a:pt x="15214" y="1676"/>
                </a:lnTo>
                <a:lnTo>
                  <a:pt x="14617" y="1181"/>
                </a:lnTo>
                <a:lnTo>
                  <a:pt x="14503" y="20840"/>
                </a:lnTo>
                <a:lnTo>
                  <a:pt x="14287" y="21513"/>
                </a:lnTo>
                <a:lnTo>
                  <a:pt x="14020" y="22275"/>
                </a:lnTo>
                <a:lnTo>
                  <a:pt x="13893" y="22529"/>
                </a:lnTo>
                <a:lnTo>
                  <a:pt x="13728" y="22898"/>
                </a:lnTo>
                <a:lnTo>
                  <a:pt x="13068" y="23914"/>
                </a:lnTo>
                <a:lnTo>
                  <a:pt x="12509" y="24523"/>
                </a:lnTo>
                <a:lnTo>
                  <a:pt x="11861" y="24993"/>
                </a:lnTo>
                <a:lnTo>
                  <a:pt x="12026" y="24993"/>
                </a:lnTo>
                <a:lnTo>
                  <a:pt x="9944" y="25793"/>
                </a:lnTo>
                <a:lnTo>
                  <a:pt x="8178" y="25793"/>
                </a:lnTo>
                <a:lnTo>
                  <a:pt x="6096" y="24993"/>
                </a:lnTo>
                <a:lnTo>
                  <a:pt x="6261" y="24993"/>
                </a:lnTo>
                <a:lnTo>
                  <a:pt x="5892" y="24739"/>
                </a:lnTo>
                <a:lnTo>
                  <a:pt x="3619" y="20840"/>
                </a:lnTo>
                <a:lnTo>
                  <a:pt x="3721" y="6870"/>
                </a:lnTo>
                <a:lnTo>
                  <a:pt x="6565" y="2971"/>
                </a:lnTo>
                <a:lnTo>
                  <a:pt x="11569" y="2971"/>
                </a:lnTo>
                <a:lnTo>
                  <a:pt x="14325" y="6502"/>
                </a:lnTo>
                <a:lnTo>
                  <a:pt x="14452" y="6870"/>
                </a:lnTo>
                <a:lnTo>
                  <a:pt x="14503" y="20840"/>
                </a:lnTo>
                <a:lnTo>
                  <a:pt x="14503" y="1104"/>
                </a:lnTo>
                <a:lnTo>
                  <a:pt x="13982" y="736"/>
                </a:lnTo>
                <a:lnTo>
                  <a:pt x="13627" y="558"/>
                </a:lnTo>
                <a:lnTo>
                  <a:pt x="12941" y="266"/>
                </a:lnTo>
                <a:lnTo>
                  <a:pt x="12230" y="12"/>
                </a:lnTo>
                <a:lnTo>
                  <a:pt x="5969" y="12"/>
                </a:lnTo>
                <a:lnTo>
                  <a:pt x="1358" y="3695"/>
                </a:lnTo>
                <a:lnTo>
                  <a:pt x="965" y="4445"/>
                </a:lnTo>
                <a:lnTo>
                  <a:pt x="520" y="5486"/>
                </a:lnTo>
                <a:lnTo>
                  <a:pt x="393" y="5842"/>
                </a:lnTo>
                <a:lnTo>
                  <a:pt x="292" y="6159"/>
                </a:lnTo>
                <a:lnTo>
                  <a:pt x="177" y="6502"/>
                </a:lnTo>
                <a:lnTo>
                  <a:pt x="76" y="6870"/>
                </a:lnTo>
                <a:lnTo>
                  <a:pt x="0" y="20840"/>
                </a:lnTo>
                <a:lnTo>
                  <a:pt x="304" y="21945"/>
                </a:lnTo>
                <a:lnTo>
                  <a:pt x="7162" y="28524"/>
                </a:lnTo>
                <a:lnTo>
                  <a:pt x="10883" y="28524"/>
                </a:lnTo>
                <a:lnTo>
                  <a:pt x="17945" y="21513"/>
                </a:lnTo>
                <a:lnTo>
                  <a:pt x="18135" y="20840"/>
                </a:lnTo>
                <a:close/>
              </a:path>
              <a:path w="53340" h="28575">
                <a:moveTo>
                  <a:pt x="28143" y="23850"/>
                </a:moveTo>
                <a:lnTo>
                  <a:pt x="24231" y="23850"/>
                </a:lnTo>
                <a:lnTo>
                  <a:pt x="24231" y="28232"/>
                </a:lnTo>
                <a:lnTo>
                  <a:pt x="28143" y="28232"/>
                </a:lnTo>
                <a:lnTo>
                  <a:pt x="28143" y="23850"/>
                </a:lnTo>
                <a:close/>
              </a:path>
              <a:path w="53340" h="28575">
                <a:moveTo>
                  <a:pt x="52717" y="25171"/>
                </a:moveTo>
                <a:lnTo>
                  <a:pt x="45834" y="25171"/>
                </a:lnTo>
                <a:lnTo>
                  <a:pt x="45834" y="0"/>
                </a:lnTo>
                <a:lnTo>
                  <a:pt x="42519" y="0"/>
                </a:lnTo>
                <a:lnTo>
                  <a:pt x="35826" y="4584"/>
                </a:lnTo>
                <a:lnTo>
                  <a:pt x="35826" y="8001"/>
                </a:lnTo>
                <a:lnTo>
                  <a:pt x="42202" y="3454"/>
                </a:lnTo>
                <a:lnTo>
                  <a:pt x="42202" y="25171"/>
                </a:lnTo>
                <a:lnTo>
                  <a:pt x="35013" y="25171"/>
                </a:lnTo>
                <a:lnTo>
                  <a:pt x="35013" y="28232"/>
                </a:lnTo>
                <a:lnTo>
                  <a:pt x="52717" y="28232"/>
                </a:lnTo>
                <a:lnTo>
                  <a:pt x="52717" y="2517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658075" y="3593198"/>
            <a:ext cx="53340" cy="29209"/>
          </a:xfrm>
          <a:custGeom>
            <a:avLst/>
            <a:gdLst/>
            <a:ahLst/>
            <a:cxnLst/>
            <a:rect l="l" t="t" r="r" b="b"/>
            <a:pathLst>
              <a:path w="53340" h="29210">
                <a:moveTo>
                  <a:pt x="18084" y="21374"/>
                </a:moveTo>
                <a:lnTo>
                  <a:pt x="14439" y="1473"/>
                </a:lnTo>
                <a:lnTo>
                  <a:pt x="14439" y="21374"/>
                </a:lnTo>
                <a:lnTo>
                  <a:pt x="14249" y="21996"/>
                </a:lnTo>
                <a:lnTo>
                  <a:pt x="11620" y="25514"/>
                </a:lnTo>
                <a:lnTo>
                  <a:pt x="6451" y="25514"/>
                </a:lnTo>
                <a:lnTo>
                  <a:pt x="3975" y="22428"/>
                </a:lnTo>
                <a:lnTo>
                  <a:pt x="3810" y="21996"/>
                </a:lnTo>
                <a:lnTo>
                  <a:pt x="7137" y="3111"/>
                </a:lnTo>
                <a:lnTo>
                  <a:pt x="10947" y="3111"/>
                </a:lnTo>
                <a:lnTo>
                  <a:pt x="12204" y="3695"/>
                </a:lnTo>
                <a:lnTo>
                  <a:pt x="12357" y="3860"/>
                </a:lnTo>
                <a:lnTo>
                  <a:pt x="12750" y="4203"/>
                </a:lnTo>
                <a:lnTo>
                  <a:pt x="14300" y="6908"/>
                </a:lnTo>
                <a:lnTo>
                  <a:pt x="14427" y="7264"/>
                </a:lnTo>
                <a:lnTo>
                  <a:pt x="14439" y="21374"/>
                </a:lnTo>
                <a:lnTo>
                  <a:pt x="14439" y="1473"/>
                </a:lnTo>
                <a:lnTo>
                  <a:pt x="13957" y="1143"/>
                </a:lnTo>
                <a:lnTo>
                  <a:pt x="13258" y="800"/>
                </a:lnTo>
                <a:lnTo>
                  <a:pt x="12014" y="304"/>
                </a:lnTo>
                <a:lnTo>
                  <a:pt x="6159" y="304"/>
                </a:lnTo>
                <a:lnTo>
                  <a:pt x="1155" y="4432"/>
                </a:lnTo>
                <a:lnTo>
                  <a:pt x="939" y="4851"/>
                </a:lnTo>
                <a:lnTo>
                  <a:pt x="495" y="5867"/>
                </a:lnTo>
                <a:lnTo>
                  <a:pt x="152" y="6908"/>
                </a:lnTo>
                <a:lnTo>
                  <a:pt x="50" y="7264"/>
                </a:lnTo>
                <a:lnTo>
                  <a:pt x="0" y="21374"/>
                </a:lnTo>
                <a:lnTo>
                  <a:pt x="177" y="21996"/>
                </a:lnTo>
                <a:lnTo>
                  <a:pt x="7010" y="28867"/>
                </a:lnTo>
                <a:lnTo>
                  <a:pt x="10985" y="28867"/>
                </a:lnTo>
                <a:lnTo>
                  <a:pt x="15963" y="25857"/>
                </a:lnTo>
                <a:lnTo>
                  <a:pt x="16217" y="25514"/>
                </a:lnTo>
                <a:lnTo>
                  <a:pt x="16522" y="25095"/>
                </a:lnTo>
                <a:lnTo>
                  <a:pt x="16624" y="24904"/>
                </a:lnTo>
                <a:lnTo>
                  <a:pt x="16954" y="24307"/>
                </a:lnTo>
                <a:lnTo>
                  <a:pt x="17068" y="24066"/>
                </a:lnTo>
                <a:lnTo>
                  <a:pt x="17373" y="23418"/>
                </a:lnTo>
                <a:lnTo>
                  <a:pt x="17754" y="22428"/>
                </a:lnTo>
                <a:lnTo>
                  <a:pt x="18084" y="21374"/>
                </a:lnTo>
                <a:close/>
              </a:path>
              <a:path w="53340" h="29210">
                <a:moveTo>
                  <a:pt x="28117" y="24257"/>
                </a:moveTo>
                <a:lnTo>
                  <a:pt x="24206" y="24257"/>
                </a:lnTo>
                <a:lnTo>
                  <a:pt x="24206" y="28638"/>
                </a:lnTo>
                <a:lnTo>
                  <a:pt x="28117" y="28638"/>
                </a:lnTo>
                <a:lnTo>
                  <a:pt x="28117" y="24257"/>
                </a:lnTo>
                <a:close/>
              </a:path>
              <a:path w="53340" h="29210">
                <a:moveTo>
                  <a:pt x="52882" y="20840"/>
                </a:moveTo>
                <a:lnTo>
                  <a:pt x="46189" y="14224"/>
                </a:lnTo>
                <a:lnTo>
                  <a:pt x="52082" y="6845"/>
                </a:lnTo>
                <a:lnTo>
                  <a:pt x="51854" y="5372"/>
                </a:lnTo>
                <a:lnTo>
                  <a:pt x="44056" y="0"/>
                </a:lnTo>
                <a:lnTo>
                  <a:pt x="42087" y="12"/>
                </a:lnTo>
                <a:lnTo>
                  <a:pt x="33909" y="7340"/>
                </a:lnTo>
                <a:lnTo>
                  <a:pt x="37541" y="7620"/>
                </a:lnTo>
                <a:lnTo>
                  <a:pt x="37592" y="7175"/>
                </a:lnTo>
                <a:lnTo>
                  <a:pt x="37922" y="5994"/>
                </a:lnTo>
                <a:lnTo>
                  <a:pt x="43611" y="2946"/>
                </a:lnTo>
                <a:lnTo>
                  <a:pt x="44996" y="3149"/>
                </a:lnTo>
                <a:lnTo>
                  <a:pt x="48387" y="8128"/>
                </a:lnTo>
                <a:lnTo>
                  <a:pt x="48247" y="9169"/>
                </a:lnTo>
                <a:lnTo>
                  <a:pt x="40195" y="12700"/>
                </a:lnTo>
                <a:lnTo>
                  <a:pt x="40195" y="15836"/>
                </a:lnTo>
                <a:lnTo>
                  <a:pt x="42646" y="15836"/>
                </a:lnTo>
                <a:lnTo>
                  <a:pt x="44005" y="15938"/>
                </a:lnTo>
                <a:lnTo>
                  <a:pt x="49136" y="20713"/>
                </a:lnTo>
                <a:lnTo>
                  <a:pt x="49060" y="21742"/>
                </a:lnTo>
                <a:lnTo>
                  <a:pt x="43307" y="26060"/>
                </a:lnTo>
                <a:lnTo>
                  <a:pt x="42176" y="25996"/>
                </a:lnTo>
                <a:lnTo>
                  <a:pt x="37147" y="21043"/>
                </a:lnTo>
                <a:lnTo>
                  <a:pt x="33426" y="21386"/>
                </a:lnTo>
                <a:lnTo>
                  <a:pt x="43764" y="29044"/>
                </a:lnTo>
                <a:lnTo>
                  <a:pt x="45872" y="28841"/>
                </a:lnTo>
                <a:lnTo>
                  <a:pt x="52717" y="22682"/>
                </a:lnTo>
                <a:lnTo>
                  <a:pt x="52882" y="20840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658228" y="3110572"/>
            <a:ext cx="53340" cy="28575"/>
          </a:xfrm>
          <a:custGeom>
            <a:avLst/>
            <a:gdLst/>
            <a:ahLst/>
            <a:cxnLst/>
            <a:rect l="l" t="t" r="r" b="b"/>
            <a:pathLst>
              <a:path w="53340" h="28575">
                <a:moveTo>
                  <a:pt x="17957" y="20929"/>
                </a:moveTo>
                <a:lnTo>
                  <a:pt x="17894" y="6959"/>
                </a:lnTo>
                <a:lnTo>
                  <a:pt x="17792" y="6591"/>
                </a:lnTo>
                <a:lnTo>
                  <a:pt x="17678" y="6248"/>
                </a:lnTo>
                <a:lnTo>
                  <a:pt x="17576" y="5930"/>
                </a:lnTo>
                <a:lnTo>
                  <a:pt x="14325" y="1193"/>
                </a:lnTo>
                <a:lnTo>
                  <a:pt x="14325" y="20929"/>
                </a:lnTo>
                <a:lnTo>
                  <a:pt x="14109" y="21602"/>
                </a:lnTo>
                <a:lnTo>
                  <a:pt x="11239" y="25323"/>
                </a:lnTo>
                <a:lnTo>
                  <a:pt x="6515" y="25323"/>
                </a:lnTo>
                <a:lnTo>
                  <a:pt x="3644" y="6591"/>
                </a:lnTo>
                <a:lnTo>
                  <a:pt x="3898" y="5930"/>
                </a:lnTo>
                <a:lnTo>
                  <a:pt x="7086" y="2794"/>
                </a:lnTo>
                <a:lnTo>
                  <a:pt x="10795" y="2794"/>
                </a:lnTo>
                <a:lnTo>
                  <a:pt x="14147" y="6591"/>
                </a:lnTo>
                <a:lnTo>
                  <a:pt x="14274" y="6959"/>
                </a:lnTo>
                <a:lnTo>
                  <a:pt x="14325" y="20929"/>
                </a:lnTo>
                <a:lnTo>
                  <a:pt x="14325" y="1193"/>
                </a:lnTo>
                <a:lnTo>
                  <a:pt x="13804" y="838"/>
                </a:lnTo>
                <a:lnTo>
                  <a:pt x="12839" y="342"/>
                </a:lnTo>
                <a:lnTo>
                  <a:pt x="11684" y="0"/>
                </a:lnTo>
                <a:lnTo>
                  <a:pt x="6159" y="0"/>
                </a:lnTo>
                <a:lnTo>
                  <a:pt x="5003" y="342"/>
                </a:lnTo>
                <a:lnTo>
                  <a:pt x="4724" y="482"/>
                </a:lnTo>
                <a:lnTo>
                  <a:pt x="4356" y="647"/>
                </a:lnTo>
                <a:lnTo>
                  <a:pt x="0" y="21602"/>
                </a:lnTo>
                <a:lnTo>
                  <a:pt x="342" y="22618"/>
                </a:lnTo>
                <a:lnTo>
                  <a:pt x="939" y="23990"/>
                </a:lnTo>
                <a:lnTo>
                  <a:pt x="1054" y="24206"/>
                </a:lnTo>
                <a:lnTo>
                  <a:pt x="1168" y="24409"/>
                </a:lnTo>
                <a:lnTo>
                  <a:pt x="1282" y="24612"/>
                </a:lnTo>
                <a:lnTo>
                  <a:pt x="1397" y="24815"/>
                </a:lnTo>
                <a:lnTo>
                  <a:pt x="1485" y="24942"/>
                </a:lnTo>
                <a:lnTo>
                  <a:pt x="1752" y="25323"/>
                </a:lnTo>
                <a:lnTo>
                  <a:pt x="6858" y="28549"/>
                </a:lnTo>
                <a:lnTo>
                  <a:pt x="10833" y="28549"/>
                </a:lnTo>
                <a:lnTo>
                  <a:pt x="16687" y="24206"/>
                </a:lnTo>
                <a:lnTo>
                  <a:pt x="16802" y="23990"/>
                </a:lnTo>
                <a:lnTo>
                  <a:pt x="16916" y="23774"/>
                </a:lnTo>
                <a:lnTo>
                  <a:pt x="17030" y="23558"/>
                </a:lnTo>
                <a:lnTo>
                  <a:pt x="17145" y="23266"/>
                </a:lnTo>
                <a:lnTo>
                  <a:pt x="17424" y="22618"/>
                </a:lnTo>
                <a:lnTo>
                  <a:pt x="17513" y="22364"/>
                </a:lnTo>
                <a:lnTo>
                  <a:pt x="17767" y="21602"/>
                </a:lnTo>
                <a:lnTo>
                  <a:pt x="17957" y="20929"/>
                </a:lnTo>
                <a:close/>
              </a:path>
              <a:path w="53340" h="28575">
                <a:moveTo>
                  <a:pt x="27965" y="23939"/>
                </a:moveTo>
                <a:lnTo>
                  <a:pt x="24053" y="23939"/>
                </a:lnTo>
                <a:lnTo>
                  <a:pt x="24053" y="28321"/>
                </a:lnTo>
                <a:lnTo>
                  <a:pt x="27965" y="28321"/>
                </a:lnTo>
                <a:lnTo>
                  <a:pt x="27965" y="23939"/>
                </a:lnTo>
                <a:close/>
              </a:path>
              <a:path w="53340" h="28575">
                <a:moveTo>
                  <a:pt x="53340" y="18999"/>
                </a:moveTo>
                <a:lnTo>
                  <a:pt x="49364" y="18999"/>
                </a:lnTo>
                <a:lnTo>
                  <a:pt x="49364" y="4152"/>
                </a:lnTo>
                <a:lnTo>
                  <a:pt x="49364" y="88"/>
                </a:lnTo>
                <a:lnTo>
                  <a:pt x="45986" y="88"/>
                </a:lnTo>
                <a:lnTo>
                  <a:pt x="45986" y="4152"/>
                </a:lnTo>
                <a:lnTo>
                  <a:pt x="45961" y="18999"/>
                </a:lnTo>
                <a:lnTo>
                  <a:pt x="36055" y="18999"/>
                </a:lnTo>
                <a:lnTo>
                  <a:pt x="36512" y="18427"/>
                </a:lnTo>
                <a:lnTo>
                  <a:pt x="37071" y="17627"/>
                </a:lnTo>
                <a:lnTo>
                  <a:pt x="37287" y="17360"/>
                </a:lnTo>
                <a:lnTo>
                  <a:pt x="37388" y="17208"/>
                </a:lnTo>
                <a:lnTo>
                  <a:pt x="44653" y="6502"/>
                </a:lnTo>
                <a:lnTo>
                  <a:pt x="44742" y="6337"/>
                </a:lnTo>
                <a:lnTo>
                  <a:pt x="44818" y="6210"/>
                </a:lnTo>
                <a:lnTo>
                  <a:pt x="44907" y="6083"/>
                </a:lnTo>
                <a:lnTo>
                  <a:pt x="45961" y="4343"/>
                </a:lnTo>
                <a:lnTo>
                  <a:pt x="45961" y="4152"/>
                </a:lnTo>
                <a:lnTo>
                  <a:pt x="45986" y="88"/>
                </a:lnTo>
                <a:lnTo>
                  <a:pt x="45580" y="88"/>
                </a:lnTo>
                <a:lnTo>
                  <a:pt x="32740" y="18999"/>
                </a:lnTo>
                <a:lnTo>
                  <a:pt x="32651" y="21932"/>
                </a:lnTo>
                <a:lnTo>
                  <a:pt x="45961" y="21932"/>
                </a:lnTo>
                <a:lnTo>
                  <a:pt x="45961" y="28321"/>
                </a:lnTo>
                <a:lnTo>
                  <a:pt x="49364" y="28321"/>
                </a:lnTo>
                <a:lnTo>
                  <a:pt x="49364" y="21932"/>
                </a:lnTo>
                <a:lnTo>
                  <a:pt x="53340" y="21932"/>
                </a:lnTo>
                <a:lnTo>
                  <a:pt x="53340" y="18999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722987" y="5056515"/>
            <a:ext cx="13335" cy="0"/>
          </a:xfrm>
          <a:custGeom>
            <a:avLst/>
            <a:gdLst/>
            <a:ahLst/>
            <a:cxnLst/>
            <a:rect l="l" t="t" r="r" b="b"/>
            <a:pathLst>
              <a:path w="13334" h="0">
                <a:moveTo>
                  <a:pt x="0" y="0"/>
                </a:moveTo>
                <a:lnTo>
                  <a:pt x="12765" y="0"/>
                </a:lnTo>
              </a:path>
            </a:pathLst>
          </a:custGeom>
          <a:ln w="4976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/>
          <p:nvPr/>
        </p:nvSpPr>
        <p:spPr>
          <a:xfrm>
            <a:off x="722987" y="4573575"/>
            <a:ext cx="13335" cy="0"/>
          </a:xfrm>
          <a:custGeom>
            <a:avLst/>
            <a:gdLst/>
            <a:ahLst/>
            <a:cxnLst/>
            <a:rect l="l" t="t" r="r" b="b"/>
            <a:pathLst>
              <a:path w="13334" h="0">
                <a:moveTo>
                  <a:pt x="0" y="0"/>
                </a:moveTo>
                <a:lnTo>
                  <a:pt x="12765" y="0"/>
                </a:lnTo>
              </a:path>
            </a:pathLst>
          </a:custGeom>
          <a:ln w="4976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722987" y="4090653"/>
            <a:ext cx="13335" cy="0"/>
          </a:xfrm>
          <a:custGeom>
            <a:avLst/>
            <a:gdLst/>
            <a:ahLst/>
            <a:cxnLst/>
            <a:rect l="l" t="t" r="r" b="b"/>
            <a:pathLst>
              <a:path w="13334" h="0">
                <a:moveTo>
                  <a:pt x="0" y="0"/>
                </a:moveTo>
                <a:lnTo>
                  <a:pt x="12765" y="0"/>
                </a:lnTo>
              </a:path>
            </a:pathLst>
          </a:custGeom>
          <a:ln w="4976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722987" y="3607713"/>
            <a:ext cx="13335" cy="0"/>
          </a:xfrm>
          <a:custGeom>
            <a:avLst/>
            <a:gdLst/>
            <a:ahLst/>
            <a:cxnLst/>
            <a:rect l="l" t="t" r="r" b="b"/>
            <a:pathLst>
              <a:path w="13334" h="0">
                <a:moveTo>
                  <a:pt x="0" y="0"/>
                </a:moveTo>
                <a:lnTo>
                  <a:pt x="12765" y="0"/>
                </a:lnTo>
              </a:path>
            </a:pathLst>
          </a:custGeom>
          <a:ln w="4976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722987" y="3124772"/>
            <a:ext cx="13335" cy="0"/>
          </a:xfrm>
          <a:custGeom>
            <a:avLst/>
            <a:gdLst/>
            <a:ahLst/>
            <a:cxnLst/>
            <a:rect l="l" t="t" r="r" b="b"/>
            <a:pathLst>
              <a:path w="13334" h="0">
                <a:moveTo>
                  <a:pt x="0" y="0"/>
                </a:moveTo>
                <a:lnTo>
                  <a:pt x="12765" y="0"/>
                </a:lnTo>
              </a:path>
            </a:pathLst>
          </a:custGeom>
          <a:ln w="4976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/>
          <p:nvPr/>
        </p:nvSpPr>
        <p:spPr>
          <a:xfrm>
            <a:off x="1266239" y="5151846"/>
            <a:ext cx="0" cy="13335"/>
          </a:xfrm>
          <a:custGeom>
            <a:avLst/>
            <a:gdLst/>
            <a:ahLst/>
            <a:cxnLst/>
            <a:rect l="l" t="t" r="r" b="b"/>
            <a:pathLst>
              <a:path w="0" h="13335">
                <a:moveTo>
                  <a:pt x="0" y="12790"/>
                </a:moveTo>
                <a:lnTo>
                  <a:pt x="0" y="0"/>
                </a:lnTo>
              </a:path>
            </a:pathLst>
          </a:custGeom>
          <a:ln w="4973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1645149" y="5151846"/>
            <a:ext cx="0" cy="13335"/>
          </a:xfrm>
          <a:custGeom>
            <a:avLst/>
            <a:gdLst/>
            <a:ahLst/>
            <a:cxnLst/>
            <a:rect l="l" t="t" r="r" b="b"/>
            <a:pathLst>
              <a:path w="0" h="13335">
                <a:moveTo>
                  <a:pt x="0" y="12790"/>
                </a:moveTo>
                <a:lnTo>
                  <a:pt x="0" y="0"/>
                </a:lnTo>
              </a:path>
            </a:pathLst>
          </a:custGeom>
          <a:ln w="4973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2024058" y="5151846"/>
            <a:ext cx="0" cy="13335"/>
          </a:xfrm>
          <a:custGeom>
            <a:avLst/>
            <a:gdLst/>
            <a:ahLst/>
            <a:cxnLst/>
            <a:rect l="l" t="t" r="r" b="b"/>
            <a:pathLst>
              <a:path w="0" h="13335">
                <a:moveTo>
                  <a:pt x="0" y="12790"/>
                </a:moveTo>
                <a:lnTo>
                  <a:pt x="0" y="0"/>
                </a:lnTo>
              </a:path>
            </a:pathLst>
          </a:custGeom>
          <a:ln w="4973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781895" y="5151846"/>
            <a:ext cx="0" cy="13335"/>
          </a:xfrm>
          <a:custGeom>
            <a:avLst/>
            <a:gdLst/>
            <a:ahLst/>
            <a:cxnLst/>
            <a:rect l="l" t="t" r="r" b="b"/>
            <a:pathLst>
              <a:path w="0" h="13335">
                <a:moveTo>
                  <a:pt x="0" y="12790"/>
                </a:moveTo>
                <a:lnTo>
                  <a:pt x="0" y="0"/>
                </a:lnTo>
              </a:path>
            </a:pathLst>
          </a:custGeom>
          <a:ln w="4973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3160804" y="5151846"/>
            <a:ext cx="0" cy="13335"/>
          </a:xfrm>
          <a:custGeom>
            <a:avLst/>
            <a:gdLst/>
            <a:ahLst/>
            <a:cxnLst/>
            <a:rect l="l" t="t" r="r" b="b"/>
            <a:pathLst>
              <a:path w="0" h="13335">
                <a:moveTo>
                  <a:pt x="0" y="12790"/>
                </a:moveTo>
                <a:lnTo>
                  <a:pt x="0" y="0"/>
                </a:lnTo>
              </a:path>
            </a:pathLst>
          </a:custGeom>
          <a:ln w="4973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3539732" y="5151846"/>
            <a:ext cx="0" cy="13335"/>
          </a:xfrm>
          <a:custGeom>
            <a:avLst/>
            <a:gdLst/>
            <a:ahLst/>
            <a:cxnLst/>
            <a:rect l="l" t="t" r="r" b="b"/>
            <a:pathLst>
              <a:path w="0" h="13335">
                <a:moveTo>
                  <a:pt x="0" y="12790"/>
                </a:moveTo>
                <a:lnTo>
                  <a:pt x="0" y="0"/>
                </a:lnTo>
              </a:path>
            </a:pathLst>
          </a:custGeom>
          <a:ln w="4973">
            <a:solidFill>
              <a:srgbClr val="333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1249807" y="5174449"/>
            <a:ext cx="33020" cy="29209"/>
          </a:xfrm>
          <a:custGeom>
            <a:avLst/>
            <a:gdLst/>
            <a:ahLst/>
            <a:cxnLst/>
            <a:rect l="l" t="t" r="r" b="b"/>
            <a:pathLst>
              <a:path w="33019" h="29210">
                <a:moveTo>
                  <a:pt x="10020" y="16141"/>
                </a:moveTo>
                <a:lnTo>
                  <a:pt x="0" y="16141"/>
                </a:lnTo>
                <a:lnTo>
                  <a:pt x="0" y="19342"/>
                </a:lnTo>
                <a:lnTo>
                  <a:pt x="10020" y="19342"/>
                </a:lnTo>
                <a:lnTo>
                  <a:pt x="10020" y="16141"/>
                </a:lnTo>
                <a:close/>
              </a:path>
              <a:path w="33019" h="29210">
                <a:moveTo>
                  <a:pt x="32854" y="20853"/>
                </a:moveTo>
                <a:lnTo>
                  <a:pt x="26174" y="14249"/>
                </a:lnTo>
                <a:lnTo>
                  <a:pt x="32067" y="7162"/>
                </a:lnTo>
                <a:lnTo>
                  <a:pt x="31889" y="5676"/>
                </a:lnTo>
                <a:lnTo>
                  <a:pt x="22758" y="0"/>
                </a:lnTo>
                <a:lnTo>
                  <a:pt x="21374" y="101"/>
                </a:lnTo>
                <a:lnTo>
                  <a:pt x="13893" y="7340"/>
                </a:lnTo>
                <a:lnTo>
                  <a:pt x="17513" y="7632"/>
                </a:lnTo>
                <a:lnTo>
                  <a:pt x="17576" y="7188"/>
                </a:lnTo>
                <a:lnTo>
                  <a:pt x="17780" y="6375"/>
                </a:lnTo>
                <a:lnTo>
                  <a:pt x="23075" y="2946"/>
                </a:lnTo>
                <a:lnTo>
                  <a:pt x="24079" y="2997"/>
                </a:lnTo>
                <a:lnTo>
                  <a:pt x="28371" y="7848"/>
                </a:lnTo>
                <a:lnTo>
                  <a:pt x="28282" y="8940"/>
                </a:lnTo>
                <a:lnTo>
                  <a:pt x="20180" y="12712"/>
                </a:lnTo>
                <a:lnTo>
                  <a:pt x="20180" y="15849"/>
                </a:lnTo>
                <a:lnTo>
                  <a:pt x="22631" y="15849"/>
                </a:lnTo>
                <a:lnTo>
                  <a:pt x="24434" y="16027"/>
                </a:lnTo>
                <a:lnTo>
                  <a:pt x="29095" y="21247"/>
                </a:lnTo>
                <a:lnTo>
                  <a:pt x="28867" y="22644"/>
                </a:lnTo>
                <a:lnTo>
                  <a:pt x="23279" y="26073"/>
                </a:lnTo>
                <a:lnTo>
                  <a:pt x="21653" y="25946"/>
                </a:lnTo>
                <a:lnTo>
                  <a:pt x="17132" y="21056"/>
                </a:lnTo>
                <a:lnTo>
                  <a:pt x="13398" y="21386"/>
                </a:lnTo>
                <a:lnTo>
                  <a:pt x="24180" y="29019"/>
                </a:lnTo>
                <a:lnTo>
                  <a:pt x="25857" y="28854"/>
                </a:lnTo>
                <a:lnTo>
                  <a:pt x="32766" y="22339"/>
                </a:lnTo>
                <a:lnTo>
                  <a:pt x="32854" y="20853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1628737" y="5174449"/>
            <a:ext cx="33020" cy="29209"/>
          </a:xfrm>
          <a:custGeom>
            <a:avLst/>
            <a:gdLst/>
            <a:ahLst/>
            <a:cxnLst/>
            <a:rect l="l" t="t" r="r" b="b"/>
            <a:pathLst>
              <a:path w="33019" h="29210">
                <a:moveTo>
                  <a:pt x="10020" y="16141"/>
                </a:moveTo>
                <a:lnTo>
                  <a:pt x="0" y="16141"/>
                </a:lnTo>
                <a:lnTo>
                  <a:pt x="0" y="19342"/>
                </a:lnTo>
                <a:lnTo>
                  <a:pt x="10020" y="19342"/>
                </a:lnTo>
                <a:lnTo>
                  <a:pt x="10020" y="16141"/>
                </a:lnTo>
                <a:close/>
              </a:path>
              <a:path w="33019" h="29210">
                <a:moveTo>
                  <a:pt x="32575" y="25577"/>
                </a:moveTo>
                <a:lnTo>
                  <a:pt x="17868" y="25577"/>
                </a:lnTo>
                <a:lnTo>
                  <a:pt x="18427" y="24472"/>
                </a:lnTo>
                <a:lnTo>
                  <a:pt x="19189" y="23393"/>
                </a:lnTo>
                <a:lnTo>
                  <a:pt x="20916" y="21513"/>
                </a:lnTo>
                <a:lnTo>
                  <a:pt x="25704" y="17449"/>
                </a:lnTo>
                <a:lnTo>
                  <a:pt x="29730" y="13576"/>
                </a:lnTo>
                <a:lnTo>
                  <a:pt x="30886" y="11925"/>
                </a:lnTo>
                <a:lnTo>
                  <a:pt x="31813" y="9906"/>
                </a:lnTo>
                <a:lnTo>
                  <a:pt x="32118" y="8293"/>
                </a:lnTo>
                <a:lnTo>
                  <a:pt x="32118" y="6997"/>
                </a:lnTo>
                <a:lnTo>
                  <a:pt x="22872" y="0"/>
                </a:lnTo>
                <a:lnTo>
                  <a:pt x="21653" y="88"/>
                </a:lnTo>
                <a:lnTo>
                  <a:pt x="14058" y="7391"/>
                </a:lnTo>
                <a:lnTo>
                  <a:pt x="17729" y="7721"/>
                </a:lnTo>
                <a:lnTo>
                  <a:pt x="17957" y="6616"/>
                </a:lnTo>
                <a:lnTo>
                  <a:pt x="18249" y="5842"/>
                </a:lnTo>
                <a:lnTo>
                  <a:pt x="23291" y="2946"/>
                </a:lnTo>
                <a:lnTo>
                  <a:pt x="24803" y="3111"/>
                </a:lnTo>
                <a:lnTo>
                  <a:pt x="28448" y="7848"/>
                </a:lnTo>
                <a:lnTo>
                  <a:pt x="28244" y="9474"/>
                </a:lnTo>
                <a:lnTo>
                  <a:pt x="27787" y="10655"/>
                </a:lnTo>
                <a:lnTo>
                  <a:pt x="26936" y="12001"/>
                </a:lnTo>
                <a:lnTo>
                  <a:pt x="25311" y="13792"/>
                </a:lnTo>
                <a:lnTo>
                  <a:pt x="22364" y="16268"/>
                </a:lnTo>
                <a:lnTo>
                  <a:pt x="18516" y="19621"/>
                </a:lnTo>
                <a:lnTo>
                  <a:pt x="16370" y="21971"/>
                </a:lnTo>
                <a:lnTo>
                  <a:pt x="15532" y="23101"/>
                </a:lnTo>
                <a:lnTo>
                  <a:pt x="14554" y="24739"/>
                </a:lnTo>
                <a:lnTo>
                  <a:pt x="13893" y="26111"/>
                </a:lnTo>
                <a:lnTo>
                  <a:pt x="13893" y="28663"/>
                </a:lnTo>
                <a:lnTo>
                  <a:pt x="32575" y="28663"/>
                </a:lnTo>
                <a:lnTo>
                  <a:pt x="32575" y="25577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2007641" y="5174869"/>
            <a:ext cx="33020" cy="28575"/>
          </a:xfrm>
          <a:custGeom>
            <a:avLst/>
            <a:gdLst/>
            <a:ahLst/>
            <a:cxnLst/>
            <a:rect l="l" t="t" r="r" b="b"/>
            <a:pathLst>
              <a:path w="33019" h="28575">
                <a:moveTo>
                  <a:pt x="10020" y="15722"/>
                </a:moveTo>
                <a:lnTo>
                  <a:pt x="0" y="15722"/>
                </a:lnTo>
                <a:lnTo>
                  <a:pt x="0" y="18923"/>
                </a:lnTo>
                <a:lnTo>
                  <a:pt x="10020" y="18923"/>
                </a:lnTo>
                <a:lnTo>
                  <a:pt x="10020" y="15722"/>
                </a:lnTo>
                <a:close/>
              </a:path>
              <a:path w="33019" h="28575">
                <a:moveTo>
                  <a:pt x="32651" y="25158"/>
                </a:moveTo>
                <a:lnTo>
                  <a:pt x="25793" y="25158"/>
                </a:lnTo>
                <a:lnTo>
                  <a:pt x="25793" y="0"/>
                </a:lnTo>
                <a:lnTo>
                  <a:pt x="22453" y="0"/>
                </a:lnTo>
                <a:lnTo>
                  <a:pt x="15786" y="4584"/>
                </a:lnTo>
                <a:lnTo>
                  <a:pt x="15786" y="8001"/>
                </a:lnTo>
                <a:lnTo>
                  <a:pt x="22148" y="3441"/>
                </a:lnTo>
                <a:lnTo>
                  <a:pt x="22148" y="25158"/>
                </a:lnTo>
                <a:lnTo>
                  <a:pt x="14973" y="25158"/>
                </a:lnTo>
                <a:lnTo>
                  <a:pt x="14973" y="28244"/>
                </a:lnTo>
                <a:lnTo>
                  <a:pt x="32651" y="28244"/>
                </a:lnTo>
                <a:lnTo>
                  <a:pt x="32651" y="25158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2773609" y="5174859"/>
            <a:ext cx="17780" cy="28575"/>
          </a:xfrm>
          <a:custGeom>
            <a:avLst/>
            <a:gdLst/>
            <a:ahLst/>
            <a:cxnLst/>
            <a:rect l="l" t="t" r="r" b="b"/>
            <a:pathLst>
              <a:path w="17780" h="28575">
                <a:moveTo>
                  <a:pt x="17681" y="28242"/>
                </a:moveTo>
                <a:lnTo>
                  <a:pt x="0" y="28242"/>
                </a:lnTo>
                <a:lnTo>
                  <a:pt x="0" y="25162"/>
                </a:lnTo>
                <a:lnTo>
                  <a:pt x="7192" y="25162"/>
                </a:lnTo>
                <a:lnTo>
                  <a:pt x="7192" y="3443"/>
                </a:lnTo>
                <a:lnTo>
                  <a:pt x="819" y="7998"/>
                </a:lnTo>
                <a:lnTo>
                  <a:pt x="819" y="4591"/>
                </a:lnTo>
                <a:lnTo>
                  <a:pt x="7502" y="0"/>
                </a:lnTo>
                <a:lnTo>
                  <a:pt x="10816" y="0"/>
                </a:lnTo>
                <a:lnTo>
                  <a:pt x="10816" y="25162"/>
                </a:lnTo>
                <a:lnTo>
                  <a:pt x="17681" y="25162"/>
                </a:lnTo>
                <a:lnTo>
                  <a:pt x="17681" y="28242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3151462" y="5174440"/>
            <a:ext cx="19050" cy="29209"/>
          </a:xfrm>
          <a:custGeom>
            <a:avLst/>
            <a:gdLst/>
            <a:ahLst/>
            <a:cxnLst/>
            <a:rect l="l" t="t" r="r" b="b"/>
            <a:pathLst>
              <a:path w="19050" h="29210">
                <a:moveTo>
                  <a:pt x="18683" y="28661"/>
                </a:moveTo>
                <a:lnTo>
                  <a:pt x="0" y="28661"/>
                </a:lnTo>
                <a:lnTo>
                  <a:pt x="0" y="26110"/>
                </a:lnTo>
                <a:lnTo>
                  <a:pt x="11162" y="14048"/>
                </a:lnTo>
                <a:lnTo>
                  <a:pt x="12837" y="12262"/>
                </a:lnTo>
                <a:lnTo>
                  <a:pt x="13748" y="10932"/>
                </a:lnTo>
                <a:lnTo>
                  <a:pt x="14258" y="9784"/>
                </a:lnTo>
                <a:lnTo>
                  <a:pt x="14476" y="8855"/>
                </a:lnTo>
                <a:lnTo>
                  <a:pt x="14531" y="7379"/>
                </a:lnTo>
                <a:lnTo>
                  <a:pt x="14422" y="6523"/>
                </a:lnTo>
                <a:lnTo>
                  <a:pt x="9396" y="2951"/>
                </a:lnTo>
                <a:lnTo>
                  <a:pt x="8139" y="3061"/>
                </a:lnTo>
                <a:lnTo>
                  <a:pt x="3842" y="7725"/>
                </a:lnTo>
                <a:lnTo>
                  <a:pt x="163" y="7397"/>
                </a:lnTo>
                <a:lnTo>
                  <a:pt x="8977" y="0"/>
                </a:lnTo>
                <a:lnTo>
                  <a:pt x="10998" y="72"/>
                </a:lnTo>
                <a:lnTo>
                  <a:pt x="18246" y="8017"/>
                </a:lnTo>
                <a:lnTo>
                  <a:pt x="18173" y="8837"/>
                </a:lnTo>
                <a:lnTo>
                  <a:pt x="7247" y="21318"/>
                </a:lnTo>
                <a:lnTo>
                  <a:pt x="5135" y="23614"/>
                </a:lnTo>
                <a:lnTo>
                  <a:pt x="4170" y="25126"/>
                </a:lnTo>
                <a:lnTo>
                  <a:pt x="3969" y="25581"/>
                </a:lnTo>
                <a:lnTo>
                  <a:pt x="18683" y="25581"/>
                </a:lnTo>
                <a:lnTo>
                  <a:pt x="18683" y="28661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3529880" y="5174458"/>
            <a:ext cx="19685" cy="29209"/>
          </a:xfrm>
          <a:custGeom>
            <a:avLst/>
            <a:gdLst/>
            <a:ahLst/>
            <a:cxnLst/>
            <a:rect l="l" t="t" r="r" b="b"/>
            <a:pathLst>
              <a:path w="19685" h="29210">
                <a:moveTo>
                  <a:pt x="9869" y="29043"/>
                </a:moveTo>
                <a:lnTo>
                  <a:pt x="0" y="21372"/>
                </a:lnTo>
                <a:lnTo>
                  <a:pt x="3733" y="21044"/>
                </a:lnTo>
                <a:lnTo>
                  <a:pt x="4297" y="23085"/>
                </a:lnTo>
                <a:lnTo>
                  <a:pt x="5062" y="24251"/>
                </a:lnTo>
                <a:lnTo>
                  <a:pt x="5954" y="25035"/>
                </a:lnTo>
                <a:lnTo>
                  <a:pt x="7302" y="25691"/>
                </a:lnTo>
                <a:lnTo>
                  <a:pt x="8758" y="26000"/>
                </a:lnTo>
                <a:lnTo>
                  <a:pt x="9869" y="26055"/>
                </a:lnTo>
                <a:lnTo>
                  <a:pt x="10925" y="26000"/>
                </a:lnTo>
                <a:lnTo>
                  <a:pt x="15696" y="21227"/>
                </a:lnTo>
                <a:lnTo>
                  <a:pt x="15642" y="19842"/>
                </a:lnTo>
                <a:lnTo>
                  <a:pt x="9232" y="15833"/>
                </a:lnTo>
                <a:lnTo>
                  <a:pt x="6774" y="15833"/>
                </a:lnTo>
                <a:lnTo>
                  <a:pt x="6774" y="12699"/>
                </a:lnTo>
                <a:lnTo>
                  <a:pt x="14968" y="7834"/>
                </a:lnTo>
                <a:lnTo>
                  <a:pt x="14913" y="6960"/>
                </a:lnTo>
                <a:lnTo>
                  <a:pt x="9669" y="2933"/>
                </a:lnTo>
                <a:lnTo>
                  <a:pt x="8321" y="3042"/>
                </a:lnTo>
                <a:lnTo>
                  <a:pt x="4097" y="7616"/>
                </a:lnTo>
                <a:lnTo>
                  <a:pt x="473" y="7324"/>
                </a:lnTo>
                <a:lnTo>
                  <a:pt x="10634" y="0"/>
                </a:lnTo>
                <a:lnTo>
                  <a:pt x="12692" y="273"/>
                </a:lnTo>
                <a:lnTo>
                  <a:pt x="18665" y="7142"/>
                </a:lnTo>
                <a:lnTo>
                  <a:pt x="18610" y="8417"/>
                </a:lnTo>
                <a:lnTo>
                  <a:pt x="12765" y="14139"/>
                </a:lnTo>
                <a:lnTo>
                  <a:pt x="19448" y="20844"/>
                </a:lnTo>
                <a:lnTo>
                  <a:pt x="19284" y="22684"/>
                </a:lnTo>
                <a:lnTo>
                  <a:pt x="11217" y="28989"/>
                </a:lnTo>
                <a:lnTo>
                  <a:pt x="9869" y="29043"/>
                </a:lnTo>
                <a:close/>
              </a:path>
            </a:pathLst>
          </a:custGeom>
          <a:solidFill>
            <a:srgbClr val="4D4D4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394" y="5151846"/>
            <a:ext cx="153672" cy="108340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5172" y="4017734"/>
            <a:ext cx="115522" cy="166774"/>
          </a:xfrm>
          <a:prstGeom prst="rect">
            <a:avLst/>
          </a:prstGeom>
        </p:spPr>
      </p:pic>
      <p:sp>
        <p:nvSpPr>
          <p:cNvPr id="56" name="object 56" descr=""/>
          <p:cNvSpPr txBox="1"/>
          <p:nvPr/>
        </p:nvSpPr>
        <p:spPr>
          <a:xfrm>
            <a:off x="4552949" y="2962274"/>
            <a:ext cx="3524250" cy="4953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8105" rIns="0" bIns="0" rtlCol="0" vert="horz">
            <a:spAutoFit/>
          </a:bodyPr>
          <a:lstStyle/>
          <a:p>
            <a:pPr marL="281940" marR="2637155" indent="-224154">
              <a:lnSpc>
                <a:spcPct val="67700"/>
              </a:lnSpc>
              <a:spcBef>
                <a:spcPts val="615"/>
              </a:spcBef>
            </a:pP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pt(q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35">
                <a:solidFill>
                  <a:srgbClr val="008080"/>
                </a:solidFill>
                <a:latin typeface="Courier New"/>
                <a:cs typeface="Courier New"/>
              </a:rPr>
              <a:t>3.4</a:t>
            </a:r>
            <a:r>
              <a:rPr dirty="0" sz="1100" spc="-35">
                <a:solidFill>
                  <a:srgbClr val="333333"/>
                </a:solidFill>
                <a:latin typeface="Lucida Console"/>
                <a:cs typeface="Lucida Console"/>
              </a:rPr>
              <a:t>,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df</a:t>
            </a:r>
            <a:r>
              <a:rPr dirty="0" sz="1200" spc="-10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24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endParaRPr sz="1100">
              <a:latin typeface="Lucida Console"/>
              <a:cs typeface="Lucida Console"/>
            </a:endParaRPr>
          </a:p>
          <a:p>
            <a:pPr marL="281940">
              <a:lnSpc>
                <a:spcPts val="975"/>
              </a:lnSpc>
            </a:pPr>
            <a:r>
              <a:rPr dirty="0" sz="1100" spc="-20">
                <a:solidFill>
                  <a:srgbClr val="333333"/>
                </a:solidFill>
                <a:latin typeface="Lucida Console"/>
                <a:cs typeface="Lucida Console"/>
              </a:rPr>
              <a:t>lower.tail</a:t>
            </a:r>
            <a:r>
              <a:rPr dirty="0" sz="1200" spc="-20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000" spc="-20">
                <a:solidFill>
                  <a:srgbClr val="008080"/>
                </a:solidFill>
                <a:latin typeface="Courier New"/>
                <a:cs typeface="Courier New"/>
              </a:rPr>
              <a:t>FALSE</a:t>
            </a:r>
            <a:r>
              <a:rPr dirty="0" sz="1100" spc="-20">
                <a:solidFill>
                  <a:srgbClr val="333333"/>
                </a:solidFill>
                <a:latin typeface="Lucida Console"/>
                <a:cs typeface="Lucida Console"/>
              </a:rPr>
              <a:t>)*</a:t>
            </a:r>
            <a:r>
              <a:rPr dirty="0" sz="1000" spc="-20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4536826" y="3531901"/>
            <a:ext cx="1368425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#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&gt;</a:t>
            </a:r>
            <a:r>
              <a:rPr dirty="0" sz="950" spc="265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[1]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75">
                <a:solidFill>
                  <a:srgbClr val="007834"/>
                </a:solidFill>
                <a:latin typeface="Lucida Console"/>
                <a:cs typeface="Lucida Console"/>
              </a:rPr>
              <a:t>0.002357594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558800" y="394970"/>
            <a:ext cx="7441565" cy="8642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total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number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physicians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under-</a:t>
            </a:r>
            <a:r>
              <a:rPr dirty="0" sz="1450" spc="-40">
                <a:latin typeface="Trebuchet MS"/>
                <a:cs typeface="Trebuchet MS"/>
              </a:rPr>
              <a:t>five</a:t>
            </a:r>
            <a:r>
              <a:rPr dirty="0" sz="1450" spc="-10">
                <a:latin typeface="Trebuchet MS"/>
                <a:cs typeface="Trebuchet MS"/>
              </a:rPr>
              <a:t> mortality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rate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was </a:t>
            </a:r>
            <a:r>
              <a:rPr dirty="0" sz="1450">
                <a:latin typeface="Trebuchet MS"/>
                <a:cs typeface="Trebuchet MS"/>
              </a:rPr>
              <a:t>found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-</a:t>
            </a:r>
            <a:r>
              <a:rPr dirty="0" sz="1450" spc="-60">
                <a:latin typeface="Trebuchet MS"/>
                <a:cs typeface="Trebuchet MS"/>
              </a:rPr>
              <a:t>0.563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26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OECD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countries.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450" b="1">
                <a:latin typeface="Trebuchet MS"/>
                <a:cs typeface="Trebuchet MS"/>
              </a:rPr>
              <a:t>Is</a:t>
            </a:r>
            <a:r>
              <a:rPr dirty="0" sz="1450" spc="-5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this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significantly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different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than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zero?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558800" y="5452744"/>
            <a:ext cx="7513955" cy="68326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ts val="1720"/>
              </a:lnSpc>
              <a:spcBef>
                <a:spcPts val="165"/>
              </a:spcBef>
            </a:pPr>
            <a:r>
              <a:rPr dirty="0" sz="1450" spc="-20">
                <a:latin typeface="Trebuchet MS"/>
                <a:cs typeface="Trebuchet MS"/>
              </a:rPr>
              <a:t>There </a:t>
            </a:r>
            <a:r>
              <a:rPr dirty="0" sz="1450">
                <a:latin typeface="Trebuchet MS"/>
                <a:cs typeface="Trebuchet MS"/>
              </a:rPr>
              <a:t>was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significant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relationship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2019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total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number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physicians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per </a:t>
            </a:r>
            <a:r>
              <a:rPr dirty="0" sz="1450" spc="-55">
                <a:latin typeface="Trebuchet MS"/>
                <a:cs typeface="Trebuchet MS"/>
              </a:rPr>
              <a:t>1,000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inhabitant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under-</a:t>
            </a:r>
            <a:r>
              <a:rPr dirty="0" sz="1450" spc="-40">
                <a:latin typeface="Trebuchet MS"/>
                <a:cs typeface="Trebuchet MS"/>
              </a:rPr>
              <a:t>five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mortality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rate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1000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live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births,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r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=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-</a:t>
            </a:r>
            <a:r>
              <a:rPr dirty="0" sz="1450" spc="-110" b="1">
                <a:latin typeface="Trebuchet MS"/>
                <a:cs typeface="Trebuchet MS"/>
              </a:rPr>
              <a:t>0.56,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80" b="1">
                <a:latin typeface="Trebuchet MS"/>
                <a:cs typeface="Trebuchet MS"/>
              </a:rPr>
              <a:t>t(24)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120" b="1">
                <a:latin typeface="Trebuchet MS"/>
                <a:cs typeface="Trebuchet MS"/>
              </a:rPr>
              <a:t>=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-</a:t>
            </a:r>
            <a:r>
              <a:rPr dirty="0" sz="1450" spc="-145" b="1">
                <a:latin typeface="Trebuchet MS"/>
                <a:cs typeface="Trebuchet MS"/>
              </a:rPr>
              <a:t>3.4,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p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= </a:t>
            </a:r>
            <a:r>
              <a:rPr dirty="0" sz="1450" spc="-10" b="1">
                <a:latin typeface="Trebuchet MS"/>
                <a:cs typeface="Trebuchet MS"/>
              </a:rPr>
              <a:t>0.0024</a:t>
            </a:r>
            <a:r>
              <a:rPr dirty="0" sz="1450" spc="-1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533400" y="1591221"/>
            <a:ext cx="884555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3227" sz="1575">
                <a:latin typeface="Tahoma"/>
                <a:cs typeface="Tahoma"/>
              </a:rPr>
              <a:t>0</a:t>
            </a:r>
            <a:r>
              <a:rPr dirty="0" baseline="-13227" sz="1575" spc="172">
                <a:latin typeface="Tahoma"/>
                <a:cs typeface="Tahom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550" spc="-229" i="1">
                <a:latin typeface="Verdana"/>
                <a:cs typeface="Verdana"/>
              </a:rPr>
              <a:t>ρ</a:t>
            </a:r>
            <a:r>
              <a:rPr dirty="0" sz="1550" spc="-14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60">
                <a:latin typeface="Tahoma"/>
                <a:cs typeface="Tahoma"/>
              </a:rPr>
              <a:t> 0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533400" y="1991271"/>
            <a:ext cx="916940" cy="260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550" i="1">
                <a:latin typeface="Verdana"/>
                <a:cs typeface="Verdana"/>
              </a:rPr>
              <a:t>H</a:t>
            </a:r>
            <a:r>
              <a:rPr dirty="0" baseline="-12626" sz="1650" i="1">
                <a:latin typeface="Verdana"/>
                <a:cs typeface="Verdana"/>
              </a:rPr>
              <a:t>A</a:t>
            </a:r>
            <a:r>
              <a:rPr dirty="0" baseline="-12626" sz="1650" spc="142" i="1">
                <a:latin typeface="Verdana"/>
                <a:cs typeface="Verdana"/>
              </a:rPr>
              <a:t> </a:t>
            </a:r>
            <a:r>
              <a:rPr dirty="0" sz="1450" spc="-120">
                <a:latin typeface="Tahoma"/>
                <a:cs typeface="Tahoma"/>
              </a:rPr>
              <a:t>: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550" spc="-229" i="1">
                <a:latin typeface="Verdana"/>
                <a:cs typeface="Verdana"/>
              </a:rPr>
              <a:t>ρ</a:t>
            </a:r>
            <a:r>
              <a:rPr dirty="0" sz="1550" spc="-13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≠</a:t>
            </a:r>
            <a:r>
              <a:rPr dirty="0" sz="1450" spc="-45">
                <a:latin typeface="Tahoma"/>
                <a:cs typeface="Tahoma"/>
              </a:rPr>
              <a:t> </a:t>
            </a:r>
            <a:r>
              <a:rPr dirty="0" sz="1450" spc="-50">
                <a:latin typeface="Tahoma"/>
                <a:cs typeface="Tahoma"/>
              </a:rPr>
              <a:t>0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536826" y="1505966"/>
            <a:ext cx="144399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50" spc="-105" i="1">
                <a:latin typeface="Verdana"/>
                <a:cs typeface="Verdana"/>
              </a:rPr>
              <a:t>t</a:t>
            </a:r>
            <a:r>
              <a:rPr dirty="0" sz="1550" spc="-125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30">
                <a:latin typeface="Tahoma"/>
                <a:cs typeface="Tahoma"/>
              </a:rPr>
              <a:t> </a:t>
            </a:r>
            <a:r>
              <a:rPr dirty="0" sz="1450" spc="-40">
                <a:latin typeface="Tahoma"/>
                <a:cs typeface="Tahoma"/>
              </a:rPr>
              <a:t>(−0.563)</a:t>
            </a:r>
            <a:r>
              <a:rPr dirty="0" sz="1450" spc="-114">
                <a:latin typeface="Tahoma"/>
                <a:cs typeface="Tahoma"/>
              </a:rPr>
              <a:t> </a:t>
            </a:r>
            <a:r>
              <a:rPr dirty="0" sz="1450" spc="60">
                <a:latin typeface="Tahoma"/>
                <a:cs typeface="Tahoma"/>
              </a:rPr>
              <a:t>×</a:t>
            </a:r>
            <a:r>
              <a:rPr dirty="0" sz="1450" spc="-120">
                <a:latin typeface="Tahoma"/>
                <a:cs typeface="Tahoma"/>
              </a:rPr>
              <a:t> </a:t>
            </a:r>
            <a:r>
              <a:rPr dirty="0" sz="2600" spc="-50">
                <a:latin typeface="Arial"/>
                <a:cs typeface="Arial"/>
              </a:rPr>
              <a:t>√</a:t>
            </a:r>
            <a:endParaRPr sz="2600">
              <a:latin typeface="Arial"/>
              <a:cs typeface="Arial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5972174" y="1647824"/>
            <a:ext cx="781050" cy="9525"/>
          </a:xfrm>
          <a:custGeom>
            <a:avLst/>
            <a:gdLst/>
            <a:ahLst/>
            <a:cxnLst/>
            <a:rect l="l" t="t" r="r" b="b"/>
            <a:pathLst>
              <a:path w="781050" h="9525">
                <a:moveTo>
                  <a:pt x="781049" y="9524"/>
                </a:moveTo>
                <a:lnTo>
                  <a:pt x="0" y="9524"/>
                </a:lnTo>
                <a:lnTo>
                  <a:pt x="0" y="0"/>
                </a:lnTo>
                <a:lnTo>
                  <a:pt x="781049" y="0"/>
                </a:lnTo>
                <a:lnTo>
                  <a:pt x="781049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>
            <a:off x="6786512" y="1647048"/>
            <a:ext cx="68643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55">
                <a:latin typeface="Tahoma"/>
                <a:cs typeface="Tahoma"/>
              </a:rPr>
              <a:t> </a:t>
            </a:r>
            <a:r>
              <a:rPr dirty="0" sz="1450" spc="-30">
                <a:latin typeface="Tahoma"/>
                <a:cs typeface="Tahoma"/>
              </a:rPr>
              <a:t>−3.40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6" name="object 6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65" name="object 65" descr=""/>
          <p:cNvSpPr txBox="1"/>
          <p:nvPr/>
        </p:nvSpPr>
        <p:spPr>
          <a:xfrm>
            <a:off x="5950544" y="1616480"/>
            <a:ext cx="812800" cy="34734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50800" marR="30480" indent="-10160">
              <a:lnSpc>
                <a:spcPct val="101200"/>
              </a:lnSpc>
              <a:spcBef>
                <a:spcPts val="80"/>
              </a:spcBef>
              <a:tabLst>
                <a:tab pos="259715" algn="l"/>
                <a:tab pos="773430" algn="l"/>
              </a:tabLst>
            </a:pP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	</a:t>
            </a:r>
            <a:r>
              <a:rPr dirty="0" u="sng" sz="1050" spc="-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26−1</a:t>
            </a:r>
            <a:r>
              <a:rPr dirty="0" u="sng" sz="10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dirty="0" u="none" sz="1050">
                <a:latin typeface="Tahoma"/>
                <a:cs typeface="Tahoma"/>
              </a:rPr>
              <a:t> </a:t>
            </a:r>
            <a:r>
              <a:rPr dirty="0" u="none" sz="1050" spc="-30">
                <a:latin typeface="Tahoma"/>
                <a:cs typeface="Tahoma"/>
              </a:rPr>
              <a:t>1−(−0.563)</a:t>
            </a:r>
            <a:r>
              <a:rPr dirty="0" u="none" baseline="23809" sz="1050" spc="-44">
                <a:latin typeface="Tahoma"/>
                <a:cs typeface="Tahoma"/>
              </a:rPr>
              <a:t>2</a:t>
            </a:r>
            <a:endParaRPr baseline="23809" sz="10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379083"/>
            <a:ext cx="7496175" cy="499109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</a:pPr>
            <a:r>
              <a:rPr dirty="0" sz="1450">
                <a:solidFill>
                  <a:srgbClr val="000000"/>
                </a:solidFill>
              </a:rPr>
              <a:t>You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can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 spc="-20">
                <a:solidFill>
                  <a:srgbClr val="000000"/>
                </a:solidFill>
              </a:rPr>
              <a:t>calculate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correlation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between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two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variables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by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using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cor()</a:t>
            </a:r>
            <a:r>
              <a:rPr dirty="0" sz="1650" spc="-59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solidFill>
                  <a:srgbClr val="000000"/>
                </a:solidFill>
              </a:rPr>
              <a:t>function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from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 spc="-25">
                <a:solidFill>
                  <a:srgbClr val="000000"/>
                </a:solidFill>
              </a:rPr>
              <a:t>the </a:t>
            </a:r>
            <a:r>
              <a:rPr dirty="0" sz="1450">
                <a:solidFill>
                  <a:srgbClr val="000000"/>
                </a:solidFill>
              </a:rPr>
              <a:t>base</a:t>
            </a:r>
            <a:r>
              <a:rPr dirty="0" sz="1450" spc="-50">
                <a:solidFill>
                  <a:srgbClr val="000000"/>
                </a:solidFill>
              </a:rPr>
              <a:t> </a:t>
            </a:r>
            <a:r>
              <a:rPr dirty="0" sz="1450" spc="-95">
                <a:solidFill>
                  <a:srgbClr val="000000"/>
                </a:solidFill>
              </a:rPr>
              <a:t>R.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 spc="55">
                <a:solidFill>
                  <a:srgbClr val="000000"/>
                </a:solidFill>
              </a:rPr>
              <a:t>No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 spc="-30">
                <a:solidFill>
                  <a:srgbClr val="000000"/>
                </a:solidFill>
              </a:rPr>
              <a:t>extra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package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needed.</a:t>
            </a:r>
            <a:endParaRPr sz="1450">
              <a:latin typeface="Lucida Console"/>
              <a:cs typeface="Lucida Console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33144"/>
            <a:ext cx="6954520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35">
                <a:latin typeface="Trebuchet MS"/>
                <a:cs typeface="Trebuchet MS"/>
              </a:rPr>
              <a:t>But,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-10">
                <a:latin typeface="Trebuchet MS"/>
                <a:cs typeface="Trebuchet MS"/>
              </a:rPr>
              <a:t> calculates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coefficient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doesn't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provide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any</a:t>
            </a:r>
            <a:r>
              <a:rPr dirty="0" sz="1450" spc="-10">
                <a:latin typeface="Trebuchet MS"/>
                <a:cs typeface="Trebuchet MS"/>
              </a:rPr>
              <a:t> inferential </a:t>
            </a:r>
            <a:r>
              <a:rPr dirty="0" sz="1450">
                <a:latin typeface="Trebuchet MS"/>
                <a:cs typeface="Trebuchet MS"/>
              </a:rPr>
              <a:t>statistics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its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significance.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1499" y="1685924"/>
            <a:ext cx="7505700" cy="12001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3175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250"/>
              </a:spcBef>
            </a:pP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550" spc="-10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25" i="1">
                <a:solidFill>
                  <a:srgbClr val="999987"/>
                </a:solidFill>
                <a:latin typeface="Courier New"/>
                <a:cs typeface="Courier New"/>
              </a:rPr>
              <a:t>Import</a:t>
            </a:r>
            <a:r>
              <a:rPr dirty="0" sz="1550" spc="-10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3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550" spc="-10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550" spc="-10" i="1">
                <a:solidFill>
                  <a:srgbClr val="999987"/>
                </a:solidFill>
                <a:latin typeface="Courier New"/>
                <a:cs typeface="Courier New"/>
              </a:rPr>
              <a:t>dataset</a:t>
            </a:r>
            <a:endParaRPr sz="1550">
              <a:latin typeface="Courier New"/>
              <a:cs typeface="Courier New"/>
            </a:endParaRPr>
          </a:p>
          <a:p>
            <a:pPr marL="1525270" marR="107950" indent="-1440180">
              <a:lnSpc>
                <a:spcPct val="68200"/>
              </a:lnSpc>
              <a:spcBef>
                <a:spcPts val="1370"/>
              </a:spcBef>
            </a:pP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500" spc="-114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650" spc="-190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650" spc="-18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Lucida Console"/>
                <a:cs typeface="Lucida Console"/>
              </a:rPr>
              <a:t>read.csv(file</a:t>
            </a: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650" spc="-190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650" spc="-18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Lucida Console"/>
                <a:cs typeface="Lucida Console"/>
              </a:rPr>
              <a:t>here(</a:t>
            </a:r>
            <a:r>
              <a:rPr dirty="0" sz="1500" spc="-95">
                <a:solidFill>
                  <a:srgbClr val="DD1144"/>
                </a:solidFill>
                <a:latin typeface="Lucida Console"/>
                <a:cs typeface="Lucida Console"/>
              </a:rPr>
              <a:t>'./resources/datasets/infant_mortality.csv'</a:t>
            </a:r>
            <a:r>
              <a:rPr dirty="0" sz="1500" spc="-95">
                <a:solidFill>
                  <a:srgbClr val="333333"/>
                </a:solidFill>
                <a:latin typeface="Lucida Console"/>
                <a:cs typeface="Lucida Console"/>
              </a:rPr>
              <a:t>), header</a:t>
            </a:r>
            <a:r>
              <a:rPr dirty="0" sz="1500" spc="-12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650" spc="-190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650" spc="-18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400" spc="-10">
                <a:solidFill>
                  <a:srgbClr val="008080"/>
                </a:solidFill>
                <a:latin typeface="Courier New"/>
                <a:cs typeface="Courier New"/>
              </a:rPr>
              <a:t>TRUE</a:t>
            </a: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500">
              <a:latin typeface="Lucida Console"/>
              <a:cs typeface="Lucida Console"/>
            </a:endParaRPr>
          </a:p>
          <a:p>
            <a:pPr marL="85725">
              <a:lnSpc>
                <a:spcPct val="100000"/>
              </a:lnSpc>
              <a:spcBef>
                <a:spcPts val="870"/>
              </a:spcBef>
            </a:pPr>
            <a:r>
              <a:rPr dirty="0" sz="1500" spc="-10">
                <a:solidFill>
                  <a:srgbClr val="333333"/>
                </a:solidFill>
                <a:latin typeface="Lucida Console"/>
                <a:cs typeface="Lucida Console"/>
              </a:rPr>
              <a:t>head(d)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84628" y="2963852"/>
            <a:ext cx="218567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100">
                <a:solidFill>
                  <a:srgbClr val="007834"/>
                </a:solidFill>
                <a:latin typeface="Lucida Console"/>
                <a:cs typeface="Lucida Console"/>
              </a:rPr>
              <a:t>country</a:t>
            </a:r>
            <a:r>
              <a:rPr dirty="0" sz="1500" spc="-10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500" spc="-95">
                <a:solidFill>
                  <a:srgbClr val="007834"/>
                </a:solidFill>
                <a:latin typeface="Lucida Console"/>
                <a:cs typeface="Lucida Console"/>
              </a:rPr>
              <a:t>doctor</a:t>
            </a:r>
            <a:r>
              <a:rPr dirty="0" sz="1500" spc="-10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500" spc="-70">
                <a:solidFill>
                  <a:srgbClr val="007834"/>
                </a:solidFill>
                <a:latin typeface="Lucida Console"/>
                <a:cs typeface="Lucida Console"/>
              </a:rPr>
              <a:t>infmor</a:t>
            </a:r>
            <a:endParaRPr sz="1500">
              <a:latin typeface="Lucida Console"/>
              <a:cs typeface="Lucida Console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39750" y="3203457"/>
          <a:ext cx="3225800" cy="1029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055"/>
                <a:gridCol w="1697355"/>
                <a:gridCol w="720089"/>
                <a:gridCol w="546100"/>
              </a:tblGrid>
              <a:tr h="173355">
                <a:tc>
                  <a:txBody>
                    <a:bodyPr/>
                    <a:lstStyle/>
                    <a:p>
                      <a:pPr algn="ctr" marR="12700">
                        <a:lnSpc>
                          <a:spcPts val="1270"/>
                        </a:lnSpc>
                      </a:pPr>
                      <a:r>
                        <a:rPr dirty="0" sz="15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8755">
                        <a:lnSpc>
                          <a:spcPts val="1270"/>
                        </a:lnSpc>
                      </a:pPr>
                      <a:r>
                        <a:rPr dirty="0" sz="15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Australia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3.8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3.6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70815">
                <a:tc>
                  <a:txBody>
                    <a:bodyPr/>
                    <a:lstStyle/>
                    <a:p>
                      <a:pPr algn="ctr" marR="12700">
                        <a:lnSpc>
                          <a:spcPts val="1250"/>
                        </a:lnSpc>
                      </a:pPr>
                      <a:r>
                        <a:rPr dirty="0" sz="15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8755">
                        <a:lnSpc>
                          <a:spcPts val="1250"/>
                        </a:lnSpc>
                      </a:pPr>
                      <a:r>
                        <a:rPr dirty="0" sz="15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Austria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5.3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3.5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70815">
                <a:tc>
                  <a:txBody>
                    <a:bodyPr/>
                    <a:lstStyle/>
                    <a:p>
                      <a:pPr algn="ctr" marR="12700">
                        <a:lnSpc>
                          <a:spcPts val="1250"/>
                        </a:lnSpc>
                      </a:pPr>
                      <a:r>
                        <a:rPr dirty="0" sz="15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8755">
                        <a:lnSpc>
                          <a:spcPts val="1250"/>
                        </a:lnSpc>
                      </a:pPr>
                      <a:r>
                        <a:rPr dirty="0" sz="15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Belgium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3.2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3.4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70815">
                <a:tc>
                  <a:txBody>
                    <a:bodyPr/>
                    <a:lstStyle/>
                    <a:p>
                      <a:pPr algn="ctr" marR="12700">
                        <a:lnSpc>
                          <a:spcPts val="1250"/>
                        </a:lnSpc>
                      </a:pPr>
                      <a:r>
                        <a:rPr dirty="0" sz="15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8755">
                        <a:lnSpc>
                          <a:spcPts val="1250"/>
                        </a:lnSpc>
                      </a:pPr>
                      <a:r>
                        <a:rPr dirty="0" sz="15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Canada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2.8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4.9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70815">
                <a:tc>
                  <a:txBody>
                    <a:bodyPr/>
                    <a:lstStyle/>
                    <a:p>
                      <a:pPr algn="ctr" marR="12700">
                        <a:lnSpc>
                          <a:spcPts val="1250"/>
                        </a:lnSpc>
                      </a:pPr>
                      <a:r>
                        <a:rPr dirty="0" sz="15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8755">
                        <a:lnSpc>
                          <a:spcPts val="1250"/>
                        </a:lnSpc>
                      </a:pPr>
                      <a:r>
                        <a:rPr dirty="0" sz="1500" spc="-9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Czech</a:t>
                      </a:r>
                      <a:r>
                        <a:rPr dirty="0" sz="1500" spc="-1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500" spc="-4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Republic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4.1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5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3.2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73355">
                <a:tc>
                  <a:txBody>
                    <a:bodyPr/>
                    <a:lstStyle/>
                    <a:p>
                      <a:pPr algn="ctr" marR="12700">
                        <a:lnSpc>
                          <a:spcPts val="1270"/>
                        </a:lnSpc>
                      </a:pPr>
                      <a:r>
                        <a:rPr dirty="0" sz="15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8755">
                        <a:lnSpc>
                          <a:spcPts val="1270"/>
                        </a:lnSpc>
                      </a:pPr>
                      <a:r>
                        <a:rPr dirty="0" sz="15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Estonia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3.5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270"/>
                        </a:lnSpc>
                      </a:pPr>
                      <a:r>
                        <a:rPr dirty="0" sz="15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2.4</a:t>
                      </a:r>
                      <a:endParaRPr sz="15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571499" y="4381499"/>
            <a:ext cx="7505700" cy="5143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9060" rIns="0" bIns="0" rtlCol="0" vert="horz">
            <a:spAutoFit/>
          </a:bodyPr>
          <a:lstStyle/>
          <a:p>
            <a:pPr marL="496570" marR="5663565" indent="-411480">
              <a:lnSpc>
                <a:spcPct val="68200"/>
              </a:lnSpc>
              <a:spcBef>
                <a:spcPts val="780"/>
              </a:spcBef>
            </a:pPr>
            <a:r>
              <a:rPr dirty="0" sz="1500" spc="-95">
                <a:solidFill>
                  <a:srgbClr val="333333"/>
                </a:solidFill>
                <a:latin typeface="Lucida Console"/>
                <a:cs typeface="Lucida Console"/>
              </a:rPr>
              <a:t>cor(x</a:t>
            </a:r>
            <a:r>
              <a:rPr dirty="0" sz="15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650" spc="-190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650" spc="-18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650" spc="-100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1500" spc="-100">
                <a:solidFill>
                  <a:srgbClr val="333333"/>
                </a:solidFill>
                <a:latin typeface="Lucida Console"/>
                <a:cs typeface="Lucida Console"/>
              </a:rPr>
              <a:t>doctor, </a:t>
            </a:r>
            <a:r>
              <a:rPr dirty="0" sz="1500">
                <a:solidFill>
                  <a:srgbClr val="333333"/>
                </a:solidFill>
                <a:latin typeface="Lucida Console"/>
                <a:cs typeface="Lucida Console"/>
              </a:rPr>
              <a:t>y</a:t>
            </a:r>
            <a:r>
              <a:rPr dirty="0" sz="1500" spc="-19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650" spc="-190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650" spc="-18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500" spc="-11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650" spc="-110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1500" spc="-110">
                <a:solidFill>
                  <a:srgbClr val="333333"/>
                </a:solidFill>
                <a:latin typeface="Lucida Console"/>
                <a:cs typeface="Lucida Console"/>
              </a:rPr>
              <a:t>infmor)</a:t>
            </a:r>
            <a:endParaRPr sz="15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8800" y="4973626"/>
            <a:ext cx="146558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-90">
                <a:solidFill>
                  <a:srgbClr val="007834"/>
                </a:solidFill>
                <a:latin typeface="Lucida Console"/>
                <a:cs typeface="Lucida Console"/>
              </a:rPr>
              <a:t>[1]</a:t>
            </a:r>
            <a:r>
              <a:rPr dirty="0" sz="1500" spc="-12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500" spc="-105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1500" spc="-85">
                <a:solidFill>
                  <a:srgbClr val="007834"/>
                </a:solidFill>
                <a:latin typeface="Lucida Console"/>
                <a:cs typeface="Lucida Console"/>
              </a:rPr>
              <a:t>0.5625062</a:t>
            </a:r>
            <a:endParaRPr sz="15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6476999"/>
            <a:ext cx="8648700" cy="9525"/>
          </a:xfrm>
          <a:custGeom>
            <a:avLst/>
            <a:gdLst/>
            <a:ahLst/>
            <a:cxnLst/>
            <a:rect l="l" t="t" r="r" b="b"/>
            <a:pathLst>
              <a:path w="8648700" h="9525">
                <a:moveTo>
                  <a:pt x="0" y="0"/>
                </a:moveTo>
                <a:lnTo>
                  <a:pt x="8648699" y="0"/>
                </a:lnTo>
                <a:lnTo>
                  <a:pt x="8648699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9509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5">
                <a:solidFill>
                  <a:srgbClr val="000000"/>
                </a:solidFill>
              </a:rPr>
              <a:t>Alternatively,</a:t>
            </a:r>
            <a:r>
              <a:rPr dirty="0" sz="1450" spc="-3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you</a:t>
            </a:r>
            <a:r>
              <a:rPr dirty="0" sz="1450" spc="-3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can</a:t>
            </a:r>
            <a:r>
              <a:rPr dirty="0" sz="1450" spc="-3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use</a:t>
            </a:r>
            <a:r>
              <a:rPr dirty="0" sz="1450" spc="-3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25">
                <a:solidFill>
                  <a:srgbClr val="000000"/>
                </a:solidFill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rcorr()</a:t>
            </a:r>
            <a:r>
              <a:rPr dirty="0" sz="1650" spc="-5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solidFill>
                  <a:srgbClr val="000000"/>
                </a:solidFill>
              </a:rPr>
              <a:t>function</a:t>
            </a:r>
            <a:r>
              <a:rPr dirty="0" sz="1450" spc="-3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from</a:t>
            </a:r>
            <a:r>
              <a:rPr dirty="0" sz="1450" spc="-3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25">
                <a:solidFill>
                  <a:srgbClr val="000000"/>
                </a:solidFill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Hmisc</a:t>
            </a:r>
            <a:r>
              <a:rPr dirty="0" sz="1650" spc="-5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package.</a:t>
            </a:r>
            <a:endParaRPr sz="1450">
              <a:latin typeface="Lucida Console"/>
              <a:cs typeface="Lucida Console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71499" y="838200"/>
            <a:ext cx="7505700" cy="87630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540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200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Import</a:t>
            </a:r>
            <a:r>
              <a:rPr dirty="0" sz="1150" spc="-8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the</a:t>
            </a:r>
            <a:r>
              <a:rPr dirty="0" sz="1150" spc="-8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10" i="1">
                <a:solidFill>
                  <a:srgbClr val="999987"/>
                </a:solidFill>
                <a:latin typeface="Courier New"/>
                <a:cs typeface="Courier New"/>
              </a:rPr>
              <a:t>dataset</a:t>
            </a:r>
            <a:endParaRPr sz="1150">
              <a:latin typeface="Courier New"/>
              <a:cs typeface="Courier New"/>
            </a:endParaRPr>
          </a:p>
          <a:p>
            <a:pPr marL="1106170" marR="2139950" indent="-1044575">
              <a:lnSpc>
                <a:spcPct val="67700"/>
              </a:lnSpc>
              <a:spcBef>
                <a:spcPts val="985"/>
              </a:spcBef>
            </a:pP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100" spc="-15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read.csv(file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here(</a:t>
            </a:r>
            <a:r>
              <a:rPr dirty="0" sz="1100" spc="-80">
                <a:solidFill>
                  <a:srgbClr val="DD1144"/>
                </a:solidFill>
                <a:latin typeface="Lucida Console"/>
                <a:cs typeface="Lucida Console"/>
              </a:rPr>
              <a:t>'./resources/datasets/infant_mortality.csv'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), 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header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610"/>
              </a:spcBef>
            </a:pP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head(d)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8800" y="1903127"/>
            <a:ext cx="100330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80864" y="1779302"/>
            <a:ext cx="1741170" cy="31940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080" indent="148590">
              <a:lnSpc>
                <a:spcPct val="73900"/>
              </a:lnSpc>
              <a:spcBef>
                <a:spcPts val="459"/>
              </a:spcBef>
              <a:tabLst>
                <a:tab pos="981710" algn="l"/>
                <a:tab pos="1503680" algn="l"/>
              </a:tabLst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country</a:t>
            </a:r>
            <a:r>
              <a:rPr dirty="0" sz="11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doctor</a:t>
            </a:r>
            <a:r>
              <a:rPr dirty="0" sz="11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75">
                <a:solidFill>
                  <a:srgbClr val="007834"/>
                </a:solidFill>
                <a:latin typeface="Lucida Console"/>
                <a:cs typeface="Lucida Console"/>
              </a:rPr>
              <a:t>infmor 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Australia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3.8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95">
                <a:solidFill>
                  <a:srgbClr val="007834"/>
                </a:solidFill>
                <a:latin typeface="Lucida Console"/>
                <a:cs typeface="Lucida Console"/>
              </a:rPr>
              <a:t>3.6</a:t>
            </a:r>
            <a:endParaRPr sz="1100">
              <a:latin typeface="Lucida Console"/>
              <a:cs typeface="Lucida Console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539750" y="2079857"/>
          <a:ext cx="2377440" cy="631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1185"/>
                <a:gridCol w="782954"/>
                <a:gridCol w="521969"/>
                <a:gridCol w="404494"/>
              </a:tblGrid>
              <a:tr h="125730">
                <a:tc>
                  <a:txBody>
                    <a:bodyPr/>
                    <a:lstStyle/>
                    <a:p>
                      <a:pPr marL="31750">
                        <a:lnSpc>
                          <a:spcPts val="890"/>
                        </a:lnSpc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Austria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5.3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Belgium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Canada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2.8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4.9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5</a:t>
                      </a:r>
                      <a:r>
                        <a:rPr dirty="0" sz="1100" spc="-1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100" spc="-3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Czech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910"/>
                        </a:lnSpc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Republic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4.1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 marL="31750">
                        <a:lnSpc>
                          <a:spcPts val="890"/>
                        </a:lnSpc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40970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Estonia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3.5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2.4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571499" y="2819399"/>
            <a:ext cx="7505700" cy="10001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5400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200"/>
              </a:spcBef>
            </a:pPr>
            <a:r>
              <a:rPr dirty="0" sz="1150" spc="-11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1150" spc="-10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1150" spc="-70" i="1">
                <a:solidFill>
                  <a:srgbClr val="999987"/>
                </a:solidFill>
                <a:latin typeface="Courier New"/>
                <a:cs typeface="Courier New"/>
              </a:rPr>
              <a:t>install.packages("Hmisc")</a:t>
            </a:r>
            <a:endParaRPr sz="1150">
              <a:latin typeface="Courier New"/>
              <a:cs typeface="Courier New"/>
            </a:endParaRPr>
          </a:p>
          <a:p>
            <a:pPr marL="61594">
              <a:lnSpc>
                <a:spcPct val="100000"/>
              </a:lnSpc>
              <a:spcBef>
                <a:spcPts val="570"/>
              </a:spcBef>
            </a:pPr>
            <a:r>
              <a:rPr dirty="0" sz="1150" spc="-30" b="1">
                <a:solidFill>
                  <a:srgbClr val="333333"/>
                </a:solidFill>
                <a:latin typeface="Courier New"/>
                <a:cs typeface="Courier New"/>
              </a:rPr>
              <a:t>require</a:t>
            </a:r>
            <a:r>
              <a:rPr dirty="0" sz="1100" spc="-30">
                <a:solidFill>
                  <a:srgbClr val="333333"/>
                </a:solidFill>
                <a:latin typeface="Lucida Console"/>
                <a:cs typeface="Lucida Console"/>
              </a:rPr>
              <a:t>(Hmisc)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ts val="1205"/>
              </a:lnSpc>
              <a:spcBef>
                <a:spcPts val="520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rcorr(x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2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200" spc="-10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doctor,</a:t>
            </a:r>
            <a:endParaRPr sz="1100">
              <a:latin typeface="Lucida Console"/>
              <a:cs typeface="Lucida Console"/>
            </a:endParaRPr>
          </a:p>
          <a:p>
            <a:pPr marL="509270" marR="5869305">
              <a:lnSpc>
                <a:spcPct val="67700"/>
              </a:lnSpc>
              <a:spcBef>
                <a:spcPts val="229"/>
              </a:spcBef>
            </a:pP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y</a:t>
            </a:r>
            <a:r>
              <a:rPr dirty="0" sz="1100" spc="-1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200" spc="-10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infmor, </a:t>
            </a:r>
            <a:r>
              <a:rPr dirty="0" sz="1100" spc="-90">
                <a:solidFill>
                  <a:srgbClr val="333333"/>
                </a:solidFill>
                <a:latin typeface="Lucida Console"/>
                <a:cs typeface="Lucida Console"/>
              </a:rPr>
              <a:t>type</a:t>
            </a:r>
            <a:r>
              <a:rPr dirty="0" sz="1200" spc="-90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100" spc="-90">
                <a:solidFill>
                  <a:srgbClr val="DD1144"/>
                </a:solidFill>
                <a:latin typeface="Lucida Console"/>
                <a:cs typeface="Lucida Console"/>
              </a:rPr>
              <a:t>"pearson"</a:t>
            </a:r>
            <a:r>
              <a:rPr dirty="0" sz="1100" spc="-9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8800" y="3884326"/>
            <a:ext cx="995044" cy="10623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r" marR="5080">
              <a:lnSpc>
                <a:spcPts val="1145"/>
              </a:lnSpc>
              <a:spcBef>
                <a:spcPts val="115"/>
              </a:spcBef>
              <a:tabLst>
                <a:tab pos="447040" algn="l"/>
              </a:tabLst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x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y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223520" algn="l"/>
              </a:tabLst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x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1.00</a:t>
            </a:r>
            <a:r>
              <a:rPr dirty="0" sz="1100" spc="-7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1100" spc="-60">
                <a:solidFill>
                  <a:srgbClr val="007834"/>
                </a:solidFill>
                <a:latin typeface="Lucida Console"/>
                <a:cs typeface="Lucida Console"/>
              </a:rPr>
              <a:t>0.56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1145"/>
              </a:lnSpc>
              <a:tabLst>
                <a:tab pos="670560" algn="l"/>
              </a:tabLst>
            </a:pP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y</a:t>
            </a:r>
            <a:r>
              <a:rPr dirty="0" sz="1100" spc="-15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-</a:t>
            </a: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0.56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65">
                <a:solidFill>
                  <a:srgbClr val="007834"/>
                </a:solidFill>
                <a:latin typeface="Lucida Console"/>
                <a:cs typeface="Lucida Console"/>
              </a:rPr>
              <a:t>1.00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n</a:t>
            </a:r>
            <a:r>
              <a:rPr dirty="0" sz="950">
                <a:solidFill>
                  <a:srgbClr val="007834"/>
                </a:solidFill>
                <a:latin typeface="Century Gothic"/>
                <a:cs typeface="Century Gothic"/>
              </a:rPr>
              <a:t>=</a:t>
            </a:r>
            <a:r>
              <a:rPr dirty="0" sz="950" spc="250">
                <a:solidFill>
                  <a:srgbClr val="007834"/>
                </a:solidFill>
                <a:latin typeface="Century Gothic"/>
                <a:cs typeface="Century Gothic"/>
              </a:rPr>
              <a:t>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26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9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P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07961" y="4874926"/>
            <a:ext cx="100330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x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8800" y="5008276"/>
            <a:ext cx="100330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x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30025" y="4874926"/>
            <a:ext cx="473075" cy="32893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79500"/>
              </a:lnSpc>
              <a:spcBef>
                <a:spcPts val="385"/>
              </a:spcBef>
            </a:pP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y </a:t>
            </a:r>
            <a:r>
              <a:rPr dirty="0" sz="1100" spc="-90">
                <a:solidFill>
                  <a:srgbClr val="007834"/>
                </a:solidFill>
                <a:latin typeface="Lucida Console"/>
                <a:cs typeface="Lucida Console"/>
              </a:rPr>
              <a:t>0.0028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58800" y="5132101"/>
            <a:ext cx="6972934" cy="9753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y</a:t>
            </a:r>
            <a:r>
              <a:rPr dirty="0" sz="1100" spc="-16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0.0028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reports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p-value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 i="1">
                <a:latin typeface="Lucida Sans"/>
                <a:cs typeface="Lucida Sans"/>
              </a:rPr>
              <a:t>t</a:t>
            </a:r>
            <a:r>
              <a:rPr dirty="0" sz="1450" spc="-10">
                <a:latin typeface="Trebuchet MS"/>
                <a:cs typeface="Trebuchet MS"/>
              </a:rPr>
              <a:t>-test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significance.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>
                <a:latin typeface="Trebuchet MS"/>
                <a:cs typeface="Trebuchet MS"/>
              </a:rPr>
              <a:t>It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doesn't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t-</a:t>
            </a:r>
            <a:r>
              <a:rPr dirty="0" sz="1450" spc="-10">
                <a:latin typeface="Trebuchet MS"/>
                <a:cs typeface="Trebuchet MS"/>
              </a:rPr>
              <a:t>statistic</a:t>
            </a:r>
            <a:r>
              <a:rPr dirty="0" sz="1450">
                <a:latin typeface="Trebuchet MS"/>
                <a:cs typeface="Trebuchet MS"/>
              </a:rPr>
              <a:t> or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degrees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freedom,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70">
                <a:latin typeface="Trebuchet MS"/>
                <a:cs typeface="Trebuchet MS"/>
              </a:rPr>
              <a:t>so</a:t>
            </a:r>
            <a:r>
              <a:rPr dirty="0" sz="1450">
                <a:latin typeface="Trebuchet MS"/>
                <a:cs typeface="Trebuchet MS"/>
              </a:rPr>
              <a:t> you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should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them.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14"/>
              <a:t>Correlation</a:t>
            </a:r>
            <a:r>
              <a:rPr dirty="0" spc="-110"/>
              <a:t> </a:t>
            </a:r>
            <a:r>
              <a:rPr dirty="0" spc="-80"/>
              <a:t>Matrix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771524" y="13334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9716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5907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546100" y="779133"/>
            <a:ext cx="7288530" cy="2168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dirty="0" sz="1450" spc="-10">
                <a:latin typeface="Trebuchet MS"/>
                <a:cs typeface="Trebuchet MS"/>
              </a:rPr>
              <a:t>For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dataset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with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n</a:t>
            </a:r>
            <a:r>
              <a:rPr dirty="0" sz="1650" spc="-61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Trebuchet MS"/>
                <a:cs typeface="Trebuchet MS"/>
              </a:rPr>
              <a:t>numeric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variables:</a:t>
            </a:r>
            <a:endParaRPr sz="1450">
              <a:latin typeface="Trebuchet MS"/>
              <a:cs typeface="Trebuchet MS"/>
            </a:endParaRPr>
          </a:p>
          <a:p>
            <a:pPr marL="405765" marR="582930">
              <a:lnSpc>
                <a:spcPct val="101000"/>
              </a:lnSpc>
              <a:spcBef>
                <a:spcPts val="1300"/>
              </a:spcBef>
            </a:pPr>
            <a:r>
              <a:rPr dirty="0" sz="1450" spc="-20">
                <a:latin typeface="Trebuchet MS"/>
                <a:cs typeface="Trebuchet MS"/>
              </a:rPr>
              <a:t>There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exists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n</a:t>
            </a:r>
            <a:r>
              <a:rPr dirty="0" sz="1650" spc="-10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x</a:t>
            </a:r>
            <a:r>
              <a:rPr dirty="0" sz="1650" spc="-11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n</a:t>
            </a:r>
            <a:r>
              <a:rPr dirty="0" sz="1650" spc="-60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Trebuchet MS"/>
                <a:cs typeface="Trebuchet MS"/>
              </a:rPr>
              <a:t>symmetric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matrix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summarizing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pairwise </a:t>
            </a:r>
            <a:r>
              <a:rPr dirty="0" sz="1450">
                <a:latin typeface="Trebuchet MS"/>
                <a:cs typeface="Trebuchet MS"/>
              </a:rPr>
              <a:t>correlations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variables.</a:t>
            </a:r>
            <a:endParaRPr sz="1450">
              <a:latin typeface="Trebuchet MS"/>
              <a:cs typeface="Trebuchet MS"/>
            </a:endParaRPr>
          </a:p>
          <a:p>
            <a:pPr marL="405765" marR="43180">
              <a:lnSpc>
                <a:spcPts val="1730"/>
              </a:lnSpc>
              <a:spcBef>
                <a:spcPts val="1550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diagonal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elements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matrix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equal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75">
                <a:latin typeface="Trebuchet MS"/>
                <a:cs typeface="Trebuchet MS"/>
              </a:rPr>
              <a:t>1,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because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any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itself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perfect.</a:t>
            </a:r>
            <a:endParaRPr sz="1450">
              <a:latin typeface="Trebuchet MS"/>
              <a:cs typeface="Trebuchet MS"/>
            </a:endParaRPr>
          </a:p>
          <a:p>
            <a:pPr marL="405765" marR="381635">
              <a:lnSpc>
                <a:spcPts val="1730"/>
              </a:lnSpc>
              <a:spcBef>
                <a:spcPts val="1415"/>
              </a:spcBef>
            </a:pPr>
            <a:r>
              <a:rPr dirty="0" sz="1450" spc="-10">
                <a:latin typeface="Trebuchet MS"/>
                <a:cs typeface="Trebuchet MS"/>
              </a:rPr>
              <a:t>The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upper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lower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off-</a:t>
            </a:r>
            <a:r>
              <a:rPr dirty="0" sz="1450">
                <a:latin typeface="Trebuchet MS"/>
                <a:cs typeface="Trebuchet MS"/>
              </a:rPr>
              <a:t>diagonal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elements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identical,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since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50">
                <a:latin typeface="Trebuchet MS"/>
                <a:cs typeface="Trebuchet MS"/>
              </a:rPr>
              <a:t>a </a:t>
            </a:r>
            <a:r>
              <a:rPr dirty="0" sz="1450">
                <a:latin typeface="Trebuchet MS"/>
                <a:cs typeface="Trebuchet MS"/>
              </a:rPr>
              <a:t>symmetric</a:t>
            </a:r>
            <a:r>
              <a:rPr dirty="0" sz="1450" spc="-10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measure,</a:t>
            </a:r>
            <a:r>
              <a:rPr dirty="0" sz="1450" spc="-90">
                <a:latin typeface="Trebuchet MS"/>
                <a:cs typeface="Trebuchet MS"/>
              </a:rPr>
              <a:t> </a:t>
            </a:r>
            <a:r>
              <a:rPr dirty="0" sz="1550" i="1">
                <a:latin typeface="Verdana"/>
                <a:cs typeface="Verdana"/>
              </a:rPr>
              <a:t>ρ</a:t>
            </a:r>
            <a:r>
              <a:rPr dirty="0" baseline="-12626" sz="1650" i="1">
                <a:latin typeface="Verdana"/>
                <a:cs typeface="Verdana"/>
              </a:rPr>
              <a:t>ij</a:t>
            </a:r>
            <a:r>
              <a:rPr dirty="0" baseline="-12626" sz="1650" spc="60" i="1">
                <a:latin typeface="Verdana"/>
                <a:cs typeface="Verdana"/>
              </a:rPr>
              <a:t> </a:t>
            </a:r>
            <a:r>
              <a:rPr dirty="0" sz="1450" spc="60">
                <a:latin typeface="Tahoma"/>
                <a:cs typeface="Tahoma"/>
              </a:rPr>
              <a:t>=</a:t>
            </a:r>
            <a:r>
              <a:rPr dirty="0" sz="1450" spc="-90">
                <a:latin typeface="Tahoma"/>
                <a:cs typeface="Tahoma"/>
              </a:rPr>
              <a:t> </a:t>
            </a:r>
            <a:r>
              <a:rPr dirty="0" sz="1550" spc="-20" i="1">
                <a:latin typeface="Verdana"/>
                <a:cs typeface="Verdana"/>
              </a:rPr>
              <a:t>ρ</a:t>
            </a:r>
            <a:r>
              <a:rPr dirty="0" baseline="-12626" sz="1650" spc="-30" i="1">
                <a:latin typeface="Verdana"/>
                <a:cs typeface="Verdana"/>
              </a:rPr>
              <a:t>ji</a:t>
            </a:r>
            <a:r>
              <a:rPr dirty="0" sz="1450" spc="-20">
                <a:latin typeface="Trebuchet MS"/>
                <a:cs typeface="Trebuchet MS"/>
              </a:rPr>
              <a:t>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771524" y="32765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14400" y="3164661"/>
            <a:ext cx="652081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450" spc="-45">
                <a:latin typeface="Trebuchet MS"/>
                <a:cs typeface="Trebuchet MS"/>
              </a:rPr>
              <a:t>Therefore,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only</a:t>
            </a:r>
            <a:r>
              <a:rPr dirty="0" sz="1450" spc="254">
                <a:latin typeface="Trebuchet MS"/>
                <a:cs typeface="Trebuchet MS"/>
              </a:rPr>
              <a:t> </a:t>
            </a:r>
            <a:r>
              <a:rPr dirty="0" baseline="40404" sz="1650" spc="-15" i="1">
                <a:latin typeface="Verdana"/>
                <a:cs typeface="Verdana"/>
              </a:rPr>
              <a:t>n</a:t>
            </a:r>
            <a:r>
              <a:rPr dirty="0" baseline="42328" sz="1575" spc="-15">
                <a:latin typeface="Tahoma"/>
                <a:cs typeface="Tahoma"/>
              </a:rPr>
              <a:t>(</a:t>
            </a:r>
            <a:r>
              <a:rPr dirty="0" baseline="40404" sz="1650" spc="-15" i="1">
                <a:latin typeface="Verdana"/>
                <a:cs typeface="Verdana"/>
              </a:rPr>
              <a:t>n</a:t>
            </a:r>
            <a:r>
              <a:rPr dirty="0" baseline="42328" sz="1575" spc="-15">
                <a:latin typeface="Tahoma"/>
                <a:cs typeface="Tahoma"/>
              </a:rPr>
              <a:t>−1)</a:t>
            </a:r>
            <a:r>
              <a:rPr dirty="0" baseline="42328" sz="1575" spc="547">
                <a:latin typeface="Tahoma"/>
                <a:cs typeface="Tahoma"/>
              </a:rPr>
              <a:t> </a:t>
            </a:r>
            <a:r>
              <a:rPr dirty="0" sz="1450">
                <a:latin typeface="Trebuchet MS"/>
                <a:cs typeface="Trebuchet MS"/>
              </a:rPr>
              <a:t>unique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estimates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needed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describe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all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39800" y="3283355"/>
            <a:ext cx="6136640" cy="785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17015">
              <a:lnSpc>
                <a:spcPts val="1180"/>
              </a:lnSpc>
              <a:spcBef>
                <a:spcPts val="95"/>
              </a:spcBef>
            </a:pPr>
            <a:r>
              <a:rPr dirty="0" sz="1050" spc="-50">
                <a:latin typeface="Tahoma"/>
                <a:cs typeface="Tahoma"/>
              </a:rPr>
              <a:t>2</a:t>
            </a:r>
            <a:endParaRPr sz="1050">
              <a:latin typeface="Tahoma"/>
              <a:cs typeface="Tahoma"/>
            </a:endParaRPr>
          </a:p>
          <a:p>
            <a:pPr marL="12700">
              <a:lnSpc>
                <a:spcPts val="1660"/>
              </a:lnSpc>
            </a:pPr>
            <a:r>
              <a:rPr dirty="0" sz="1450">
                <a:latin typeface="Trebuchet MS"/>
                <a:cs typeface="Trebuchet MS"/>
              </a:rPr>
              <a:t>pairwise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relationships.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10">
                <a:latin typeface="Trebuchet MS"/>
                <a:cs typeface="Trebuchet MS"/>
              </a:rPr>
              <a:t>For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example,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five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numeric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variables,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full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45">
                <a:latin typeface="Trebuchet MS"/>
                <a:cs typeface="Trebuchet MS"/>
              </a:rPr>
              <a:t>5×5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matrix</a:t>
            </a:r>
            <a:r>
              <a:rPr dirty="0" sz="1450" spc="-6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is: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771524" y="3933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2266949" y="3314699"/>
            <a:ext cx="447675" cy="9525"/>
          </a:xfrm>
          <a:custGeom>
            <a:avLst/>
            <a:gdLst/>
            <a:ahLst/>
            <a:cxnLst/>
            <a:rect l="l" t="t" r="r" b="b"/>
            <a:pathLst>
              <a:path w="447675" h="9525">
                <a:moveTo>
                  <a:pt x="447674" y="9524"/>
                </a:moveTo>
                <a:lnTo>
                  <a:pt x="0" y="9524"/>
                </a:lnTo>
                <a:lnTo>
                  <a:pt x="0" y="0"/>
                </a:lnTo>
                <a:lnTo>
                  <a:pt x="447674" y="0"/>
                </a:lnTo>
                <a:lnTo>
                  <a:pt x="447674" y="9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386286" y="4068190"/>
            <a:ext cx="452755" cy="7067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ts val="2685"/>
              </a:lnSpc>
              <a:spcBef>
                <a:spcPts val="90"/>
              </a:spcBef>
            </a:pPr>
            <a:r>
              <a:rPr dirty="0" baseline="-11752" sz="3900">
                <a:latin typeface="Cambria"/>
                <a:cs typeface="Cambria"/>
              </a:rPr>
              <a:t>⎡</a:t>
            </a:r>
            <a:r>
              <a:rPr dirty="0" baseline="-11752" sz="3900" spc="382">
                <a:latin typeface="Cambria"/>
                <a:cs typeface="Cambria"/>
              </a:rPr>
              <a:t> </a:t>
            </a:r>
            <a:r>
              <a:rPr dirty="0" sz="1450" spc="-50"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  <a:p>
            <a:pPr marL="38100">
              <a:lnSpc>
                <a:spcPts val="2685"/>
              </a:lnSpc>
            </a:pPr>
            <a:r>
              <a:rPr dirty="0" baseline="-16025" sz="3900">
                <a:latin typeface="Cambria"/>
                <a:cs typeface="Cambria"/>
              </a:rPr>
              <a:t>⎢</a:t>
            </a:r>
            <a:r>
              <a:rPr dirty="0" baseline="-16025" sz="3900" spc="-450">
                <a:latin typeface="Cambria"/>
                <a:cs typeface="Cambria"/>
              </a:rPr>
              <a:t> </a:t>
            </a:r>
            <a:r>
              <a:rPr dirty="0" baseline="7168" sz="2325" spc="-52" i="1">
                <a:latin typeface="Verdana"/>
                <a:cs typeface="Verdana"/>
              </a:rPr>
              <a:t>ρ</a:t>
            </a:r>
            <a:r>
              <a:rPr dirty="0" sz="1050" spc="-35">
                <a:latin typeface="Tahoma"/>
                <a:cs typeface="Tahoma"/>
              </a:rPr>
              <a:t>21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2984599" y="4592065"/>
            <a:ext cx="85471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851" sz="2250" spc="-104" b="1">
                <a:latin typeface="Magneto"/>
                <a:cs typeface="Magneto"/>
              </a:rPr>
              <a:t>R</a:t>
            </a:r>
            <a:r>
              <a:rPr dirty="0" baseline="1851" sz="2250" spc="-240" b="1">
                <a:latin typeface="Magneto"/>
                <a:cs typeface="Magneto"/>
              </a:rPr>
              <a:t> </a:t>
            </a:r>
            <a:r>
              <a:rPr dirty="0" baseline="1915" sz="2175" spc="89">
                <a:latin typeface="Tahoma"/>
                <a:cs typeface="Tahoma"/>
              </a:rPr>
              <a:t>=</a:t>
            </a:r>
            <a:r>
              <a:rPr dirty="0" baseline="1915" sz="2175" spc="-60">
                <a:latin typeface="Tahoma"/>
                <a:cs typeface="Tahoma"/>
              </a:rPr>
              <a:t> </a:t>
            </a:r>
            <a:r>
              <a:rPr dirty="0" baseline="-8547" sz="3900">
                <a:latin typeface="Cambria"/>
                <a:cs typeface="Cambria"/>
              </a:rPr>
              <a:t>⎢</a:t>
            </a:r>
            <a:r>
              <a:rPr dirty="0" baseline="-8547" sz="3900" spc="-480">
                <a:latin typeface="Cambria"/>
                <a:cs typeface="Cambria"/>
              </a:rPr>
              <a:t> </a:t>
            </a:r>
            <a:r>
              <a:rPr dirty="0" sz="1550" spc="-25" i="1">
                <a:latin typeface="Verdana"/>
                <a:cs typeface="Verdana"/>
              </a:rPr>
              <a:t>ρ</a:t>
            </a:r>
            <a:r>
              <a:rPr dirty="0" baseline="-13227" sz="1575" spc="-37">
                <a:latin typeface="Tahoma"/>
                <a:cs typeface="Tahoma"/>
              </a:rPr>
              <a:t>31</a:t>
            </a:r>
            <a:endParaRPr baseline="-13227" sz="1575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86286" y="4877815"/>
            <a:ext cx="45275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6410" sz="3900">
                <a:latin typeface="Cambria"/>
                <a:cs typeface="Cambria"/>
              </a:rPr>
              <a:t>⎢</a:t>
            </a:r>
            <a:r>
              <a:rPr dirty="0" baseline="6410" sz="3900" spc="-450">
                <a:latin typeface="Cambria"/>
                <a:cs typeface="Cambria"/>
              </a:rPr>
              <a:t> </a:t>
            </a:r>
            <a:r>
              <a:rPr dirty="0" baseline="7168" sz="2325" spc="-52" i="1">
                <a:latin typeface="Verdana"/>
                <a:cs typeface="Verdana"/>
              </a:rPr>
              <a:t>ρ</a:t>
            </a:r>
            <a:r>
              <a:rPr dirty="0" sz="1050" spc="-35">
                <a:latin typeface="Tahoma"/>
                <a:cs typeface="Tahoma"/>
              </a:rPr>
              <a:t>41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386286" y="5144515"/>
            <a:ext cx="45275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17094" sz="3900">
                <a:latin typeface="Cambria"/>
                <a:cs typeface="Cambria"/>
              </a:rPr>
              <a:t>⎣</a:t>
            </a:r>
            <a:r>
              <a:rPr dirty="0" baseline="17094" sz="3900" spc="-450">
                <a:latin typeface="Cambria"/>
                <a:cs typeface="Cambria"/>
              </a:rPr>
              <a:t> </a:t>
            </a:r>
            <a:r>
              <a:rPr dirty="0" baseline="7168" sz="2325" spc="-52" i="1">
                <a:latin typeface="Verdana"/>
                <a:cs typeface="Verdana"/>
              </a:rPr>
              <a:t>ρ</a:t>
            </a:r>
            <a:r>
              <a:rPr dirty="0" sz="1050" spc="-35">
                <a:latin typeface="Tahoma"/>
                <a:cs typeface="Tahoma"/>
              </a:rPr>
              <a:t>51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929260" y="4087240"/>
            <a:ext cx="1772920" cy="14516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ts val="3020"/>
              </a:lnSpc>
              <a:spcBef>
                <a:spcPts val="90"/>
              </a:spcBef>
              <a:tabLst>
                <a:tab pos="478790" algn="l"/>
                <a:tab pos="894715" algn="l"/>
                <a:tab pos="1310640" algn="l"/>
              </a:tabLst>
            </a:pPr>
            <a:r>
              <a:rPr dirty="0" baseline="5376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12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5376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13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5376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14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5376" sz="2325" spc="-187" i="1">
                <a:latin typeface="Verdana"/>
                <a:cs typeface="Verdana"/>
              </a:rPr>
              <a:t>ρ</a:t>
            </a:r>
            <a:r>
              <a:rPr dirty="0" sz="1050" spc="-125">
                <a:latin typeface="Tahoma"/>
                <a:cs typeface="Tahoma"/>
              </a:rPr>
              <a:t>15</a:t>
            </a:r>
            <a:r>
              <a:rPr dirty="0" sz="1050" spc="-5">
                <a:latin typeface="Tahoma"/>
                <a:cs typeface="Tahoma"/>
              </a:rPr>
              <a:t> </a:t>
            </a:r>
            <a:r>
              <a:rPr dirty="0" baseline="-8547" sz="3900" spc="-75">
                <a:latin typeface="Cambria"/>
                <a:cs typeface="Cambria"/>
              </a:rPr>
              <a:t>⎤</a:t>
            </a:r>
            <a:endParaRPr baseline="-8547" sz="3900">
              <a:latin typeface="Cambria"/>
              <a:cs typeface="Cambria"/>
            </a:endParaRPr>
          </a:p>
          <a:p>
            <a:pPr marL="133985">
              <a:lnSpc>
                <a:spcPts val="1764"/>
              </a:lnSpc>
              <a:tabLst>
                <a:tab pos="478790" algn="l"/>
              </a:tabLst>
            </a:pPr>
            <a:r>
              <a:rPr dirty="0" sz="1450" spc="-50">
                <a:latin typeface="Tahoma"/>
                <a:cs typeface="Tahoma"/>
              </a:rPr>
              <a:t>1</a:t>
            </a:r>
            <a:r>
              <a:rPr dirty="0" sz="1450">
                <a:latin typeface="Tahoma"/>
                <a:cs typeface="Tahoma"/>
              </a:rPr>
              <a:t>	</a:t>
            </a:r>
            <a:r>
              <a:rPr dirty="0" sz="1550" spc="-25" i="1">
                <a:latin typeface="Verdana"/>
                <a:cs typeface="Verdana"/>
              </a:rPr>
              <a:t>ρ</a:t>
            </a:r>
            <a:r>
              <a:rPr dirty="0" baseline="-13227" sz="1575" spc="-37">
                <a:latin typeface="Tahoma"/>
                <a:cs typeface="Tahoma"/>
              </a:rPr>
              <a:t>23</a:t>
            </a:r>
            <a:endParaRPr baseline="-13227" sz="1575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240"/>
              </a:spcBef>
              <a:tabLst>
                <a:tab pos="549910" algn="l"/>
              </a:tabLst>
            </a:pPr>
            <a:r>
              <a:rPr dirty="0" sz="1550" spc="-25" i="1">
                <a:latin typeface="Verdana"/>
                <a:cs typeface="Verdana"/>
              </a:rPr>
              <a:t>ρ</a:t>
            </a:r>
            <a:r>
              <a:rPr dirty="0" baseline="-13227" sz="1575" spc="-37">
                <a:latin typeface="Tahoma"/>
                <a:cs typeface="Tahoma"/>
              </a:rPr>
              <a:t>32</a:t>
            </a:r>
            <a:r>
              <a:rPr dirty="0" baseline="-13227" sz="1575">
                <a:latin typeface="Tahoma"/>
                <a:cs typeface="Tahoma"/>
              </a:rPr>
              <a:t>	</a:t>
            </a:r>
            <a:r>
              <a:rPr dirty="0" sz="1450" spc="-50">
                <a:latin typeface="Tahoma"/>
                <a:cs typeface="Tahoma"/>
              </a:rPr>
              <a:t>1</a:t>
            </a:r>
            <a:endParaRPr sz="1450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390"/>
              </a:spcBef>
              <a:tabLst>
                <a:tab pos="478790" algn="l"/>
                <a:tab pos="965200" algn="l"/>
              </a:tabLst>
            </a:pPr>
            <a:r>
              <a:rPr dirty="0" baseline="7168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42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7168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43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7662" sz="2175" spc="-75">
                <a:latin typeface="Tahoma"/>
                <a:cs typeface="Tahoma"/>
              </a:rPr>
              <a:t>1</a:t>
            </a:r>
            <a:endParaRPr baseline="7662" sz="2175">
              <a:latin typeface="Tahoma"/>
              <a:cs typeface="Tahoma"/>
            </a:endParaRPr>
          </a:p>
          <a:p>
            <a:pPr marL="63500">
              <a:lnSpc>
                <a:spcPct val="100000"/>
              </a:lnSpc>
              <a:spcBef>
                <a:spcPts val="240"/>
              </a:spcBef>
              <a:tabLst>
                <a:tab pos="478790" algn="l"/>
                <a:tab pos="894715" algn="l"/>
              </a:tabLst>
            </a:pPr>
            <a:r>
              <a:rPr dirty="0" baseline="7168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52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7168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53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7168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54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86312" y="4353940"/>
            <a:ext cx="87820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53390" algn="l"/>
              </a:tabLst>
            </a:pPr>
            <a:r>
              <a:rPr dirty="0" baseline="7168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24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7168" sz="2325" spc="-187" i="1">
                <a:latin typeface="Verdana"/>
                <a:cs typeface="Verdana"/>
              </a:rPr>
              <a:t>ρ</a:t>
            </a:r>
            <a:r>
              <a:rPr dirty="0" sz="1050" spc="-125">
                <a:latin typeface="Tahoma"/>
                <a:cs typeface="Tahoma"/>
              </a:rPr>
              <a:t>25</a:t>
            </a:r>
            <a:r>
              <a:rPr dirty="0" sz="1050" spc="-5">
                <a:latin typeface="Tahoma"/>
                <a:cs typeface="Tahoma"/>
              </a:rPr>
              <a:t> </a:t>
            </a:r>
            <a:r>
              <a:rPr dirty="0" baseline="-16025" sz="3900" spc="-75">
                <a:latin typeface="Cambria"/>
                <a:cs typeface="Cambria"/>
              </a:rPr>
              <a:t>⎥</a:t>
            </a:r>
            <a:endParaRPr baseline="-16025" sz="39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86312" y="4620640"/>
            <a:ext cx="878205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53390" algn="l"/>
              </a:tabLst>
            </a:pPr>
            <a:r>
              <a:rPr dirty="0" baseline="7168" sz="2325" spc="-37" i="1">
                <a:latin typeface="Verdana"/>
                <a:cs typeface="Verdana"/>
              </a:rPr>
              <a:t>ρ</a:t>
            </a:r>
            <a:r>
              <a:rPr dirty="0" sz="1050" spc="-25">
                <a:latin typeface="Tahoma"/>
                <a:cs typeface="Tahoma"/>
              </a:rPr>
              <a:t>34</a:t>
            </a:r>
            <a:r>
              <a:rPr dirty="0" sz="1050">
                <a:latin typeface="Tahoma"/>
                <a:cs typeface="Tahoma"/>
              </a:rPr>
              <a:t>	</a:t>
            </a:r>
            <a:r>
              <a:rPr dirty="0" baseline="7168" sz="2325" spc="-187" i="1">
                <a:latin typeface="Verdana"/>
                <a:cs typeface="Verdana"/>
              </a:rPr>
              <a:t>ρ</a:t>
            </a:r>
            <a:r>
              <a:rPr dirty="0" sz="1050" spc="-125">
                <a:latin typeface="Tahoma"/>
                <a:cs typeface="Tahoma"/>
              </a:rPr>
              <a:t>35</a:t>
            </a:r>
            <a:r>
              <a:rPr dirty="0" sz="1050" spc="-5">
                <a:latin typeface="Tahoma"/>
                <a:cs typeface="Tahoma"/>
              </a:rPr>
              <a:t> </a:t>
            </a:r>
            <a:r>
              <a:rPr dirty="0" baseline="-3205" sz="3900" spc="-75">
                <a:latin typeface="Cambria"/>
                <a:cs typeface="Cambria"/>
              </a:rPr>
              <a:t>⎥</a:t>
            </a:r>
            <a:endParaRPr baseline="-3205" sz="3900">
              <a:latin typeface="Cambria"/>
              <a:cs typeface="Cambri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202137" y="4877815"/>
            <a:ext cx="46228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7168" sz="2325" spc="-187" i="1">
                <a:latin typeface="Verdana"/>
                <a:cs typeface="Verdana"/>
              </a:rPr>
              <a:t>ρ</a:t>
            </a:r>
            <a:r>
              <a:rPr dirty="0" sz="1050" spc="-125">
                <a:latin typeface="Tahoma"/>
                <a:cs typeface="Tahoma"/>
              </a:rPr>
              <a:t>45</a:t>
            </a:r>
            <a:r>
              <a:rPr dirty="0" sz="1050" spc="-5">
                <a:latin typeface="Tahoma"/>
                <a:cs typeface="Tahoma"/>
              </a:rPr>
              <a:t> </a:t>
            </a:r>
            <a:r>
              <a:rPr dirty="0" baseline="6410" sz="3900" spc="-75">
                <a:latin typeface="Cambria"/>
                <a:cs typeface="Cambria"/>
              </a:rPr>
              <a:t>⎥</a:t>
            </a:r>
            <a:endParaRPr baseline="6410" sz="3900">
              <a:latin typeface="Cambria"/>
              <a:cs typeface="Cambri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298231" y="5039740"/>
            <a:ext cx="340360" cy="4210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-22988" sz="2175">
                <a:latin typeface="Tahoma"/>
                <a:cs typeface="Tahoma"/>
              </a:rPr>
              <a:t>1</a:t>
            </a:r>
            <a:r>
              <a:rPr dirty="0" baseline="-22988" sz="2175" spc="397">
                <a:latin typeface="Tahoma"/>
                <a:cs typeface="Tahoma"/>
              </a:rPr>
              <a:t> </a:t>
            </a:r>
            <a:r>
              <a:rPr dirty="0" sz="2600" spc="-60">
                <a:latin typeface="Cambria"/>
                <a:cs typeface="Cambria"/>
              </a:rPr>
              <a:t>⎦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323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743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1621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5812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000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8800" y="394970"/>
            <a:ext cx="7386320" cy="29692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60" b="1">
                <a:latin typeface="Trebuchet MS"/>
                <a:cs typeface="Trebuchet MS"/>
              </a:rPr>
              <a:t>Example:</a:t>
            </a:r>
            <a:r>
              <a:rPr dirty="0" sz="1450" spc="-55" b="1">
                <a:latin typeface="Trebuchet MS"/>
                <a:cs typeface="Trebuchet MS"/>
              </a:rPr>
              <a:t> Life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Expectancy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dataset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50">
                <a:latin typeface="Trebuchet MS"/>
                <a:cs typeface="Trebuchet MS"/>
              </a:rPr>
              <a:t>Suppose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select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five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life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expectancy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dataset:</a:t>
            </a:r>
            <a:endParaRPr sz="1450">
              <a:latin typeface="Trebuchet MS"/>
              <a:cs typeface="Trebuchet MS"/>
            </a:endParaRPr>
          </a:p>
          <a:p>
            <a:pPr marL="393065" marR="303530">
              <a:lnSpc>
                <a:spcPct val="166700"/>
              </a:lnSpc>
              <a:spcBef>
                <a:spcPts val="40"/>
              </a:spcBef>
            </a:pP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adult</a:t>
            </a:r>
            <a:r>
              <a:rPr dirty="0" sz="165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mortality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number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deaths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between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ages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15–60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1,000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 </a:t>
            </a: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under_five_deaths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number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deaths under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age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5 per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1,000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 </a:t>
            </a: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measles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reported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cases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measles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1,000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20"/>
              </a:spcBef>
            </a:pP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polio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polio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(Pol3)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immunization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coverage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1-</a:t>
            </a:r>
            <a:r>
              <a:rPr dirty="0" sz="1450" spc="-10">
                <a:latin typeface="Trebuchet MS"/>
                <a:cs typeface="Trebuchet MS"/>
              </a:rPr>
              <a:t>year-</a:t>
            </a:r>
            <a:r>
              <a:rPr dirty="0" sz="1450">
                <a:latin typeface="Trebuchet MS"/>
                <a:cs typeface="Trebuchet MS"/>
              </a:rPr>
              <a:t>olds</a:t>
            </a:r>
            <a:r>
              <a:rPr dirty="0" sz="1450" spc="25">
                <a:latin typeface="Trebuchet MS"/>
                <a:cs typeface="Trebuchet MS"/>
              </a:rPr>
              <a:t> (%)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ct val="101000"/>
              </a:lnSpc>
              <a:spcBef>
                <a:spcPts val="1300"/>
              </a:spcBef>
            </a:pP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diphtheria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diphtheria–tetanus–pertussis</a:t>
            </a:r>
            <a:r>
              <a:rPr dirty="0" sz="1450" spc="114">
                <a:latin typeface="Trebuchet MS"/>
                <a:cs typeface="Trebuchet MS"/>
              </a:rPr>
              <a:t> </a:t>
            </a:r>
            <a:r>
              <a:rPr dirty="0" sz="1450" spc="-55">
                <a:latin typeface="Trebuchet MS"/>
                <a:cs typeface="Trebuchet MS"/>
              </a:rPr>
              <a:t>(DTP3)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immunization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coverage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1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1- </a:t>
            </a:r>
            <a:r>
              <a:rPr dirty="0" sz="1450" spc="-10">
                <a:latin typeface="Trebuchet MS"/>
                <a:cs typeface="Trebuchet MS"/>
              </a:rPr>
              <a:t>year-</a:t>
            </a:r>
            <a:r>
              <a:rPr dirty="0" sz="1450">
                <a:latin typeface="Trebuchet MS"/>
                <a:cs typeface="Trebuchet MS"/>
              </a:rPr>
              <a:t>olds</a:t>
            </a:r>
            <a:r>
              <a:rPr dirty="0" sz="1450" spc="110">
                <a:latin typeface="Trebuchet MS"/>
                <a:cs typeface="Trebuchet MS"/>
              </a:rPr>
              <a:t> </a:t>
            </a:r>
            <a:r>
              <a:rPr dirty="0" sz="1450" spc="25">
                <a:latin typeface="Trebuchet MS"/>
                <a:cs typeface="Trebuchet MS"/>
              </a:rPr>
              <a:t>(%)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71499" y="352425"/>
            <a:ext cx="7505700" cy="12477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8105" rIns="0" bIns="0" rtlCol="0" vert="horz">
            <a:spAutoFit/>
          </a:bodyPr>
          <a:lstStyle/>
          <a:p>
            <a:pPr marL="1106170" marR="2065655" indent="-1044575">
              <a:lnSpc>
                <a:spcPct val="67700"/>
              </a:lnSpc>
              <a:spcBef>
                <a:spcPts val="615"/>
              </a:spcBef>
              <a:tabLst>
                <a:tab pos="1628139" algn="l"/>
              </a:tabLst>
            </a:pP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100" spc="-1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read.csv(file</a:t>
            </a: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5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here(</a:t>
            </a:r>
            <a:r>
              <a:rPr dirty="0" sz="1100" spc="-85">
                <a:solidFill>
                  <a:srgbClr val="DD1144"/>
                </a:solidFill>
                <a:latin typeface="Lucida Console"/>
                <a:cs typeface="Lucida Console"/>
              </a:rPr>
              <a:t>'./resources/datasets/life_expectancy.csv'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), header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509"/>
              </a:spcBef>
            </a:pP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d_sub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d[,c(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'adult_mortality'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'under_five_deaths'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'measles'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'polio'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'diphtheria'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)]</a:t>
            </a:r>
            <a:endParaRPr sz="1100">
              <a:latin typeface="Lucida Console"/>
              <a:cs typeface="Lucida Console"/>
            </a:endParaRPr>
          </a:p>
          <a:p>
            <a:pPr marL="61594" marR="5571490">
              <a:lnSpc>
                <a:spcPct val="142400"/>
              </a:lnSpc>
              <a:spcBef>
                <a:spcPts val="875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cor(x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d_sub)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39750" y="1717907"/>
          <a:ext cx="5882640" cy="1492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6675"/>
                <a:gridCol w="1193164"/>
                <a:gridCol w="1342389"/>
                <a:gridCol w="1043939"/>
                <a:gridCol w="889000"/>
              </a:tblGrid>
              <a:tr h="1301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30"/>
                        </a:lnSpc>
                      </a:pPr>
                      <a:r>
                        <a:rPr dirty="0" sz="11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30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3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3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0.2101702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0.0550505884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0.37858149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0.21017023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0.7657338626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0.14648172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0.05505059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0.7657339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0.02753727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0.37858149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0.1464817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0.0275372744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0.32797139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0.1370574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0.0009479256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0.66094649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0985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6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6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0.3279713856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0.1370574213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0.0009479256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87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0.6609464929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 marL="31750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571499" y="3333749"/>
            <a:ext cx="7505700" cy="2476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222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75"/>
              </a:spcBef>
            </a:pP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round(my.corr,</a:t>
            </a:r>
            <a:r>
              <a:rPr dirty="0" sz="1000" spc="-2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39750" y="3699107"/>
          <a:ext cx="5808345" cy="754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6675"/>
                <a:gridCol w="1193164"/>
                <a:gridCol w="1342389"/>
                <a:gridCol w="1043939"/>
                <a:gridCol w="814705"/>
              </a:tblGrid>
              <a:tr h="125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r>
                        <a:rPr dirty="0" sz="1100" spc="-4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0.21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0.06</a:t>
                      </a:r>
                      <a:r>
                        <a:rPr dirty="0" sz="11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0.38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0.21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0.77</a:t>
                      </a:r>
                      <a:r>
                        <a:rPr dirty="0" sz="11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8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r>
                        <a:rPr dirty="0" sz="11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0.38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  <a:tabLst>
                          <a:tab pos="521970" algn="l"/>
                        </a:tabLst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 marL="31750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  <a:tabLst>
                          <a:tab pos="447040" algn="l"/>
                        </a:tabLst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</a:t>
                      </a:r>
                      <a:r>
                        <a:rPr dirty="0" sz="11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394970"/>
            <a:ext cx="7513320" cy="464184"/>
          </a:xfrm>
          <a:prstGeom prst="rect"/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>
                <a:solidFill>
                  <a:srgbClr val="000000"/>
                </a:solidFill>
              </a:rPr>
              <a:t>When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you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need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to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test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significance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of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correlations,</a:t>
            </a:r>
            <a:r>
              <a:rPr dirty="0" sz="1450" spc="-3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you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can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use</a:t>
            </a:r>
            <a:r>
              <a:rPr dirty="0" sz="1450" spc="-3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35">
                <a:solidFill>
                  <a:srgbClr val="000000"/>
                </a:solidFill>
              </a:rPr>
              <a:t> rcorr() </a:t>
            </a:r>
            <a:r>
              <a:rPr dirty="0" sz="1450" spc="-10">
                <a:solidFill>
                  <a:srgbClr val="000000"/>
                </a:solidFill>
              </a:rPr>
              <a:t>function </a:t>
            </a:r>
            <a:r>
              <a:rPr dirty="0" sz="1450">
                <a:solidFill>
                  <a:srgbClr val="000000"/>
                </a:solidFill>
              </a:rPr>
              <a:t>from</a:t>
            </a:r>
            <a:r>
              <a:rPr dirty="0" sz="1450" spc="-4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Hmisc</a:t>
            </a:r>
            <a:r>
              <a:rPr dirty="0" sz="1450" spc="-40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package.</a:t>
            </a:r>
            <a:endParaRPr sz="1450"/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71499" y="1038224"/>
            <a:ext cx="7505700" cy="5429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635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50"/>
              </a:spcBef>
            </a:pPr>
            <a:r>
              <a:rPr dirty="0" sz="800" spc="-70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800" spc="-3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50" spc="-10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85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333333"/>
                </a:solidFill>
                <a:latin typeface="Lucida Console"/>
                <a:cs typeface="Lucida Console"/>
              </a:rPr>
              <a:t>rcorr(x</a:t>
            </a:r>
            <a:r>
              <a:rPr dirty="0" sz="800" spc="-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50" spc="-10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850" spc="-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800" spc="-20">
                <a:solidFill>
                  <a:srgbClr val="333333"/>
                </a:solidFill>
                <a:latin typeface="Lucida Console"/>
                <a:cs typeface="Lucida Console"/>
              </a:rPr>
              <a:t>as.matrix(d_sub))</a:t>
            </a:r>
            <a:endParaRPr sz="800">
              <a:latin typeface="Lucida Console"/>
              <a:cs typeface="Lucida Console"/>
            </a:endParaRPr>
          </a:p>
          <a:p>
            <a:pPr marL="44450">
              <a:lnSpc>
                <a:spcPct val="100000"/>
              </a:lnSpc>
              <a:spcBef>
                <a:spcPts val="455"/>
              </a:spcBef>
            </a:pP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80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5</a:t>
            </a:r>
            <a:r>
              <a:rPr dirty="0" sz="8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x</a:t>
            </a:r>
            <a:r>
              <a:rPr dirty="0" sz="8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5</a:t>
            </a:r>
            <a:r>
              <a:rPr dirty="0" sz="8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correlation</a:t>
            </a:r>
            <a:r>
              <a:rPr dirty="0" sz="800" spc="-5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999987"/>
                </a:solidFill>
                <a:latin typeface="Courier New"/>
                <a:cs typeface="Courier New"/>
              </a:rPr>
              <a:t>matrix</a:t>
            </a:r>
            <a:endParaRPr sz="800">
              <a:latin typeface="Courier New"/>
              <a:cs typeface="Courier New"/>
            </a:endParaRPr>
          </a:p>
          <a:p>
            <a:pPr marL="44450">
              <a:lnSpc>
                <a:spcPct val="100000"/>
              </a:lnSpc>
              <a:spcBef>
                <a:spcPts val="415"/>
              </a:spcBef>
            </a:pPr>
            <a:r>
              <a:rPr dirty="0" sz="800" spc="-10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850" spc="-10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800" spc="-10">
                <a:solidFill>
                  <a:srgbClr val="333333"/>
                </a:solidFill>
                <a:latin typeface="Lucida Console"/>
                <a:cs typeface="Lucida Console"/>
              </a:rPr>
              <a:t>r</a:t>
            </a:r>
            <a:endParaRPr sz="800">
              <a:latin typeface="Lucida Console"/>
              <a:cs typeface="Lucida Console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39750" y="1683389"/>
          <a:ext cx="4276725" cy="1064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1550"/>
                <a:gridCol w="859155"/>
                <a:gridCol w="993775"/>
                <a:gridCol w="725169"/>
                <a:gridCol w="649604"/>
              </a:tblGrid>
              <a:tr h="86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585"/>
                        </a:lnSpc>
                      </a:pP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ts val="585"/>
                        </a:lnSpc>
                      </a:pP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0.2101702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4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0.0550505884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61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0.37858149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0.21017023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4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0.7657338626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61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0.14648172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86360">
                <a:tc>
                  <a:txBody>
                    <a:bodyPr/>
                    <a:lstStyle/>
                    <a:p>
                      <a:pPr marL="3175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0.05505059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4572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0.7657339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585"/>
                        </a:lnSpc>
                      </a:pPr>
                      <a:r>
                        <a:rPr dirty="0" sz="800" spc="-4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585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0.02753727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88900">
                <a:tc>
                  <a:txBody>
                    <a:bodyPr/>
                    <a:lstStyle/>
                    <a:p>
                      <a:pPr marL="31750">
                        <a:lnSpc>
                          <a:spcPts val="62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2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0.37858149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402590">
                        <a:lnSpc>
                          <a:spcPts val="62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0.1464817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4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0.0275372744</a:t>
                      </a:r>
                      <a:r>
                        <a:rPr dirty="0" sz="800" spc="1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ts val="73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41300">
                        <a:lnSpc>
                          <a:spcPts val="59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0.32797139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  <a:p>
                      <a:pPr marL="187960">
                        <a:lnSpc>
                          <a:spcPts val="73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402590">
                        <a:lnSpc>
                          <a:spcPts val="735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0.1370574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4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0.0009479256</a:t>
                      </a:r>
                      <a:r>
                        <a:rPr dirty="0" sz="800" spc="1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0.66094649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1440">
                <a:tc>
                  <a:txBody>
                    <a:bodyPr/>
                    <a:lstStyle/>
                    <a:p>
                      <a:pPr marL="31750">
                        <a:lnSpc>
                          <a:spcPts val="620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62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0.3279713856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4625">
                <a:tc>
                  <a:txBody>
                    <a:bodyPr/>
                    <a:lstStyle/>
                    <a:p>
                      <a:pPr marL="31750" marR="19050">
                        <a:lnSpc>
                          <a:spcPct val="7030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 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26670">
                        <a:lnSpc>
                          <a:spcPts val="545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0.1370574213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  <a:p>
                      <a:pPr marL="26670">
                        <a:lnSpc>
                          <a:spcPts val="735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0.0009479256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8001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0.6609464929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6360">
                <a:tc>
                  <a:txBody>
                    <a:bodyPr/>
                    <a:lstStyle/>
                    <a:p>
                      <a:pPr marL="3175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8001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1.0000000000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571499" y="2867024"/>
            <a:ext cx="7505700" cy="3524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317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25"/>
              </a:spcBef>
            </a:pP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8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Sample</a:t>
            </a:r>
            <a:r>
              <a:rPr dirty="0" sz="800" spc="-4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size</a:t>
            </a:r>
            <a:r>
              <a:rPr dirty="0" sz="800" spc="-4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for</a:t>
            </a:r>
            <a:r>
              <a:rPr dirty="0" sz="800" spc="-4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each</a:t>
            </a:r>
            <a:r>
              <a:rPr dirty="0" sz="800" spc="-4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999987"/>
                </a:solidFill>
                <a:latin typeface="Courier New"/>
                <a:cs typeface="Courier New"/>
              </a:rPr>
              <a:t>correlation</a:t>
            </a:r>
            <a:endParaRPr sz="800">
              <a:latin typeface="Courier New"/>
              <a:cs typeface="Courier New"/>
            </a:endParaRPr>
          </a:p>
          <a:p>
            <a:pPr marL="44450">
              <a:lnSpc>
                <a:spcPct val="100000"/>
              </a:lnSpc>
              <a:spcBef>
                <a:spcPts val="415"/>
              </a:spcBef>
            </a:pPr>
            <a:r>
              <a:rPr dirty="0" sz="800" spc="-10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850" spc="-10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800" spc="-10">
                <a:solidFill>
                  <a:srgbClr val="333333"/>
                </a:solidFill>
                <a:latin typeface="Lucida Console"/>
                <a:cs typeface="Lucida Console"/>
              </a:rPr>
              <a:t>n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25777" y="3276224"/>
            <a:ext cx="31413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adult_mortality</a:t>
            </a:r>
            <a:r>
              <a:rPr dirty="0" sz="800" spc="-3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under_five_deaths</a:t>
            </a: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measles</a:t>
            </a:r>
            <a:r>
              <a:rPr dirty="0" sz="800" spc="-3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polio</a:t>
            </a: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5">
                <a:solidFill>
                  <a:srgbClr val="007834"/>
                </a:solidFill>
                <a:latin typeface="Lucida Console"/>
                <a:cs typeface="Lucida Console"/>
              </a:rPr>
              <a:t>diphtheria</a:t>
            </a:r>
            <a:endParaRPr sz="800">
              <a:latin typeface="Lucida Console"/>
              <a:cs typeface="Lucida Console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539750" y="3407414"/>
          <a:ext cx="4222750" cy="4483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4130"/>
                <a:gridCol w="913130"/>
                <a:gridCol w="698500"/>
                <a:gridCol w="375920"/>
                <a:gridCol w="456564"/>
                <a:gridCol w="407670"/>
              </a:tblGrid>
              <a:tr h="87630">
                <a:tc>
                  <a:txBody>
                    <a:bodyPr/>
                    <a:lstStyle/>
                    <a:p>
                      <a:pPr marL="31750">
                        <a:lnSpc>
                          <a:spcPts val="595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adult_mortality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59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402590">
                        <a:lnSpc>
                          <a:spcPts val="595"/>
                        </a:lnSpc>
                        <a:tabLst>
                          <a:tab pos="832485" algn="l"/>
                          <a:tab pos="1154430" algn="l"/>
                        </a:tabLst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59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93980">
                <a:tc>
                  <a:txBody>
                    <a:bodyPr/>
                    <a:lstStyle/>
                    <a:p>
                      <a:pPr marL="3175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under_five_deaths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6364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measles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6364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polio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6364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86360">
                <a:tc>
                  <a:txBody>
                    <a:bodyPr/>
                    <a:lstStyle/>
                    <a:p>
                      <a:pPr marL="31750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diphtheria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4572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6364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334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58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 descr=""/>
          <p:cNvSpPr txBox="1"/>
          <p:nvPr/>
        </p:nvSpPr>
        <p:spPr>
          <a:xfrm>
            <a:off x="571499" y="3962399"/>
            <a:ext cx="7505700" cy="3619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270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00"/>
              </a:spcBef>
            </a:pP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#</a:t>
            </a:r>
            <a:r>
              <a:rPr dirty="0" sz="800" spc="-4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70" i="1">
                <a:solidFill>
                  <a:srgbClr val="999987"/>
                </a:solidFill>
                <a:latin typeface="Courier New"/>
                <a:cs typeface="Courier New"/>
              </a:rPr>
              <a:t>p-values</a:t>
            </a:r>
            <a:r>
              <a:rPr dirty="0" sz="800" spc="-3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for</a:t>
            </a:r>
            <a:r>
              <a:rPr dirty="0" sz="800" spc="-3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significance</a:t>
            </a:r>
            <a:r>
              <a:rPr dirty="0" sz="800" spc="-3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of</a:t>
            </a:r>
            <a:r>
              <a:rPr dirty="0" sz="800" spc="-40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65" i="1">
                <a:solidFill>
                  <a:srgbClr val="999987"/>
                </a:solidFill>
                <a:latin typeface="Courier New"/>
                <a:cs typeface="Courier New"/>
              </a:rPr>
              <a:t>each</a:t>
            </a:r>
            <a:r>
              <a:rPr dirty="0" sz="800" spc="-35" i="1">
                <a:solidFill>
                  <a:srgbClr val="999987"/>
                </a:solidFill>
                <a:latin typeface="Courier New"/>
                <a:cs typeface="Courier New"/>
              </a:rPr>
              <a:t> </a:t>
            </a:r>
            <a:r>
              <a:rPr dirty="0" sz="800" spc="-10" i="1">
                <a:solidFill>
                  <a:srgbClr val="999987"/>
                </a:solidFill>
                <a:latin typeface="Courier New"/>
                <a:cs typeface="Courier New"/>
              </a:rPr>
              <a:t>correlation</a:t>
            </a:r>
            <a:endParaRPr sz="800">
              <a:latin typeface="Courier New"/>
              <a:cs typeface="Courier New"/>
            </a:endParaRPr>
          </a:p>
          <a:p>
            <a:pPr marL="44450">
              <a:lnSpc>
                <a:spcPct val="100000"/>
              </a:lnSpc>
              <a:spcBef>
                <a:spcPts val="415"/>
              </a:spcBef>
            </a:pPr>
            <a:r>
              <a:rPr dirty="0" sz="800" spc="-10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850" spc="-10">
                <a:solidFill>
                  <a:srgbClr val="333333"/>
                </a:solidFill>
                <a:latin typeface="Lucida Console"/>
                <a:cs typeface="Lucida Console"/>
              </a:rPr>
              <a:t>$</a:t>
            </a:r>
            <a:r>
              <a:rPr dirty="0" sz="800" spc="-10">
                <a:solidFill>
                  <a:srgbClr val="333333"/>
                </a:solidFill>
                <a:latin typeface="Lucida Console"/>
                <a:cs typeface="Lucida Console"/>
              </a:rPr>
              <a:t>P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25777" y="4381124"/>
            <a:ext cx="30340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46275" algn="l"/>
                <a:tab pos="2752090" algn="l"/>
              </a:tabLst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adult_mortality</a:t>
            </a:r>
            <a:r>
              <a:rPr dirty="0" sz="800" spc="-4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under_five_deaths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measles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polio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8800" y="4466849"/>
            <a:ext cx="939165" cy="50990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 marR="5080">
              <a:lnSpc>
                <a:spcPct val="74200"/>
              </a:lnSpc>
              <a:spcBef>
                <a:spcPts val="350"/>
              </a:spcBef>
            </a:pPr>
            <a:r>
              <a:rPr dirty="0" sz="800" spc="-20">
                <a:solidFill>
                  <a:srgbClr val="007834"/>
                </a:solidFill>
                <a:latin typeface="Lucida Console"/>
                <a:cs typeface="Lucida Console"/>
              </a:rPr>
              <a:t>adult_mortality </a:t>
            </a:r>
            <a:r>
              <a:rPr dirty="0" sz="800" spc="-75">
                <a:solidFill>
                  <a:srgbClr val="007834"/>
                </a:solidFill>
                <a:latin typeface="Lucida Console"/>
                <a:cs typeface="Lucida Console"/>
              </a:rPr>
              <a:t>under_five_deaths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measles</a:t>
            </a:r>
            <a:endParaRPr sz="800">
              <a:latin typeface="Lucida Console"/>
              <a:cs typeface="Lucida Console"/>
            </a:endParaRPr>
          </a:p>
          <a:p>
            <a:pPr marL="12700" marR="381000">
              <a:lnSpc>
                <a:spcPct val="70300"/>
              </a:lnSpc>
              <a:spcBef>
                <a:spcPts val="75"/>
              </a:spcBef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polio </a:t>
            </a:r>
            <a:r>
              <a:rPr dirty="0" sz="800" spc="-75">
                <a:solidFill>
                  <a:srgbClr val="007834"/>
                </a:solidFill>
                <a:latin typeface="Lucida Console"/>
                <a:cs typeface="Lucida Console"/>
              </a:rPr>
              <a:t>diphtheria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707639" y="4466849"/>
            <a:ext cx="1852295" cy="2432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ts val="855"/>
              </a:lnSpc>
              <a:spcBef>
                <a:spcPts val="100"/>
              </a:spcBef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0.004628915</a:t>
            </a:r>
            <a:r>
              <a:rPr dirty="0" sz="800" spc="-1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0.4629533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1.604153e-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07</a:t>
            </a:r>
            <a:endParaRPr sz="800">
              <a:latin typeface="Lucida Console"/>
              <a:cs typeface="Lucida Console"/>
            </a:endParaRPr>
          </a:p>
          <a:p>
            <a:pPr algn="r" marR="5080">
              <a:lnSpc>
                <a:spcPts val="855"/>
              </a:lnSpc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800" spc="-2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0.0000000</a:t>
            </a:r>
            <a:r>
              <a:rPr dirty="0" sz="800" spc="-2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4.974338e-</a:t>
            </a: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02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707639" y="4647824"/>
            <a:ext cx="185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33144" algn="l"/>
              </a:tabLst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0.000000000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800" spc="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7.136585e-</a:t>
            </a:r>
            <a:r>
              <a:rPr dirty="0" sz="800" spc="-55">
                <a:solidFill>
                  <a:srgbClr val="007834"/>
                </a:solidFill>
                <a:latin typeface="Lucida Console"/>
                <a:cs typeface="Lucida Console"/>
              </a:rPr>
              <a:t>01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07639" y="4743074"/>
            <a:ext cx="185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1645" algn="l"/>
              </a:tabLst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0.049743378</a:t>
            </a:r>
            <a:r>
              <a:rPr dirty="0" sz="8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0.7136585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4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2707639" y="4828799"/>
            <a:ext cx="18522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0.066553801</a:t>
            </a:r>
            <a:r>
              <a:rPr dirty="0" sz="8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0.9899237</a:t>
            </a:r>
            <a:r>
              <a:rPr dirty="0" sz="8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0.000000e</a:t>
            </a:r>
            <a:r>
              <a:rPr dirty="0" sz="700" spc="-65">
                <a:solidFill>
                  <a:srgbClr val="007834"/>
                </a:solidFill>
                <a:latin typeface="Century Gothic"/>
                <a:cs typeface="Century Gothic"/>
              </a:rPr>
              <a:t>+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00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633219" y="4466849"/>
            <a:ext cx="723900" cy="59563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66040" marR="5080" indent="537210">
              <a:lnSpc>
                <a:spcPct val="78100"/>
              </a:lnSpc>
              <a:spcBef>
                <a:spcPts val="310"/>
              </a:spcBef>
            </a:pPr>
            <a:r>
              <a:rPr dirty="0" sz="800" spc="-90">
                <a:solidFill>
                  <a:srgbClr val="007834"/>
                </a:solidFill>
                <a:latin typeface="Lucida Console"/>
                <a:cs typeface="Lucida Console"/>
              </a:rPr>
              <a:t>NA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4.628915e-</a:t>
            </a:r>
            <a:r>
              <a:rPr dirty="0" sz="800" spc="-95">
                <a:solidFill>
                  <a:srgbClr val="007834"/>
                </a:solidFill>
                <a:latin typeface="Lucida Console"/>
                <a:cs typeface="Lucida Console"/>
              </a:rPr>
              <a:t>03</a:t>
            </a:r>
            <a:endParaRPr sz="800">
              <a:latin typeface="Lucida Console"/>
              <a:cs typeface="Lucida Console"/>
            </a:endParaRPr>
          </a:p>
          <a:p>
            <a:pPr marL="66040">
              <a:lnSpc>
                <a:spcPts val="570"/>
              </a:lnSpc>
            </a:pP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4.629533e-</a:t>
            </a:r>
            <a:r>
              <a:rPr dirty="0" sz="800" spc="-50">
                <a:solidFill>
                  <a:srgbClr val="007834"/>
                </a:solidFill>
                <a:latin typeface="Lucida Console"/>
                <a:cs typeface="Lucida Console"/>
              </a:rPr>
              <a:t>01</a:t>
            </a:r>
            <a:endParaRPr sz="800">
              <a:latin typeface="Lucida Console"/>
              <a:cs typeface="Lucida Console"/>
            </a:endParaRPr>
          </a:p>
          <a:p>
            <a:pPr marL="66040">
              <a:lnSpc>
                <a:spcPts val="715"/>
              </a:lnSpc>
            </a:pP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1.604153e-</a:t>
            </a:r>
            <a:r>
              <a:rPr dirty="0" sz="800" spc="-50">
                <a:solidFill>
                  <a:srgbClr val="007834"/>
                </a:solidFill>
                <a:latin typeface="Lucida Console"/>
                <a:cs typeface="Lucida Console"/>
              </a:rPr>
              <a:t>07</a:t>
            </a:r>
            <a:endParaRPr sz="800">
              <a:latin typeface="Lucida Console"/>
              <a:cs typeface="Lucida Console"/>
            </a:endParaRPr>
          </a:p>
          <a:p>
            <a:pPr marL="66040">
              <a:lnSpc>
                <a:spcPts val="675"/>
              </a:lnSpc>
            </a:pP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6.973657e-</a:t>
            </a:r>
            <a:r>
              <a:rPr dirty="0" sz="800" spc="-50">
                <a:solidFill>
                  <a:srgbClr val="007834"/>
                </a:solidFill>
                <a:latin typeface="Lucida Console"/>
                <a:cs typeface="Lucida Console"/>
              </a:rPr>
              <a:t>06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815"/>
              </a:lnSpc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diphtheria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58800" y="5009774"/>
            <a:ext cx="1637030" cy="233679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70300"/>
              </a:lnSpc>
              <a:spcBef>
                <a:spcPts val="385"/>
              </a:spcBef>
              <a:tabLst>
                <a:tab pos="979169" algn="l"/>
              </a:tabLst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adult_mortality</a:t>
            </a:r>
            <a:r>
              <a:rPr dirty="0" sz="8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6.973657e-</a:t>
            </a:r>
            <a:r>
              <a:rPr dirty="0" sz="800" spc="-95">
                <a:solidFill>
                  <a:srgbClr val="007834"/>
                </a:solidFill>
                <a:latin typeface="Lucida Console"/>
                <a:cs typeface="Lucida Console"/>
              </a:rPr>
              <a:t>06 </a:t>
            </a:r>
            <a:r>
              <a:rPr dirty="0" sz="800" spc="-65">
                <a:solidFill>
                  <a:srgbClr val="007834"/>
                </a:solidFill>
                <a:latin typeface="Lucida Console"/>
                <a:cs typeface="Lucida Console"/>
              </a:rPr>
              <a:t>under_five_deaths</a:t>
            </a:r>
            <a:r>
              <a:rPr dirty="0" sz="800" spc="3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6.655380e-</a:t>
            </a:r>
            <a:r>
              <a:rPr dirty="0" sz="800" spc="-110">
                <a:solidFill>
                  <a:srgbClr val="007834"/>
                </a:solidFill>
                <a:latin typeface="Lucida Console"/>
                <a:cs typeface="Lucida Console"/>
              </a:rPr>
              <a:t>02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58800" y="5190749"/>
            <a:ext cx="562610" cy="31940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ct val="70300"/>
              </a:lnSpc>
              <a:spcBef>
                <a:spcPts val="385"/>
              </a:spcBef>
            </a:pPr>
            <a:r>
              <a:rPr dirty="0" sz="800" spc="-10">
                <a:solidFill>
                  <a:srgbClr val="007834"/>
                </a:solidFill>
                <a:latin typeface="Lucida Console"/>
                <a:cs typeface="Lucida Console"/>
              </a:rPr>
              <a:t>measles polio </a:t>
            </a:r>
            <a:r>
              <a:rPr dirty="0" sz="800" spc="-75">
                <a:solidFill>
                  <a:srgbClr val="007834"/>
                </a:solidFill>
                <a:latin typeface="Lucida Console"/>
                <a:cs typeface="Lucida Console"/>
              </a:rPr>
              <a:t>diphtheria</a:t>
            </a:r>
            <a:endParaRPr sz="800">
              <a:latin typeface="Lucida Console"/>
              <a:cs typeface="Lucida Consol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25777" y="5190749"/>
            <a:ext cx="670560" cy="31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15"/>
              </a:lnSpc>
              <a:spcBef>
                <a:spcPts val="100"/>
              </a:spcBef>
            </a:pPr>
            <a:r>
              <a:rPr dirty="0" sz="800" spc="-70">
                <a:solidFill>
                  <a:srgbClr val="007834"/>
                </a:solidFill>
                <a:latin typeface="Lucida Console"/>
                <a:cs typeface="Lucida Console"/>
              </a:rPr>
              <a:t>9.899237e-</a:t>
            </a:r>
            <a:r>
              <a:rPr dirty="0" sz="800" spc="-50">
                <a:solidFill>
                  <a:srgbClr val="007834"/>
                </a:solidFill>
                <a:latin typeface="Lucida Console"/>
                <a:cs typeface="Lucida Console"/>
              </a:rPr>
              <a:t>01</a:t>
            </a:r>
            <a:endParaRPr sz="800">
              <a:latin typeface="Lucida Console"/>
              <a:cs typeface="Lucida Console"/>
            </a:endParaRPr>
          </a:p>
          <a:p>
            <a:pPr marL="12700">
              <a:lnSpc>
                <a:spcPts val="675"/>
              </a:lnSpc>
            </a:pP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0.000000e</a:t>
            </a:r>
            <a:r>
              <a:rPr dirty="0" sz="700" spc="-60">
                <a:solidFill>
                  <a:srgbClr val="007834"/>
                </a:solidFill>
                <a:latin typeface="Century Gothic"/>
                <a:cs typeface="Century Gothic"/>
              </a:rPr>
              <a:t>+</a:t>
            </a:r>
            <a:r>
              <a:rPr dirty="0" sz="800" spc="-60">
                <a:solidFill>
                  <a:srgbClr val="007834"/>
                </a:solidFill>
                <a:latin typeface="Lucida Console"/>
                <a:cs typeface="Lucida Console"/>
              </a:rPr>
              <a:t>00</a:t>
            </a:r>
            <a:endParaRPr sz="800">
              <a:latin typeface="Lucida Console"/>
              <a:cs typeface="Lucida Console"/>
            </a:endParaRPr>
          </a:p>
          <a:p>
            <a:pPr algn="r" marR="5080">
              <a:lnSpc>
                <a:spcPts val="815"/>
              </a:lnSpc>
            </a:pPr>
            <a:r>
              <a:rPr dirty="0" sz="8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8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204"/>
              <a:t>APA</a:t>
            </a:r>
            <a:r>
              <a:rPr dirty="0" spc="-145"/>
              <a:t> Format </a:t>
            </a:r>
            <a:r>
              <a:rPr dirty="0" spc="-95"/>
              <a:t>Reporting</a:t>
            </a:r>
            <a:r>
              <a:rPr dirty="0" spc="-145"/>
              <a:t> </a:t>
            </a:r>
            <a:r>
              <a:rPr dirty="0" spc="-105"/>
              <a:t>of</a:t>
            </a:r>
            <a:r>
              <a:rPr dirty="0" spc="-145"/>
              <a:t> </a:t>
            </a:r>
            <a:r>
              <a:rPr dirty="0" spc="-80"/>
              <a:t>Correlations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795019"/>
            <a:ext cx="211010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Sample</a:t>
            </a:r>
            <a:r>
              <a:rPr dirty="0" sz="1450" spc="4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1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Correlation</a:t>
            </a:r>
            <a:r>
              <a:rPr dirty="0" sz="1450" spc="4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450" spc="-20">
                <a:solidFill>
                  <a:srgbClr val="3F97B4"/>
                </a:solidFill>
                <a:latin typeface="Trebuchet MS"/>
                <a:cs typeface="Trebuchet MS"/>
                <a:hlinkClick r:id="rId2"/>
              </a:rPr>
              <a:t>Table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793" y="1282349"/>
            <a:ext cx="7021687" cy="364160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57949"/>
            <a:ext cx="8648700" cy="28575"/>
          </a:xfrm>
          <a:custGeom>
            <a:avLst/>
            <a:gdLst/>
            <a:ahLst/>
            <a:cxnLst/>
            <a:rect l="l" t="t" r="r" b="b"/>
            <a:pathLst>
              <a:path w="8648700" h="28575">
                <a:moveTo>
                  <a:pt x="0" y="0"/>
                </a:moveTo>
                <a:lnTo>
                  <a:pt x="8648699" y="0"/>
                </a:lnTo>
                <a:lnTo>
                  <a:pt x="8648699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3800474" y="4867274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1047749" y="9524"/>
                </a:moveTo>
                <a:lnTo>
                  <a:pt x="0" y="9524"/>
                </a:lnTo>
                <a:lnTo>
                  <a:pt x="0" y="0"/>
                </a:lnTo>
                <a:lnTo>
                  <a:pt x="1047749" y="0"/>
                </a:lnTo>
                <a:lnTo>
                  <a:pt x="10477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819524" y="1190624"/>
          <a:ext cx="1085850" cy="3651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/>
                <a:gridCol w="342900"/>
                <a:gridCol w="333375"/>
              </a:tblGrid>
              <a:tr h="318770"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558800" y="461644"/>
            <a:ext cx="4505960" cy="7023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80" b="1">
                <a:latin typeface="Trebuchet MS"/>
                <a:cs typeface="Trebuchet MS"/>
              </a:rPr>
              <a:t>Handling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70" b="1">
                <a:latin typeface="Trebuchet MS"/>
                <a:cs typeface="Trebuchet MS"/>
              </a:rPr>
              <a:t>missing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data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30" b="1">
                <a:latin typeface="Trebuchet MS"/>
                <a:cs typeface="Trebuchet MS"/>
              </a:rPr>
              <a:t>when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95" b="1">
                <a:latin typeface="Trebuchet MS"/>
                <a:cs typeface="Trebuchet MS"/>
              </a:rPr>
              <a:t>computing</a:t>
            </a:r>
            <a:r>
              <a:rPr dirty="0" sz="1450" spc="-9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correlations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</a:pPr>
            <a:r>
              <a:rPr dirty="0" sz="1450">
                <a:latin typeface="Trebuchet MS"/>
                <a:cs typeface="Trebuchet MS"/>
              </a:rPr>
              <a:t>Ob</a:t>
            </a:r>
            <a:r>
              <a:rPr dirty="0" u="sng" sz="145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served</a:t>
            </a:r>
            <a:r>
              <a:rPr dirty="0" u="sng" sz="1450" spc="7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Samp</a:t>
            </a:r>
            <a:r>
              <a:rPr dirty="0" u="none" sz="1450" spc="-10">
                <a:latin typeface="Trebuchet MS"/>
                <a:cs typeface="Trebuchet MS"/>
              </a:rPr>
              <a:t>le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771524" y="55435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5953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8800" y="5033644"/>
            <a:ext cx="6239510" cy="10547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0">
                <a:latin typeface="Trebuchet MS"/>
                <a:cs typeface="Trebuchet MS"/>
              </a:rPr>
              <a:t>There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two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ways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dealing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when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correlations</a:t>
            </a:r>
            <a:endParaRPr sz="1450">
              <a:latin typeface="Trebuchet MS"/>
              <a:cs typeface="Trebuchet MS"/>
            </a:endParaRPr>
          </a:p>
          <a:p>
            <a:pPr marL="393065" marR="4391025">
              <a:lnSpc>
                <a:spcPts val="3220"/>
              </a:lnSpc>
              <a:spcBef>
                <a:spcPts val="85"/>
              </a:spcBef>
            </a:pPr>
            <a:r>
              <a:rPr dirty="0" sz="1450" spc="-25" b="1">
                <a:latin typeface="Trebuchet MS"/>
                <a:cs typeface="Trebuchet MS"/>
              </a:rPr>
              <a:t>Listwise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deletion </a:t>
            </a:r>
            <a:r>
              <a:rPr dirty="0" sz="1450" spc="-35" b="1">
                <a:latin typeface="Trebuchet MS"/>
                <a:cs typeface="Trebuchet MS"/>
              </a:rPr>
              <a:t>Pairwise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20" b="1">
                <a:latin typeface="Trebuchet MS"/>
                <a:cs typeface="Trebuchet MS"/>
              </a:rPr>
              <a:t>deletion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809749" y="4962524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1047749" y="9524"/>
                </a:moveTo>
                <a:lnTo>
                  <a:pt x="0" y="9524"/>
                </a:lnTo>
                <a:lnTo>
                  <a:pt x="0" y="0"/>
                </a:lnTo>
                <a:lnTo>
                  <a:pt x="1047749" y="0"/>
                </a:lnTo>
                <a:lnTo>
                  <a:pt x="10477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1828799" y="1285874"/>
          <a:ext cx="1085850" cy="3651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/>
                <a:gridCol w="342900"/>
                <a:gridCol w="333375"/>
              </a:tblGrid>
              <a:tr h="31877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30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558800" y="394970"/>
            <a:ext cx="6848475" cy="86423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25" b="1">
                <a:latin typeface="Trebuchet MS"/>
                <a:cs typeface="Trebuchet MS"/>
              </a:rPr>
              <a:t>Listwise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deletion</a:t>
            </a:r>
            <a:r>
              <a:rPr dirty="0" sz="1450" spc="-40">
                <a:latin typeface="Trebuchet MS"/>
                <a:cs typeface="Trebuchet MS"/>
              </a:rPr>
              <a:t>: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any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row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missing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value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removed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and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correlations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computed.</a:t>
            </a:r>
            <a:endParaRPr sz="1450">
              <a:latin typeface="Trebuchet MS"/>
              <a:cs typeface="Trebuchet MS"/>
            </a:endParaRPr>
          </a:p>
          <a:p>
            <a:pPr marL="1049020">
              <a:lnSpc>
                <a:spcPct val="100000"/>
              </a:lnSpc>
              <a:spcBef>
                <a:spcPts val="1350"/>
              </a:spcBef>
              <a:tabLst>
                <a:tab pos="5018405" algn="l"/>
              </a:tabLst>
            </a:pPr>
            <a:r>
              <a:rPr dirty="0" sz="1450">
                <a:latin typeface="Trebuchet MS"/>
                <a:cs typeface="Trebuchet MS"/>
              </a:rPr>
              <a:t>Ob</a:t>
            </a:r>
            <a:r>
              <a:rPr dirty="0" u="sng" sz="145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served</a:t>
            </a:r>
            <a:r>
              <a:rPr dirty="0" u="sng" sz="1450" spc="7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Samp</a:t>
            </a:r>
            <a:r>
              <a:rPr dirty="0" u="none" sz="1450" spc="-10">
                <a:latin typeface="Trebuchet MS"/>
                <a:cs typeface="Trebuchet MS"/>
              </a:rPr>
              <a:t>le</a:t>
            </a:r>
            <a:r>
              <a:rPr dirty="0" u="none" sz="1450">
                <a:latin typeface="Trebuchet MS"/>
                <a:cs typeface="Trebuchet MS"/>
              </a:rPr>
              <a:t>	</a:t>
            </a:r>
            <a:r>
              <a:rPr dirty="0" u="none" sz="1450" spc="-10">
                <a:latin typeface="Trebuchet MS"/>
                <a:cs typeface="Trebuchet MS"/>
              </a:rPr>
              <a:t>An</a:t>
            </a:r>
            <a:r>
              <a:rPr dirty="0" u="sng" sz="1450" spc="-1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alytical</a:t>
            </a:r>
            <a:r>
              <a:rPr dirty="0" u="sng" sz="1450" spc="-7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Sam</a:t>
            </a:r>
            <a:r>
              <a:rPr dirty="0" u="none" sz="1450" spc="-10">
                <a:latin typeface="Trebuchet MS"/>
                <a:cs typeface="Trebuchet MS"/>
              </a:rPr>
              <a:t>ple</a:t>
            </a:r>
            <a:endParaRPr sz="1450">
              <a:latin typeface="Trebuchet MS"/>
              <a:cs typeface="Trebuchet MS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857874" y="1281112"/>
          <a:ext cx="981075" cy="134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314325"/>
                <a:gridCol w="295275"/>
              </a:tblGrid>
              <a:tr h="31877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809749" y="4962524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1047749" y="9524"/>
                </a:moveTo>
                <a:lnTo>
                  <a:pt x="0" y="9524"/>
                </a:lnTo>
                <a:lnTo>
                  <a:pt x="0" y="0"/>
                </a:lnTo>
                <a:lnTo>
                  <a:pt x="1047749" y="0"/>
                </a:lnTo>
                <a:lnTo>
                  <a:pt x="1047749" y="9524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828799" y="1285874"/>
          <a:ext cx="1085850" cy="3651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3375"/>
                <a:gridCol w="342900"/>
                <a:gridCol w="333375"/>
              </a:tblGrid>
              <a:tr h="31877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>
                          <a:latin typeface="Trebuchet MS"/>
                          <a:cs typeface="Trebuchet MS"/>
                        </a:rPr>
                        <a:t>NA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33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595387" y="1014094"/>
            <a:ext cx="148018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>
                <a:latin typeface="Trebuchet MS"/>
                <a:cs typeface="Trebuchet MS"/>
              </a:rPr>
              <a:t>Ob</a:t>
            </a:r>
            <a:r>
              <a:rPr dirty="0" u="sng" sz="145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served</a:t>
            </a:r>
            <a:r>
              <a:rPr dirty="0" u="sng" sz="1450" spc="7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Samp</a:t>
            </a:r>
            <a:r>
              <a:rPr dirty="0" u="none" sz="1450" spc="-10">
                <a:latin typeface="Trebuchet MS"/>
                <a:cs typeface="Trebuchet MS"/>
              </a:rPr>
              <a:t>le</a:t>
            </a:r>
            <a:endParaRPr sz="1450">
              <a:latin typeface="Trebuchet MS"/>
              <a:cs typeface="Trebuchet MS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6000749" y="4395787"/>
          <a:ext cx="70485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/>
                <a:gridCol w="314325"/>
              </a:tblGrid>
              <a:tr h="31877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</a:tr>
              <a:tr h="313690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067299" y="1504949"/>
          <a:ext cx="695325" cy="1678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165"/>
                <a:gridCol w="314325"/>
              </a:tblGrid>
              <a:tr h="31877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</a:tr>
              <a:tr h="33782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666666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4630142" y="1014094"/>
            <a:ext cx="1496695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13995" marR="5080" indent="-20193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Analytical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Sample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u="sng" sz="1450" spc="114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2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V1</a:t>
            </a:r>
            <a:r>
              <a:rPr dirty="0" u="sng" sz="1450" spc="-6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none" sz="1450" spc="-85">
                <a:latin typeface="Trebuchet MS"/>
                <a:cs typeface="Trebuchet MS"/>
              </a:rPr>
              <a:t> </a:t>
            </a:r>
            <a:r>
              <a:rPr dirty="0" u="none" sz="1450" spc="-25">
                <a:latin typeface="Trebuchet MS"/>
                <a:cs typeface="Trebuchet MS"/>
              </a:rPr>
              <a:t>V2</a:t>
            </a:r>
            <a:endParaRPr sz="1450">
              <a:latin typeface="Trebuchet MS"/>
              <a:cs typeface="Trebuchet MS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6943724" y="1500187"/>
          <a:ext cx="6858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314325"/>
              </a:tblGrid>
              <a:tr h="3187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25" b="1">
                          <a:latin typeface="Trebuchet MS"/>
                          <a:cs typeface="Trebuchet MS"/>
                        </a:rPr>
                        <a:t>V3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9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841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4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1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6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/>
                </a:tc>
              </a:tr>
              <a:tr h="313690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3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8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34925">
                    <a:solidFill>
                      <a:srgbClr val="EDEDED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2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50" spc="-50">
                          <a:latin typeface="Trebuchet MS"/>
                          <a:cs typeface="Trebuchet MS"/>
                        </a:rPr>
                        <a:t>5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 descr=""/>
          <p:cNvSpPr txBox="1"/>
          <p:nvPr/>
        </p:nvSpPr>
        <p:spPr>
          <a:xfrm>
            <a:off x="6499869" y="1014094"/>
            <a:ext cx="1496695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13995" marR="5080" indent="-20193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Analytical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Sample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u="sng" sz="1450" spc="10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12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V1</a:t>
            </a:r>
            <a:r>
              <a:rPr dirty="0" u="sng" sz="1450" spc="-6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none" sz="1450" spc="-70">
                <a:latin typeface="Trebuchet MS"/>
                <a:cs typeface="Trebuchet MS"/>
              </a:rPr>
              <a:t> </a:t>
            </a:r>
            <a:r>
              <a:rPr dirty="0" u="none" sz="1450" spc="-25">
                <a:latin typeface="Trebuchet MS"/>
                <a:cs typeface="Trebuchet MS"/>
              </a:rPr>
              <a:t>V3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65080" y="3909694"/>
            <a:ext cx="1496695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206375" marR="5080" indent="-194310">
              <a:lnSpc>
                <a:spcPts val="1730"/>
              </a:lnSpc>
              <a:spcBef>
                <a:spcPts val="155"/>
              </a:spcBef>
            </a:pPr>
            <a:r>
              <a:rPr dirty="0" sz="1450" spc="-10">
                <a:latin typeface="Trebuchet MS"/>
                <a:cs typeface="Trebuchet MS"/>
              </a:rPr>
              <a:t>Analytical</a:t>
            </a:r>
            <a:r>
              <a:rPr dirty="0" sz="1450" spc="-7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Sample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u="sng" sz="1450" spc="95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450" spc="-6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V2 </a:t>
            </a:r>
            <a:r>
              <a:rPr dirty="0" u="sng" sz="1450">
                <a:uFill>
                  <a:solidFill>
                    <a:srgbClr val="666666"/>
                  </a:solidFill>
                </a:uFill>
                <a:latin typeface="Trebuchet MS"/>
                <a:cs typeface="Trebuchet MS"/>
              </a:rPr>
              <a:t>and</a:t>
            </a:r>
            <a:r>
              <a:rPr dirty="0" u="none" sz="1450" spc="-70">
                <a:latin typeface="Trebuchet MS"/>
                <a:cs typeface="Trebuchet MS"/>
              </a:rPr>
              <a:t> </a:t>
            </a:r>
            <a:r>
              <a:rPr dirty="0" u="none" sz="1450" spc="-25">
                <a:latin typeface="Trebuchet MS"/>
                <a:cs typeface="Trebuchet MS"/>
              </a:rPr>
              <a:t>V3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58800" y="394970"/>
            <a:ext cx="7062470" cy="464184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730"/>
              </a:lnSpc>
              <a:spcBef>
                <a:spcPts val="155"/>
              </a:spcBef>
            </a:pPr>
            <a:r>
              <a:rPr dirty="0" sz="1450" spc="-35" b="1">
                <a:latin typeface="Trebuchet MS"/>
                <a:cs typeface="Trebuchet MS"/>
              </a:rPr>
              <a:t>Pairwise</a:t>
            </a:r>
            <a:r>
              <a:rPr dirty="0" sz="1450" spc="-75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deletion</a:t>
            </a:r>
            <a:r>
              <a:rPr dirty="0" sz="1450" spc="-40">
                <a:latin typeface="Trebuchet MS"/>
                <a:cs typeface="Trebuchet MS"/>
              </a:rPr>
              <a:t>: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rows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with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missing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removed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pair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variables,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the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computed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each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pair.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4287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2085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35528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42100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58800" y="461644"/>
            <a:ext cx="7125970" cy="45408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80" b="1">
                <a:latin typeface="Trebuchet MS"/>
                <a:cs typeface="Trebuchet MS"/>
              </a:rPr>
              <a:t>Handling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50" b="1">
                <a:latin typeface="Trebuchet MS"/>
                <a:cs typeface="Trebuchet MS"/>
              </a:rPr>
              <a:t>Missing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85" b="1">
                <a:latin typeface="Trebuchet MS"/>
                <a:cs typeface="Trebuchet MS"/>
              </a:rPr>
              <a:t>Data</a:t>
            </a:r>
            <a:r>
              <a:rPr dirty="0" sz="1450" spc="-95" b="1">
                <a:latin typeface="Trebuchet MS"/>
                <a:cs typeface="Trebuchet MS"/>
              </a:rPr>
              <a:t> </a:t>
            </a:r>
            <a:r>
              <a:rPr dirty="0" sz="1450" spc="-90" b="1">
                <a:latin typeface="Trebuchet MS"/>
                <a:cs typeface="Trebuchet MS"/>
              </a:rPr>
              <a:t>in </a:t>
            </a:r>
            <a:r>
              <a:rPr dirty="0" sz="1450" spc="-95" b="1">
                <a:latin typeface="Trebuchet MS"/>
                <a:cs typeface="Trebuchet MS"/>
              </a:rPr>
              <a:t>Correlation </a:t>
            </a:r>
            <a:r>
              <a:rPr dirty="0" sz="1450" spc="-10" b="1">
                <a:latin typeface="Trebuchet MS"/>
                <a:cs typeface="Trebuchet MS"/>
              </a:rPr>
              <a:t>Analysis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spc="-25" b="1">
                <a:latin typeface="Trebuchet MS"/>
                <a:cs typeface="Trebuchet MS"/>
              </a:rPr>
              <a:t>Listwise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Deletion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  <a:spcBef>
                <a:spcPts val="1410"/>
              </a:spcBef>
            </a:pPr>
            <a:r>
              <a:rPr dirty="0" sz="1450" spc="-20" b="1">
                <a:latin typeface="Trebuchet MS"/>
                <a:cs typeface="Trebuchet MS"/>
              </a:rPr>
              <a:t>Pro:</a:t>
            </a:r>
            <a:endParaRPr sz="1450">
              <a:latin typeface="Trebuchet MS"/>
              <a:cs typeface="Trebuchet MS"/>
            </a:endParaRPr>
          </a:p>
          <a:p>
            <a:pPr marL="393065" marR="289560">
              <a:lnSpc>
                <a:spcPts val="1730"/>
              </a:lnSpc>
              <a:spcBef>
                <a:spcPts val="60"/>
              </a:spcBef>
            </a:pPr>
            <a:r>
              <a:rPr dirty="0" sz="1450">
                <a:latin typeface="Trebuchet MS"/>
                <a:cs typeface="Trebuchet MS"/>
              </a:rPr>
              <a:t>All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correlations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are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calculated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using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same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complete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set</a:t>
            </a:r>
            <a:r>
              <a:rPr dirty="0" sz="1450" spc="-8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85" b="1">
                <a:latin typeface="Trebuchet MS"/>
                <a:cs typeface="Trebuchet MS"/>
              </a:rPr>
              <a:t> </a:t>
            </a:r>
            <a:r>
              <a:rPr dirty="0" sz="1450" spc="-30" b="1">
                <a:latin typeface="Trebuchet MS"/>
                <a:cs typeface="Trebuchet MS"/>
              </a:rPr>
              <a:t>cases</a:t>
            </a:r>
            <a:r>
              <a:rPr dirty="0" sz="1450" spc="-30">
                <a:latin typeface="Trebuchet MS"/>
                <a:cs typeface="Trebuchet MS"/>
              </a:rPr>
              <a:t>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ensuring </a:t>
            </a:r>
            <a:r>
              <a:rPr dirty="0" sz="1450">
                <a:latin typeface="Trebuchet MS"/>
                <a:cs typeface="Trebuchet MS"/>
              </a:rPr>
              <a:t>consistency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across</a:t>
            </a:r>
            <a:r>
              <a:rPr dirty="0" sz="1450" spc="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</a:t>
            </a:r>
            <a:r>
              <a:rPr dirty="0" sz="1450" spc="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pairs.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655"/>
              </a:lnSpc>
            </a:pPr>
            <a:r>
              <a:rPr dirty="0" sz="1450" spc="-20" b="1">
                <a:latin typeface="Trebuchet MS"/>
                <a:cs typeface="Trebuchet MS"/>
              </a:rPr>
              <a:t>Con:</a:t>
            </a:r>
            <a:endParaRPr sz="1450">
              <a:latin typeface="Trebuchet MS"/>
              <a:cs typeface="Trebuchet MS"/>
            </a:endParaRPr>
          </a:p>
          <a:p>
            <a:pPr marL="393065" marR="20320">
              <a:lnSpc>
                <a:spcPts val="1730"/>
              </a:lnSpc>
              <a:spcBef>
                <a:spcPts val="55"/>
              </a:spcBef>
            </a:pP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substantially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55" b="1">
                <a:latin typeface="Trebuchet MS"/>
                <a:cs typeface="Trebuchet MS"/>
              </a:rPr>
              <a:t>reduce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sample</a:t>
            </a:r>
            <a:r>
              <a:rPr dirty="0" sz="1450" spc="-45" b="1">
                <a:latin typeface="Trebuchet MS"/>
                <a:cs typeface="Trebuchet MS"/>
              </a:rPr>
              <a:t> </a:t>
            </a:r>
            <a:r>
              <a:rPr dirty="0" sz="1450" spc="-75" b="1">
                <a:latin typeface="Trebuchet MS"/>
                <a:cs typeface="Trebuchet MS"/>
              </a:rPr>
              <a:t>size</a:t>
            </a:r>
            <a:r>
              <a:rPr dirty="0" sz="1450" spc="-75">
                <a:latin typeface="Trebuchet MS"/>
                <a:cs typeface="Trebuchet MS"/>
              </a:rPr>
              <a:t>,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especially when multiple variables </a:t>
            </a:r>
            <a:r>
              <a:rPr dirty="0" sz="1450" spc="-10">
                <a:latin typeface="Trebuchet MS"/>
                <a:cs typeface="Trebuchet MS"/>
              </a:rPr>
              <a:t>contain </a:t>
            </a:r>
            <a:r>
              <a:rPr dirty="0" sz="1450">
                <a:latin typeface="Trebuchet MS"/>
                <a:cs typeface="Trebuchet MS"/>
              </a:rPr>
              <a:t>missing</a:t>
            </a:r>
            <a:r>
              <a:rPr dirty="0" sz="1450" spc="16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values.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664"/>
              </a:lnSpc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loss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decrease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statistical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power.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35" b="1">
                <a:latin typeface="Trebuchet MS"/>
                <a:cs typeface="Trebuchet MS"/>
              </a:rPr>
              <a:t>Pairwise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Deletion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730"/>
              </a:lnSpc>
              <a:spcBef>
                <a:spcPts val="1485"/>
              </a:spcBef>
            </a:pPr>
            <a:r>
              <a:rPr dirty="0" sz="1450" spc="-20" b="1">
                <a:latin typeface="Trebuchet MS"/>
                <a:cs typeface="Trebuchet MS"/>
              </a:rPr>
              <a:t>Pro:</a:t>
            </a:r>
            <a:endParaRPr sz="1450">
              <a:latin typeface="Trebuchet MS"/>
              <a:cs typeface="Trebuchet MS"/>
            </a:endParaRPr>
          </a:p>
          <a:p>
            <a:pPr marL="393065" marR="5080">
              <a:lnSpc>
                <a:spcPts val="1730"/>
              </a:lnSpc>
              <a:spcBef>
                <a:spcPts val="60"/>
              </a:spcBef>
            </a:pPr>
            <a:r>
              <a:rPr dirty="0" sz="1450">
                <a:latin typeface="Trebuchet MS"/>
                <a:cs typeface="Trebuchet MS"/>
              </a:rPr>
              <a:t>Uses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all available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 for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each variable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 spc="-65">
                <a:latin typeface="Trebuchet MS"/>
                <a:cs typeface="Trebuchet MS"/>
              </a:rPr>
              <a:t>pair,</a:t>
            </a:r>
            <a:r>
              <a:rPr dirty="0" sz="1450">
                <a:latin typeface="Trebuchet MS"/>
                <a:cs typeface="Trebuchet MS"/>
              </a:rPr>
              <a:t> preserving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 many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observations </a:t>
            </a:r>
            <a:r>
              <a:rPr dirty="0" sz="1450" spc="-25">
                <a:latin typeface="Trebuchet MS"/>
                <a:cs typeface="Trebuchet MS"/>
              </a:rPr>
              <a:t>as </a:t>
            </a:r>
            <a:r>
              <a:rPr dirty="0" sz="1450">
                <a:latin typeface="Trebuchet MS"/>
                <a:cs typeface="Trebuchet MS"/>
              </a:rPr>
              <a:t>possible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for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-10">
                <a:latin typeface="Trebuchet MS"/>
                <a:cs typeface="Trebuchet MS"/>
              </a:rPr>
              <a:t> calculations,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thereby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minimizing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data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loss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655"/>
              </a:lnSpc>
            </a:pPr>
            <a:r>
              <a:rPr dirty="0" sz="1450" spc="-20" b="1">
                <a:latin typeface="Trebuchet MS"/>
                <a:cs typeface="Trebuchet MS"/>
              </a:rPr>
              <a:t>Con:</a:t>
            </a:r>
            <a:endParaRPr sz="1450">
              <a:latin typeface="Trebuchet MS"/>
              <a:cs typeface="Trebuchet MS"/>
            </a:endParaRPr>
          </a:p>
          <a:p>
            <a:pPr marL="393065" marR="191770">
              <a:lnSpc>
                <a:spcPts val="1730"/>
              </a:lnSpc>
              <a:spcBef>
                <a:spcPts val="60"/>
              </a:spcBef>
            </a:pPr>
            <a:r>
              <a:rPr dirty="0" sz="1450" spc="-20">
                <a:latin typeface="Trebuchet MS"/>
                <a:cs typeface="Trebuchet MS"/>
              </a:rPr>
              <a:t>Different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-20">
                <a:latin typeface="Trebuchet MS"/>
                <a:cs typeface="Trebuchet MS"/>
              </a:rPr>
              <a:t> rely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15">
                <a:latin typeface="Trebuchet MS"/>
                <a:cs typeface="Trebuchet MS"/>
              </a:rPr>
              <a:t> </a:t>
            </a:r>
            <a:r>
              <a:rPr dirty="0" sz="1450" spc="-40" b="1">
                <a:latin typeface="Trebuchet MS"/>
                <a:cs typeface="Trebuchet MS"/>
              </a:rPr>
              <a:t>different</a:t>
            </a:r>
            <a:r>
              <a:rPr dirty="0" sz="1450" spc="-70" b="1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subsets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of</a:t>
            </a:r>
            <a:r>
              <a:rPr dirty="0" sz="1450" spc="-65" b="1">
                <a:latin typeface="Trebuchet MS"/>
                <a:cs typeface="Trebuchet MS"/>
              </a:rPr>
              <a:t> </a:t>
            </a:r>
            <a:r>
              <a:rPr dirty="0" sz="1450" spc="-25" b="1">
                <a:latin typeface="Trebuchet MS"/>
                <a:cs typeface="Trebuchet MS"/>
              </a:rPr>
              <a:t>observations</a:t>
            </a:r>
            <a:r>
              <a:rPr dirty="0" sz="1450" spc="-25">
                <a:latin typeface="Trebuchet MS"/>
                <a:cs typeface="Trebuchet MS"/>
              </a:rPr>
              <a:t>, </a:t>
            </a:r>
            <a:r>
              <a:rPr dirty="0" sz="1450">
                <a:latin typeface="Trebuchet MS"/>
                <a:cs typeface="Trebuchet MS"/>
              </a:rPr>
              <a:t>leading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35">
                <a:latin typeface="Trebuchet MS"/>
                <a:cs typeface="Trebuchet MS"/>
              </a:rPr>
              <a:t>to </a:t>
            </a:r>
            <a:r>
              <a:rPr dirty="0" sz="1450">
                <a:latin typeface="Trebuchet MS"/>
                <a:cs typeface="Trebuchet MS"/>
              </a:rPr>
              <a:t>inconsistency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across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correlation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matrix.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ts val="1664"/>
              </a:lnSpc>
            </a:pPr>
            <a:r>
              <a:rPr dirty="0" sz="1450">
                <a:latin typeface="Trebuchet MS"/>
                <a:cs typeface="Trebuchet MS"/>
              </a:rPr>
              <a:t>Results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may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also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be</a:t>
            </a:r>
            <a:r>
              <a:rPr dirty="0" sz="1450" spc="25">
                <a:latin typeface="Trebuchet MS"/>
                <a:cs typeface="Trebuchet MS"/>
              </a:rPr>
              <a:t> </a:t>
            </a:r>
            <a:r>
              <a:rPr dirty="0" sz="1450" b="1">
                <a:latin typeface="Trebuchet MS"/>
                <a:cs typeface="Trebuchet MS"/>
              </a:rPr>
              <a:t>biased</a:t>
            </a:r>
            <a:r>
              <a:rPr dirty="0" sz="1450" spc="30" b="1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if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missingness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is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random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(not</a:t>
            </a:r>
            <a:r>
              <a:rPr dirty="0" sz="1450" spc="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MCAR).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34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71524" y="13239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1524" y="17430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1524" y="21621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1524" y="2800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1524" y="32194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8800" y="394970"/>
            <a:ext cx="7105650" cy="29648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60" b="1">
                <a:latin typeface="Trebuchet MS"/>
                <a:cs typeface="Trebuchet MS"/>
              </a:rPr>
              <a:t>Example:</a:t>
            </a:r>
            <a:r>
              <a:rPr dirty="0" sz="1450" spc="-55" b="1">
                <a:latin typeface="Trebuchet MS"/>
                <a:cs typeface="Trebuchet MS"/>
              </a:rPr>
              <a:t> Life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45" b="1">
                <a:latin typeface="Trebuchet MS"/>
                <a:cs typeface="Trebuchet MS"/>
              </a:rPr>
              <a:t>Expectancy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dataset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50">
                <a:latin typeface="Trebuchet MS"/>
                <a:cs typeface="Trebuchet MS"/>
              </a:rPr>
              <a:t>Suppose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we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select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following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40">
                <a:latin typeface="Trebuchet MS"/>
                <a:cs typeface="Trebuchet MS"/>
              </a:rPr>
              <a:t>five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variables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from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5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life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expectancy</a:t>
            </a:r>
            <a:r>
              <a:rPr dirty="0" sz="1450" spc="-5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dataset: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60"/>
              </a:spcBef>
            </a:pP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life_expectancy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life </a:t>
            </a:r>
            <a:r>
              <a:rPr dirty="0" sz="1450" spc="-10">
                <a:latin typeface="Trebuchet MS"/>
                <a:cs typeface="Trebuchet MS"/>
              </a:rPr>
              <a:t>expectancy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age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20"/>
              </a:spcBef>
            </a:pPr>
            <a:r>
              <a:rPr dirty="0" sz="1650" spc="-160">
                <a:solidFill>
                  <a:srgbClr val="007834"/>
                </a:solidFill>
                <a:latin typeface="Lucida Console"/>
                <a:cs typeface="Lucida Console"/>
              </a:rPr>
              <a:t>bmi</a:t>
            </a:r>
            <a:r>
              <a:rPr dirty="0" sz="1450" spc="-160">
                <a:latin typeface="Trebuchet MS"/>
                <a:cs typeface="Trebuchet MS"/>
              </a:rPr>
              <a:t>: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average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Body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60">
                <a:latin typeface="Trebuchet MS"/>
                <a:cs typeface="Trebuchet MS"/>
              </a:rPr>
              <a:t>Mass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Index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entire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population</a:t>
            </a:r>
            <a:endParaRPr sz="1450">
              <a:latin typeface="Trebuchet MS"/>
              <a:cs typeface="Trebuchet MS"/>
            </a:endParaRPr>
          </a:p>
          <a:p>
            <a:pPr marL="393065" marR="289560">
              <a:lnSpc>
                <a:spcPct val="101000"/>
              </a:lnSpc>
              <a:spcBef>
                <a:spcPts val="1300"/>
              </a:spcBef>
            </a:pP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percentage_expenditure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Expenditure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55">
                <a:latin typeface="Trebuchet MS"/>
                <a:cs typeface="Trebuchet MS"/>
              </a:rPr>
              <a:t>on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health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as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percentage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Gross </a:t>
            </a:r>
            <a:r>
              <a:rPr dirty="0" sz="1450">
                <a:latin typeface="Trebuchet MS"/>
                <a:cs typeface="Trebuchet MS"/>
              </a:rPr>
              <a:t>Domestic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Product</a:t>
            </a:r>
            <a:r>
              <a:rPr dirty="0" sz="1450" spc="-2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-2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capita(%)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285"/>
              </a:spcBef>
            </a:pPr>
            <a:r>
              <a:rPr dirty="0" sz="1650" spc="-160">
                <a:solidFill>
                  <a:srgbClr val="007834"/>
                </a:solidFill>
                <a:latin typeface="Lucida Console"/>
                <a:cs typeface="Lucida Console"/>
              </a:rPr>
              <a:t>gdp</a:t>
            </a:r>
            <a:r>
              <a:rPr dirty="0" sz="1450" spc="-160">
                <a:latin typeface="Trebuchet MS"/>
                <a:cs typeface="Trebuchet MS"/>
              </a:rPr>
              <a:t>: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Gross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Domestic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Product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per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capita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(in</a:t>
            </a:r>
            <a:r>
              <a:rPr dirty="0" sz="1450" spc="-3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USD)</a:t>
            </a:r>
            <a:endParaRPr sz="1450">
              <a:latin typeface="Trebuchet MS"/>
              <a:cs typeface="Trebuchet MS"/>
            </a:endParaRPr>
          </a:p>
          <a:p>
            <a:pPr marL="393065">
              <a:lnSpc>
                <a:spcPct val="100000"/>
              </a:lnSpc>
              <a:spcBef>
                <a:spcPts val="1320"/>
              </a:spcBef>
            </a:pPr>
            <a:r>
              <a:rPr dirty="0" sz="1650" spc="-150">
                <a:solidFill>
                  <a:srgbClr val="007834"/>
                </a:solidFill>
                <a:latin typeface="Lucida Console"/>
                <a:cs typeface="Lucida Console"/>
              </a:rPr>
              <a:t>hepatitis_b</a:t>
            </a:r>
            <a:r>
              <a:rPr dirty="0" sz="1450" spc="-150">
                <a:latin typeface="Trebuchet MS"/>
                <a:cs typeface="Trebuchet MS"/>
              </a:rPr>
              <a:t>: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Hepatitis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(HepB)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immunization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coverage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among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 spc="-70">
                <a:latin typeface="Trebuchet MS"/>
                <a:cs typeface="Trebuchet MS"/>
              </a:rPr>
              <a:t>1-</a:t>
            </a:r>
            <a:r>
              <a:rPr dirty="0" sz="1450" spc="-10">
                <a:latin typeface="Trebuchet MS"/>
                <a:cs typeface="Trebuchet MS"/>
              </a:rPr>
              <a:t>year-</a:t>
            </a:r>
            <a:r>
              <a:rPr dirty="0" sz="1450">
                <a:latin typeface="Trebuchet MS"/>
                <a:cs typeface="Trebuchet MS"/>
              </a:rPr>
              <a:t>olds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25">
                <a:latin typeface="Trebuchet MS"/>
                <a:cs typeface="Trebuchet MS"/>
              </a:rPr>
              <a:t>(%)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34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5"/>
              <a:t>Working</a:t>
            </a:r>
            <a:r>
              <a:rPr dirty="0" spc="-155"/>
              <a:t> </a:t>
            </a:r>
            <a:r>
              <a:rPr dirty="0" spc="-135"/>
              <a:t>with</a:t>
            </a:r>
            <a:r>
              <a:rPr dirty="0" spc="-150"/>
              <a:t> </a:t>
            </a:r>
            <a:r>
              <a:rPr dirty="0" sz="2850" spc="-160">
                <a:solidFill>
                  <a:srgbClr val="007834"/>
                </a:solidFill>
                <a:latin typeface="Lucida Console"/>
                <a:cs typeface="Lucida Console"/>
              </a:rPr>
              <a:t>cor()</a:t>
            </a:r>
            <a:r>
              <a:rPr dirty="0" sz="2850" spc="-108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pc="-70"/>
              <a:t>function</a:t>
            </a:r>
            <a:endParaRPr sz="2850">
              <a:latin typeface="Lucida Console"/>
              <a:cs typeface="Lucida Console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34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71499" y="790574"/>
            <a:ext cx="7505700" cy="124777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78105" rIns="0" bIns="0" rtlCol="0" vert="horz">
            <a:spAutoFit/>
          </a:bodyPr>
          <a:lstStyle/>
          <a:p>
            <a:pPr marL="1106170" marR="2065655" indent="-1044575">
              <a:lnSpc>
                <a:spcPct val="67700"/>
              </a:lnSpc>
              <a:spcBef>
                <a:spcPts val="615"/>
              </a:spcBef>
              <a:tabLst>
                <a:tab pos="1628139" algn="l"/>
              </a:tabLst>
            </a:pP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d</a:t>
            </a:r>
            <a:r>
              <a:rPr dirty="0" sz="1100" spc="-16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read.csv(file</a:t>
            </a: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5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here(</a:t>
            </a:r>
            <a:r>
              <a:rPr dirty="0" sz="1100" spc="-85">
                <a:solidFill>
                  <a:srgbClr val="DD1144"/>
                </a:solidFill>
                <a:latin typeface="Lucida Console"/>
                <a:cs typeface="Lucida Console"/>
              </a:rPr>
              <a:t>'./resources/datasets/life_expectancy.csv'</a:t>
            </a: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), header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2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000" spc="-10">
                <a:solidFill>
                  <a:srgbClr val="008080"/>
                </a:solidFill>
                <a:latin typeface="Courier New"/>
                <a:cs typeface="Courier New"/>
              </a:rPr>
              <a:t>TRUE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509"/>
              </a:spcBef>
            </a:pP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d_sub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d[,c(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'life_expectancy'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'bmi'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'percentage_expenditure'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'gdp'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,</a:t>
            </a:r>
            <a:r>
              <a:rPr dirty="0" sz="1100" spc="-75">
                <a:solidFill>
                  <a:srgbClr val="DD1144"/>
                </a:solidFill>
                <a:latin typeface="Lucida Console"/>
                <a:cs typeface="Lucida Console"/>
              </a:rPr>
              <a:t>'hepatitis_b'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)]</a:t>
            </a:r>
            <a:endParaRPr sz="1100">
              <a:latin typeface="Lucida Console"/>
              <a:cs typeface="Lucida Console"/>
            </a:endParaRPr>
          </a:p>
          <a:p>
            <a:pPr marL="61594" marR="5571490">
              <a:lnSpc>
                <a:spcPct val="142400"/>
              </a:lnSpc>
              <a:spcBef>
                <a:spcPts val="875"/>
              </a:spcBef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333333"/>
                </a:solidFill>
                <a:latin typeface="Lucida Console"/>
                <a:cs typeface="Lucida Console"/>
              </a:rPr>
              <a:t>cor(x</a:t>
            </a:r>
            <a:r>
              <a:rPr dirty="0" sz="1100" spc="-7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3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d_sub) 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round(my.corr,</a:t>
            </a:r>
            <a:r>
              <a:rPr dirty="0" sz="1000" spc="-2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274154" y="2103152"/>
            <a:ext cx="3456304" cy="1955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80">
                <a:solidFill>
                  <a:srgbClr val="007834"/>
                </a:solidFill>
                <a:latin typeface="Lucida Console"/>
                <a:cs typeface="Lucida Console"/>
              </a:rPr>
              <a:t>life_expectancy</a:t>
            </a:r>
            <a:r>
              <a:rPr dirty="0" sz="1100" spc="-4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bmi</a:t>
            </a:r>
            <a:r>
              <a:rPr dirty="0" sz="1100" spc="-3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percentage_expenditure</a:t>
            </a:r>
            <a:r>
              <a:rPr dirty="0" sz="1100" spc="-3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gdp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58800" y="2236502"/>
            <a:ext cx="1666239" cy="69088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27050">
              <a:lnSpc>
                <a:spcPct val="73900"/>
              </a:lnSpc>
              <a:spcBef>
                <a:spcPts val="459"/>
              </a:spcBef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life_expectancy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bmi</a:t>
            </a:r>
            <a:endParaRPr sz="1100">
              <a:latin typeface="Lucida Console"/>
              <a:cs typeface="Lucida Console"/>
            </a:endParaRPr>
          </a:p>
          <a:p>
            <a:pPr marL="12700" marR="5080">
              <a:lnSpc>
                <a:spcPct val="73900"/>
              </a:lnSpc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percentage_expenditure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gdp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975"/>
              </a:lnSpc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hepatitis_b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108217" y="2236502"/>
            <a:ext cx="622300" cy="6908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r" marR="5080">
              <a:lnSpc>
                <a:spcPts val="1150"/>
              </a:lnSpc>
              <a:spcBef>
                <a:spcPts val="115"/>
              </a:spcBef>
              <a:tabLst>
                <a:tab pos="447040" algn="l"/>
              </a:tabLst>
            </a:pP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0.04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297815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447040" algn="l"/>
              </a:tabLst>
            </a:pP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1.00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372745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1145"/>
              </a:lnSpc>
              <a:tabLst>
                <a:tab pos="297815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274154" y="2236502"/>
            <a:ext cx="1442720" cy="143383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r" marR="5080">
              <a:lnSpc>
                <a:spcPts val="1150"/>
              </a:lnSpc>
              <a:spcBef>
                <a:spcPts val="115"/>
              </a:spcBef>
              <a:tabLst>
                <a:tab pos="447040" algn="l"/>
              </a:tabLst>
            </a:pP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1.00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372745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447040" algn="l"/>
              </a:tabLst>
            </a:pPr>
            <a:r>
              <a:rPr dirty="0" sz="1100" spc="-20">
                <a:solidFill>
                  <a:srgbClr val="007834"/>
                </a:solidFill>
                <a:latin typeface="Lucida Console"/>
                <a:cs typeface="Lucida Console"/>
              </a:rPr>
              <a:t>0.04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297815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  <a:p>
            <a:pPr algn="r" marR="5080">
              <a:lnSpc>
                <a:spcPts val="975"/>
              </a:lnSpc>
              <a:tabLst>
                <a:tab pos="297815" algn="l"/>
              </a:tabLst>
            </a:pP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r>
              <a:rPr dirty="0" sz="1100">
                <a:solidFill>
                  <a:srgbClr val="007834"/>
                </a:solidFill>
                <a:latin typeface="Lucida Console"/>
                <a:cs typeface="Lucida Console"/>
              </a:rPr>
              <a:t>	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NA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975"/>
              </a:lnSpc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hepatitis_b</a:t>
            </a:r>
            <a:endParaRPr sz="1100">
              <a:latin typeface="Lucida Console"/>
              <a:cs typeface="Lucida Console"/>
            </a:endParaRPr>
          </a:p>
          <a:p>
            <a:pPr algn="just" marL="683895" marR="601345">
              <a:lnSpc>
                <a:spcPct val="73900"/>
              </a:lnSpc>
              <a:spcBef>
                <a:spcPts val="170"/>
              </a:spcBef>
            </a:pPr>
            <a:r>
              <a:rPr dirty="0" sz="1100" spc="-100">
                <a:solidFill>
                  <a:srgbClr val="007834"/>
                </a:solidFill>
                <a:latin typeface="Lucida Console"/>
                <a:cs typeface="Lucida Console"/>
              </a:rPr>
              <a:t>NA NA NA NA </a:t>
            </a:r>
            <a:r>
              <a:rPr dirty="0" sz="1100" spc="-50">
                <a:solidFill>
                  <a:srgbClr val="007834"/>
                </a:solidFill>
                <a:latin typeface="Lucida Console"/>
                <a:cs typeface="Lucida Console"/>
              </a:rPr>
              <a:t>1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8800" y="2979452"/>
            <a:ext cx="1666239" cy="69088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27050">
              <a:lnSpc>
                <a:spcPct val="73900"/>
              </a:lnSpc>
              <a:spcBef>
                <a:spcPts val="459"/>
              </a:spcBef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life_expectancy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bmi</a:t>
            </a:r>
            <a:endParaRPr sz="1100">
              <a:latin typeface="Lucida Console"/>
              <a:cs typeface="Lucida Console"/>
            </a:endParaRPr>
          </a:p>
          <a:p>
            <a:pPr marL="12700" marR="5080">
              <a:lnSpc>
                <a:spcPct val="73900"/>
              </a:lnSpc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percentage_expenditure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gdp</a:t>
            </a:r>
            <a:endParaRPr sz="1100">
              <a:latin typeface="Lucida Console"/>
              <a:cs typeface="Lucida Console"/>
            </a:endParaRPr>
          </a:p>
          <a:p>
            <a:pPr marL="12700">
              <a:lnSpc>
                <a:spcPts val="975"/>
              </a:lnSpc>
            </a:pPr>
            <a:r>
              <a:rPr dirty="0" sz="1100" spc="-10">
                <a:solidFill>
                  <a:srgbClr val="007834"/>
                </a:solidFill>
                <a:latin typeface="Lucida Console"/>
                <a:cs typeface="Lucida Console"/>
              </a:rPr>
              <a:t>hepatitis_b</a:t>
            </a:r>
            <a:endParaRPr sz="11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8800" y="379083"/>
            <a:ext cx="7406640" cy="499109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</a:pPr>
            <a:r>
              <a:rPr dirty="0" sz="1450">
                <a:solidFill>
                  <a:srgbClr val="000000"/>
                </a:solidFill>
              </a:rPr>
              <a:t>If</a:t>
            </a:r>
            <a:r>
              <a:rPr dirty="0" sz="1450" spc="-1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your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dataset</a:t>
            </a:r>
            <a:r>
              <a:rPr dirty="0" sz="1450" spc="-1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contains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missing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values, </a:t>
            </a:r>
            <a:r>
              <a:rPr dirty="0" sz="1450">
                <a:solidFill>
                  <a:srgbClr val="000000"/>
                </a:solidFill>
              </a:rPr>
              <a:t>you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must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specify</a:t>
            </a:r>
            <a:r>
              <a:rPr dirty="0" sz="1450" spc="-1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how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cor()</a:t>
            </a:r>
            <a:r>
              <a:rPr dirty="0" sz="1650" spc="-56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solidFill>
                  <a:srgbClr val="000000"/>
                </a:solidFill>
              </a:rPr>
              <a:t>function</a:t>
            </a:r>
            <a:r>
              <a:rPr dirty="0" sz="1450" spc="-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should </a:t>
            </a:r>
            <a:r>
              <a:rPr dirty="0" sz="1450">
                <a:solidFill>
                  <a:srgbClr val="000000"/>
                </a:solidFill>
              </a:rPr>
              <a:t>handle</a:t>
            </a:r>
            <a:r>
              <a:rPr dirty="0" sz="1450" spc="20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them</a:t>
            </a:r>
            <a:r>
              <a:rPr dirty="0" sz="1450" spc="2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when</a:t>
            </a:r>
            <a:r>
              <a:rPr dirty="0" sz="1450" spc="25">
                <a:solidFill>
                  <a:srgbClr val="000000"/>
                </a:solidFill>
              </a:rPr>
              <a:t> </a:t>
            </a:r>
            <a:r>
              <a:rPr dirty="0" sz="1450">
                <a:solidFill>
                  <a:srgbClr val="000000"/>
                </a:solidFill>
              </a:rPr>
              <a:t>computing</a:t>
            </a:r>
            <a:r>
              <a:rPr dirty="0" sz="1450" spc="25">
                <a:solidFill>
                  <a:srgbClr val="000000"/>
                </a:solidFill>
              </a:rPr>
              <a:t> </a:t>
            </a:r>
            <a:r>
              <a:rPr dirty="0" sz="1450" spc="-10">
                <a:solidFill>
                  <a:srgbClr val="000000"/>
                </a:solidFill>
              </a:rPr>
              <a:t>correlations.</a:t>
            </a:r>
            <a:endParaRPr sz="1450">
              <a:latin typeface="Lucida Console"/>
              <a:cs typeface="Lucida Console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34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58800" y="1033144"/>
            <a:ext cx="1450975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25" b="1">
                <a:latin typeface="Trebuchet MS"/>
                <a:cs typeface="Trebuchet MS"/>
              </a:rPr>
              <a:t>Listwise</a:t>
            </a:r>
            <a:r>
              <a:rPr dirty="0" sz="1450" spc="-4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deletion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71499" y="1466849"/>
            <a:ext cx="7505700" cy="619125"/>
          </a:xfrm>
          <a:prstGeom prst="rect">
            <a:avLst/>
          </a:prstGeom>
          <a:solidFill>
            <a:srgbClr val="F7F7F7"/>
          </a:solidFill>
        </p:spPr>
        <p:txBody>
          <a:bodyPr wrap="square" lIns="0" tIns="9525" rIns="0" bIns="0" rtlCol="0" vert="horz">
            <a:spAutoFit/>
          </a:bodyPr>
          <a:lstStyle/>
          <a:p>
            <a:pPr marL="61594">
              <a:lnSpc>
                <a:spcPts val="1205"/>
              </a:lnSpc>
              <a:spcBef>
                <a:spcPts val="75"/>
              </a:spcBef>
              <a:tabLst>
                <a:tab pos="1478915" algn="l"/>
              </a:tabLst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2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cor(x</a:t>
            </a: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d_sub,</a:t>
            </a:r>
            <a:endParaRPr sz="1100">
              <a:latin typeface="Lucida Console"/>
              <a:cs typeface="Lucida Console"/>
            </a:endParaRPr>
          </a:p>
          <a:p>
            <a:pPr marL="1180465">
              <a:lnSpc>
                <a:spcPts val="1205"/>
              </a:lnSpc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use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3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DD1144"/>
                </a:solidFill>
                <a:latin typeface="Lucida Console"/>
                <a:cs typeface="Lucida Console"/>
              </a:rPr>
              <a:t>'complete'</a:t>
            </a:r>
            <a:r>
              <a:rPr dirty="0" sz="1100" spc="-65">
                <a:solidFill>
                  <a:srgbClr val="DD1144"/>
                </a:solidFill>
                <a:latin typeface="Lucida Console"/>
                <a:cs typeface="Lucida Console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610"/>
              </a:spcBef>
            </a:pP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round(my.corr,</a:t>
            </a:r>
            <a:r>
              <a:rPr dirty="0" sz="1000" spc="-2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39750" y="2203682"/>
          <a:ext cx="5509895" cy="149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0055"/>
                <a:gridCol w="1193800"/>
                <a:gridCol w="373380"/>
                <a:gridCol w="1715769"/>
                <a:gridCol w="442595"/>
              </a:tblGrid>
              <a:tr h="125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0.06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0.37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910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ts val="100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  <a:p>
                      <a:pPr marL="31750">
                        <a:lnSpc>
                          <a:spcPts val="1190"/>
                        </a:lnSpc>
                        <a:spcBef>
                          <a:spcPts val="630"/>
                        </a:spcBef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3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  <a:p>
                      <a:pPr algn="r" marR="327660">
                        <a:lnSpc>
                          <a:spcPts val="975"/>
                        </a:lnSpc>
                      </a:pPr>
                      <a:r>
                        <a:rPr dirty="0" sz="11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  <a:p>
                      <a:pPr algn="r" marR="327660">
                        <a:lnSpc>
                          <a:spcPts val="1019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100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100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00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0.19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 marL="31750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9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558800" y="3836658"/>
            <a:ext cx="6935470" cy="89916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</a:pPr>
            <a:r>
              <a:rPr dirty="0" sz="1450" spc="-40">
                <a:latin typeface="Trebuchet MS"/>
                <a:cs typeface="Trebuchet MS"/>
              </a:rPr>
              <a:t>However,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cor()</a:t>
            </a:r>
            <a:r>
              <a:rPr dirty="0" sz="1650" spc="-56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Trebuchet MS"/>
                <a:cs typeface="Trebuchet MS"/>
              </a:rPr>
              <a:t>does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not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number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observations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retained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after</a:t>
            </a:r>
            <a:r>
              <a:rPr dirty="0" sz="1450" spc="-10">
                <a:latin typeface="Trebuchet MS"/>
                <a:cs typeface="Trebuchet MS"/>
              </a:rPr>
              <a:t> listwise deletion.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450" spc="-65">
                <a:latin typeface="Trebuchet MS"/>
                <a:cs typeface="Trebuchet MS"/>
              </a:rPr>
              <a:t>To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see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how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many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observations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25">
                <a:latin typeface="Trebuchet MS"/>
                <a:cs typeface="Trebuchet MS"/>
              </a:rPr>
              <a:t>were</a:t>
            </a:r>
            <a:r>
              <a:rPr dirty="0" sz="1450" spc="1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actually</a:t>
            </a:r>
            <a:r>
              <a:rPr dirty="0" sz="1450" spc="1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used: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1499" y="4924424"/>
            <a:ext cx="7505700" cy="2476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22225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175"/>
              </a:spcBef>
            </a:pPr>
            <a:r>
              <a:rPr dirty="0" sz="1100" spc="-40">
                <a:solidFill>
                  <a:srgbClr val="333333"/>
                </a:solidFill>
                <a:latin typeface="Lucida Console"/>
                <a:cs typeface="Lucida Console"/>
              </a:rPr>
              <a:t>nrow(na.omit(d_sub))</a:t>
            </a:r>
            <a:endParaRPr sz="1100">
              <a:latin typeface="Lucida Console"/>
              <a:cs typeface="Lucida Consol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8800" y="5236876"/>
            <a:ext cx="5783580" cy="57531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85">
                <a:solidFill>
                  <a:srgbClr val="007834"/>
                </a:solidFill>
                <a:latin typeface="Lucida Console"/>
                <a:cs typeface="Lucida Console"/>
              </a:rPr>
              <a:t>[1]</a:t>
            </a:r>
            <a:r>
              <a:rPr dirty="0" sz="1100" spc="-6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100" spc="-25">
                <a:solidFill>
                  <a:srgbClr val="007834"/>
                </a:solidFill>
                <a:latin typeface="Lucida Console"/>
                <a:cs typeface="Lucida Console"/>
              </a:rPr>
              <a:t>144</a:t>
            </a:r>
            <a:endParaRPr sz="1100">
              <a:latin typeface="Lucida Console"/>
              <a:cs typeface="Lucida Console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5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50">
                <a:latin typeface="Trebuchet MS"/>
                <a:cs typeface="Trebuchet MS"/>
              </a:rPr>
              <a:t>This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command returns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 number 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complete cases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 your </a:t>
            </a:r>
            <a:r>
              <a:rPr dirty="0" sz="1450" spc="-10">
                <a:latin typeface="Trebuchet MS"/>
                <a:cs typeface="Trebuchet MS"/>
              </a:rPr>
              <a:t>dataset.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438899"/>
            <a:ext cx="8648700" cy="47625"/>
          </a:xfrm>
          <a:custGeom>
            <a:avLst/>
            <a:gdLst/>
            <a:ahLst/>
            <a:cxnLst/>
            <a:rect l="l" t="t" r="r" b="b"/>
            <a:pathLst>
              <a:path w="8648700" h="47625">
                <a:moveTo>
                  <a:pt x="8648699" y="47624"/>
                </a:moveTo>
                <a:lnTo>
                  <a:pt x="0" y="47624"/>
                </a:lnTo>
                <a:lnTo>
                  <a:pt x="0" y="0"/>
                </a:lnTo>
                <a:lnTo>
                  <a:pt x="8648699" y="0"/>
                </a:lnTo>
                <a:lnTo>
                  <a:pt x="8648699" y="47624"/>
                </a:lnTo>
                <a:close/>
              </a:path>
            </a:pathLst>
          </a:custGeom>
          <a:solidFill>
            <a:srgbClr val="0078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58800" y="394970"/>
            <a:ext cx="1471930" cy="2451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50" spc="-35" b="1">
                <a:latin typeface="Trebuchet MS"/>
                <a:cs typeface="Trebuchet MS"/>
              </a:rPr>
              <a:t>Pairwise</a:t>
            </a:r>
            <a:r>
              <a:rPr dirty="0" sz="1450" spc="-50" b="1">
                <a:latin typeface="Trebuchet MS"/>
                <a:cs typeface="Trebuchet MS"/>
              </a:rPr>
              <a:t> </a:t>
            </a:r>
            <a:r>
              <a:rPr dirty="0" sz="1450" spc="-10" b="1">
                <a:latin typeface="Trebuchet MS"/>
                <a:cs typeface="Trebuchet MS"/>
              </a:rPr>
              <a:t>deletion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34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71499" y="819150"/>
            <a:ext cx="7505700" cy="62865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19050" rIns="0" bIns="0" rtlCol="0" vert="horz">
            <a:spAutoFit/>
          </a:bodyPr>
          <a:lstStyle/>
          <a:p>
            <a:pPr marL="61594">
              <a:lnSpc>
                <a:spcPts val="1205"/>
              </a:lnSpc>
              <a:spcBef>
                <a:spcPts val="150"/>
              </a:spcBef>
              <a:tabLst>
                <a:tab pos="1478915" algn="l"/>
              </a:tabLst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my.corr</a:t>
            </a:r>
            <a:r>
              <a:rPr dirty="0" sz="1100" spc="-6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&lt;-</a:t>
            </a:r>
            <a:r>
              <a:rPr dirty="0" sz="1200" spc="-12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cor(x</a:t>
            </a:r>
            <a:r>
              <a:rPr dirty="0" sz="1100">
                <a:solidFill>
                  <a:srgbClr val="333333"/>
                </a:solidFill>
                <a:latin typeface="Lucida Console"/>
                <a:cs typeface="Lucida Console"/>
              </a:rPr>
              <a:t>	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4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Lucida Console"/>
                <a:cs typeface="Lucida Console"/>
              </a:rPr>
              <a:t>d_sub,</a:t>
            </a:r>
            <a:endParaRPr sz="1100">
              <a:latin typeface="Lucida Console"/>
              <a:cs typeface="Lucida Console"/>
            </a:endParaRPr>
          </a:p>
          <a:p>
            <a:pPr marL="1180465">
              <a:lnSpc>
                <a:spcPts val="1205"/>
              </a:lnSpc>
            </a:pPr>
            <a:r>
              <a:rPr dirty="0" sz="1100" spc="-85">
                <a:solidFill>
                  <a:srgbClr val="333333"/>
                </a:solidFill>
                <a:latin typeface="Lucida Console"/>
                <a:cs typeface="Lucida Console"/>
              </a:rPr>
              <a:t>use</a:t>
            </a:r>
            <a:r>
              <a:rPr dirty="0" sz="1100" spc="-7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200" spc="-145">
                <a:solidFill>
                  <a:srgbClr val="333333"/>
                </a:solidFill>
                <a:latin typeface="Lucida Console"/>
                <a:cs typeface="Lucida Console"/>
              </a:rPr>
              <a:t>=</a:t>
            </a:r>
            <a:r>
              <a:rPr dirty="0" sz="1200" spc="-135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dirty="0" sz="1100" spc="-80">
                <a:solidFill>
                  <a:srgbClr val="DD1144"/>
                </a:solidFill>
                <a:latin typeface="Lucida Console"/>
                <a:cs typeface="Lucida Console"/>
              </a:rPr>
              <a:t>'pairwise'</a:t>
            </a:r>
            <a:r>
              <a:rPr dirty="0" sz="1100" spc="-65">
                <a:solidFill>
                  <a:srgbClr val="DD1144"/>
                </a:solidFill>
                <a:latin typeface="Lucida Console"/>
                <a:cs typeface="Lucida Console"/>
              </a:rPr>
              <a:t> </a:t>
            </a:r>
            <a:r>
              <a:rPr dirty="0" sz="1100" spc="-50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  <a:p>
            <a:pPr marL="61594">
              <a:lnSpc>
                <a:spcPct val="100000"/>
              </a:lnSpc>
              <a:spcBef>
                <a:spcPts val="610"/>
              </a:spcBef>
            </a:pP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round(my.corr,</a:t>
            </a:r>
            <a:r>
              <a:rPr dirty="0" sz="1000" spc="-25">
                <a:solidFill>
                  <a:srgbClr val="008080"/>
                </a:solidFill>
                <a:latin typeface="Courier New"/>
                <a:cs typeface="Courier New"/>
              </a:rPr>
              <a:t>2</a:t>
            </a:r>
            <a:r>
              <a:rPr dirty="0" sz="1100" spc="-25">
                <a:solidFill>
                  <a:srgbClr val="333333"/>
                </a:solidFill>
                <a:latin typeface="Lucida Console"/>
                <a:cs typeface="Lucida Console"/>
              </a:rPr>
              <a:t>)</a:t>
            </a:r>
            <a:endParaRPr sz="1100">
              <a:latin typeface="Lucida Console"/>
              <a:cs typeface="Lucida Console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39750" y="1565507"/>
          <a:ext cx="5509895" cy="14941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0055"/>
                <a:gridCol w="1193800"/>
                <a:gridCol w="373380"/>
                <a:gridCol w="1715769"/>
                <a:gridCol w="442595"/>
              </a:tblGrid>
              <a:tr h="125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90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90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0.51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0.35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875"/>
                        </a:lnSpc>
                      </a:pPr>
                      <a:r>
                        <a:rPr dirty="0" sz="1100" spc="-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252095">
                <a:tc>
                  <a:txBody>
                    <a:bodyPr/>
                    <a:lstStyle/>
                    <a:p>
                      <a:pPr marL="31750">
                        <a:lnSpc>
                          <a:spcPts val="100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57250">
                        <a:lnSpc>
                          <a:spcPts val="83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  <a:p>
                      <a:pPr marL="36830">
                        <a:lnSpc>
                          <a:spcPts val="1055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100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0.18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9209">
                        <a:lnSpc>
                          <a:spcPts val="100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00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91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0.43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5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0.18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3189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11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75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25730">
                <a:tc>
                  <a:txBody>
                    <a:bodyPr/>
                    <a:lstStyle/>
                    <a:p>
                      <a:pPr marL="31750">
                        <a:lnSpc>
                          <a:spcPts val="890"/>
                        </a:lnSpc>
                      </a:pPr>
                      <a:r>
                        <a:rPr dirty="0" sz="11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58800">
                        <a:lnSpc>
                          <a:spcPts val="890"/>
                        </a:lnSpc>
                      </a:pPr>
                      <a:r>
                        <a:rPr dirty="0" sz="11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11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558800" y="3198483"/>
            <a:ext cx="6891655" cy="8991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cor()</a:t>
            </a:r>
            <a:r>
              <a:rPr dirty="0" sz="1650" spc="-55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Trebuchet MS"/>
                <a:cs typeface="Trebuchet MS"/>
              </a:rPr>
              <a:t>does not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report the number of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observations used for each</a:t>
            </a:r>
            <a:r>
              <a:rPr dirty="0" sz="1450" spc="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pair of </a:t>
            </a:r>
            <a:r>
              <a:rPr dirty="0" sz="1450" spc="-10">
                <a:latin typeface="Trebuchet MS"/>
                <a:cs typeface="Trebuchet MS"/>
              </a:rPr>
              <a:t>variables.</a:t>
            </a:r>
            <a:endParaRPr sz="1450">
              <a:latin typeface="Trebuchet MS"/>
              <a:cs typeface="Trebuchet MS"/>
            </a:endParaRPr>
          </a:p>
          <a:p>
            <a:pPr marL="12700" marR="453390">
              <a:lnSpc>
                <a:spcPts val="1730"/>
              </a:lnSpc>
              <a:spcBef>
                <a:spcPts val="1510"/>
              </a:spcBef>
            </a:pPr>
            <a:r>
              <a:rPr dirty="0" sz="1450">
                <a:latin typeface="Trebuchet MS"/>
                <a:cs typeface="Trebuchet MS"/>
              </a:rPr>
              <a:t>You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can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30">
                <a:latin typeface="Trebuchet MS"/>
                <a:cs typeface="Trebuchet MS"/>
              </a:rPr>
              <a:t>write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some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custom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code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to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get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that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10">
                <a:latin typeface="Trebuchet MS"/>
                <a:cs typeface="Trebuchet MS"/>
              </a:rPr>
              <a:t>information,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but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it</a:t>
            </a:r>
            <a:r>
              <a:rPr dirty="0" sz="1450" spc="-4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requires</a:t>
            </a:r>
            <a:r>
              <a:rPr dirty="0" sz="1450" spc="-35">
                <a:latin typeface="Trebuchet MS"/>
                <a:cs typeface="Trebuchet MS"/>
              </a:rPr>
              <a:t> </a:t>
            </a:r>
            <a:r>
              <a:rPr dirty="0" sz="1450" spc="-20">
                <a:latin typeface="Trebuchet MS"/>
                <a:cs typeface="Trebuchet MS"/>
              </a:rPr>
              <a:t>some </a:t>
            </a:r>
            <a:r>
              <a:rPr dirty="0" sz="1450" spc="-10">
                <a:latin typeface="Trebuchet MS"/>
                <a:cs typeface="Trebuchet MS"/>
              </a:rPr>
              <a:t>programming.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539750" y="1276349"/>
          <a:ext cx="7613650" cy="40347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3485"/>
                <a:gridCol w="671195"/>
                <a:gridCol w="483234"/>
                <a:gridCol w="913130"/>
                <a:gridCol w="4255770"/>
              </a:tblGrid>
              <a:tr h="17653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800" spc="-70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my.corr</a:t>
                      </a:r>
                      <a:r>
                        <a:rPr dirty="0" sz="800" spc="-30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50" spc="-105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&lt;-</a:t>
                      </a:r>
                      <a:r>
                        <a:rPr dirty="0" sz="850" spc="-60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10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rcorr(x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6350">
                    <a:solidFill>
                      <a:srgbClr val="F7F7F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850" spc="-105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=</a:t>
                      </a:r>
                      <a:r>
                        <a:rPr dirty="0" sz="850" spc="-85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as.matrix(d_sub))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6350"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478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00" spc="-10">
                          <a:solidFill>
                            <a:srgbClr val="333333"/>
                          </a:solidFill>
                          <a:latin typeface="Lucida Console"/>
                          <a:cs typeface="Lucida Console"/>
                        </a:rPr>
                        <a:t>my.corr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17145">
                    <a:solidFill>
                      <a:srgbClr val="F7F7F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F7F7F7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875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53340"/>
                </a:tc>
                <a:tc gridSpan="2">
                  <a:txBody>
                    <a:bodyPr/>
                    <a:lstStyle/>
                    <a:p>
                      <a:pPr algn="r" marR="19050">
                        <a:lnSpc>
                          <a:spcPts val="819"/>
                        </a:lnSpc>
                        <a:spcBef>
                          <a:spcPts val="550"/>
                        </a:spcBef>
                      </a:pPr>
                      <a:r>
                        <a:rPr dirty="0" sz="8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r>
                        <a:rPr dirty="0" sz="800" spc="1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  <a:p>
                      <a:pPr algn="r" marR="19050">
                        <a:lnSpc>
                          <a:spcPts val="735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6985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r" marR="3629660">
                        <a:lnSpc>
                          <a:spcPts val="819"/>
                        </a:lnSpc>
                        <a:spcBef>
                          <a:spcPts val="550"/>
                        </a:spcBef>
                        <a:tabLst>
                          <a:tab pos="1342390" algn="l"/>
                        </a:tabLst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  <a:p>
                      <a:pPr algn="r" marR="3629660">
                        <a:lnSpc>
                          <a:spcPts val="735"/>
                        </a:lnSpc>
                      </a:pP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r>
                        <a:rPr dirty="0" sz="800" spc="1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0.45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6985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44525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0.51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3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610"/>
                        </a:lnSpc>
                      </a:pP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r>
                        <a:rPr dirty="0" sz="800" spc="1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0.35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44525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3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r>
                        <a:rPr dirty="0" sz="8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44525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0.45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3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0.35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39800">
                        <a:lnSpc>
                          <a:spcPts val="61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-</a:t>
                      </a: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0.03</a:t>
                      </a:r>
                      <a:r>
                        <a:rPr dirty="0" sz="800" spc="114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69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44525">
                        <a:lnSpc>
                          <a:spcPts val="555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0.43</a:t>
                      </a: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3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0.18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  <a:p>
                      <a:pPr marL="53340">
                        <a:lnSpc>
                          <a:spcPts val="73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695"/>
                        </a:lnSpc>
                      </a:pP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r>
                        <a:rPr dirty="0" sz="800" spc="1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72390">
                        <a:lnSpc>
                          <a:spcPts val="610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0.43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72390">
                        <a:lnSpc>
                          <a:spcPts val="610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0.18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72390">
                        <a:lnSpc>
                          <a:spcPts val="610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5090">
                <a:tc>
                  <a:txBody>
                    <a:bodyPr/>
                    <a:lstStyle/>
                    <a:p>
                      <a:pPr marL="31750">
                        <a:lnSpc>
                          <a:spcPts val="57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72390">
                        <a:lnSpc>
                          <a:spcPts val="575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0.14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2715">
                <a:tc>
                  <a:txBody>
                    <a:bodyPr/>
                    <a:lstStyle/>
                    <a:p>
                      <a:pPr marL="31750">
                        <a:lnSpc>
                          <a:spcPts val="69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ctr" marR="72390">
                        <a:lnSpc>
                          <a:spcPts val="695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1.00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3985">
                <a:tc>
                  <a:txBody>
                    <a:bodyPr/>
                    <a:lstStyle/>
                    <a:p>
                      <a:pPr marL="31750">
                        <a:lnSpc>
                          <a:spcPts val="850"/>
                        </a:lnSpc>
                        <a:spcBef>
                          <a:spcPts val="110"/>
                        </a:spcBef>
                      </a:pPr>
                      <a:r>
                        <a:rPr dirty="0" sz="8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n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1397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4615">
                <a:tc gridSpan="5">
                  <a:txBody>
                    <a:bodyPr/>
                    <a:lstStyle/>
                    <a:p>
                      <a:pPr marL="1266825">
                        <a:lnSpc>
                          <a:spcPts val="65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r>
                        <a:rPr dirty="0" sz="800" spc="-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4455">
                <a:tc>
                  <a:txBody>
                    <a:bodyPr/>
                    <a:lstStyle/>
                    <a:p>
                      <a:pPr marL="31750">
                        <a:lnSpc>
                          <a:spcPts val="585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585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178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585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154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178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178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178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152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178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180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154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154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152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610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154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154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5895">
                <a:tc>
                  <a:txBody>
                    <a:bodyPr/>
                    <a:lstStyle/>
                    <a:p>
                      <a:pPr marL="31750">
                        <a:lnSpc>
                          <a:spcPts val="73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840"/>
                        </a:lnSpc>
                        <a:spcBef>
                          <a:spcPts val="445"/>
                        </a:spcBef>
                      </a:pPr>
                      <a:r>
                        <a:rPr dirty="0" sz="800" spc="-5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26670">
                        <a:lnSpc>
                          <a:spcPts val="735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171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169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93775">
                        <a:lnSpc>
                          <a:spcPts val="735"/>
                        </a:lnSpc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171</a:t>
                      </a:r>
                      <a:r>
                        <a:rPr dirty="0" sz="800" spc="-6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146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169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146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2715">
                <a:tc>
                  <a:txBody>
                    <a:bodyPr/>
                    <a:lstStyle/>
                    <a:p>
                      <a:pPr marL="31750">
                        <a:lnSpc>
                          <a:spcPts val="69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9050">
                        <a:lnSpc>
                          <a:spcPts val="69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171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33985">
                <a:tc>
                  <a:txBody>
                    <a:bodyPr/>
                    <a:lstStyle/>
                    <a:p>
                      <a:pPr marL="31750">
                        <a:lnSpc>
                          <a:spcPts val="850"/>
                        </a:lnSpc>
                        <a:spcBef>
                          <a:spcPts val="110"/>
                        </a:spcBef>
                      </a:pPr>
                      <a:r>
                        <a:rPr dirty="0" sz="800" spc="-5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85090">
                <a:tc gridSpan="5">
                  <a:txBody>
                    <a:bodyPr/>
                    <a:lstStyle/>
                    <a:p>
                      <a:pPr marL="1266825">
                        <a:lnSpc>
                          <a:spcPts val="575"/>
                        </a:lnSpc>
                        <a:tabLst>
                          <a:tab pos="2502535" algn="l"/>
                        </a:tabLst>
                      </a:pPr>
                      <a:r>
                        <a:rPr dirty="0" sz="800" spc="-6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r>
                        <a:rPr dirty="0" sz="800" spc="-4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r>
                        <a:rPr dirty="0" sz="80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	</a:t>
                      </a: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r>
                        <a:rPr dirty="0" sz="800" spc="8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3980">
                <a:tc>
                  <a:txBody>
                    <a:bodyPr/>
                    <a:lstStyle/>
                    <a:p>
                      <a:pPr marL="31750">
                        <a:lnSpc>
                          <a:spcPts val="585"/>
                        </a:lnSpc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1300">
                        <a:lnSpc>
                          <a:spcPts val="585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0.5491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58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1722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0.6256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0.5491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130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0.6256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0.7045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85090">
                <a:tc>
                  <a:txBody>
                    <a:bodyPr/>
                    <a:lstStyle/>
                    <a:p>
                      <a:pPr marL="31750">
                        <a:lnSpc>
                          <a:spcPts val="575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57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1300">
                        <a:lnSpc>
                          <a:spcPts val="575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0.7045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90170">
                <a:tc>
                  <a:txBody>
                    <a:bodyPr/>
                    <a:lstStyle/>
                    <a:p>
                      <a:pPr marL="3175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41300">
                        <a:lnSpc>
                          <a:spcPts val="610"/>
                        </a:lnSpc>
                      </a:pPr>
                      <a:r>
                        <a:rPr dirty="0" sz="800" spc="-7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0.0167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 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0.5890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456565">
                        <a:lnSpc>
                          <a:spcPts val="61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0.0871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</a:tr>
              <a:tr h="180340">
                <a:tc>
                  <a:txBody>
                    <a:bodyPr/>
                    <a:lstStyle/>
                    <a:p>
                      <a:pPr marL="31750">
                        <a:lnSpc>
                          <a:spcPts val="875"/>
                        </a:lnSpc>
                        <a:spcBef>
                          <a:spcPts val="445"/>
                        </a:spcBef>
                      </a:pPr>
                      <a:r>
                        <a:rPr dirty="0" sz="800" spc="-2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life_expectancy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56515"/>
                </a:tc>
                <a:tc>
                  <a:txBody>
                    <a:bodyPr/>
                    <a:lstStyle/>
                    <a:p>
                      <a:pPr marL="53340" marR="19050">
                        <a:lnSpc>
                          <a:spcPct val="7030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 </a:t>
                      </a: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0.0000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91440">
                <a:tc>
                  <a:txBody>
                    <a:bodyPr/>
                    <a:lstStyle/>
                    <a:p>
                      <a:pPr marL="31750">
                        <a:lnSpc>
                          <a:spcPts val="620"/>
                        </a:lnSpc>
                      </a:pP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bmi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ts val="62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0.0167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4625">
                <a:tc>
                  <a:txBody>
                    <a:bodyPr/>
                    <a:lstStyle/>
                    <a:p>
                      <a:pPr marL="31750">
                        <a:lnSpc>
                          <a:spcPct val="70300"/>
                        </a:lnSpc>
                      </a:pPr>
                      <a:r>
                        <a:rPr dirty="0" sz="800" spc="-7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percentage_expenditure </a:t>
                      </a:r>
                      <a:r>
                        <a:rPr dirty="0" sz="800" spc="-25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gdp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53340">
                        <a:lnSpc>
                          <a:spcPts val="54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0.5890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  <a:p>
                      <a:pPr marL="53340">
                        <a:lnSpc>
                          <a:spcPts val="735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0.0871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1440">
                <a:tc>
                  <a:txBody>
                    <a:bodyPr/>
                    <a:lstStyle/>
                    <a:p>
                      <a:pPr marL="31750">
                        <a:lnSpc>
                          <a:spcPts val="620"/>
                        </a:lnSpc>
                      </a:pPr>
                      <a:r>
                        <a:rPr dirty="0" sz="800" spc="-10">
                          <a:solidFill>
                            <a:srgbClr val="007834"/>
                          </a:solidFill>
                          <a:latin typeface="Lucida Console"/>
                          <a:cs typeface="Lucida Console"/>
                        </a:rPr>
                        <a:t>hepatitis_b</a:t>
                      </a:r>
                      <a:endParaRPr sz="800">
                        <a:latin typeface="Lucida Console"/>
                        <a:cs typeface="Lucida Console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pc="-65"/>
              <a:t>34</a:t>
            </a:fld>
            <a:r>
              <a:rPr dirty="0" spc="-55"/>
              <a:t> </a:t>
            </a:r>
            <a:r>
              <a:rPr dirty="0" spc="-50"/>
              <a:t>/</a:t>
            </a:r>
            <a:r>
              <a:rPr dirty="0" spc="-55"/>
              <a:t> </a:t>
            </a:r>
            <a:r>
              <a:rPr dirty="0" spc="-35"/>
              <a:t>39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5"/>
              <a:t>Working</a:t>
            </a:r>
            <a:r>
              <a:rPr dirty="0" spc="-150"/>
              <a:t> </a:t>
            </a:r>
            <a:r>
              <a:rPr dirty="0" spc="-135"/>
              <a:t>with</a:t>
            </a:r>
            <a:r>
              <a:rPr dirty="0" spc="-150"/>
              <a:t> </a:t>
            </a:r>
            <a:r>
              <a:rPr dirty="0" sz="2850" spc="-160">
                <a:solidFill>
                  <a:srgbClr val="007834"/>
                </a:solidFill>
                <a:latin typeface="Lucida Console"/>
                <a:cs typeface="Lucida Console"/>
              </a:rPr>
              <a:t>rcorr()</a:t>
            </a:r>
            <a:r>
              <a:rPr dirty="0" sz="2850" spc="-1080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pc="-65"/>
              <a:t>function</a:t>
            </a:r>
            <a:endParaRPr sz="2850">
              <a:latin typeface="Lucida Console"/>
              <a:cs typeface="Lucida Consol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58800" y="817233"/>
            <a:ext cx="6649084" cy="2755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650" spc="-140">
                <a:solidFill>
                  <a:srgbClr val="007834"/>
                </a:solidFill>
                <a:latin typeface="Lucida Console"/>
                <a:cs typeface="Lucida Console"/>
              </a:rPr>
              <a:t>rcorr()</a:t>
            </a:r>
            <a:r>
              <a:rPr dirty="0" sz="1650" spc="-565">
                <a:solidFill>
                  <a:srgbClr val="007834"/>
                </a:solidFill>
                <a:latin typeface="Lucida Console"/>
                <a:cs typeface="Lucida Console"/>
              </a:rPr>
              <a:t> </a:t>
            </a:r>
            <a:r>
              <a:rPr dirty="0" sz="1450">
                <a:latin typeface="Trebuchet MS"/>
                <a:cs typeface="Trebuchet MS"/>
              </a:rPr>
              <a:t>function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always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use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pairwise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deletion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in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the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presence</a:t>
            </a:r>
            <a:r>
              <a:rPr dirty="0" sz="1450" spc="-10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of</a:t>
            </a:r>
            <a:r>
              <a:rPr dirty="0" sz="1450" spc="-5">
                <a:latin typeface="Trebuchet MS"/>
                <a:cs typeface="Trebuchet MS"/>
              </a:rPr>
              <a:t> </a:t>
            </a:r>
            <a:r>
              <a:rPr dirty="0" sz="1450">
                <a:latin typeface="Trebuchet MS"/>
                <a:cs typeface="Trebuchet MS"/>
              </a:rPr>
              <a:t>missing</a:t>
            </a:r>
            <a:r>
              <a:rPr dirty="0" sz="1450" spc="-10">
                <a:latin typeface="Trebuchet MS"/>
                <a:cs typeface="Trebuchet MS"/>
              </a:rPr>
              <a:t> data.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F97B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between two continuous variables</dc:title>
  <dcterms:created xsi:type="dcterms:W3CDTF">2025-11-06T18:10:22Z</dcterms:created>
  <dcterms:modified xsi:type="dcterms:W3CDTF">2025-11-06T18:10:22Z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Creator">
    <vt:lpwstr>Mozilla/5.0 (Windows NT 10.0; Win64; x64) AppleWebKit/537.36 (KHTML, like Gecko) Chrome/141.0.0.0 Safari/537.36</vt:lpwstr>
  </property>
  <property fmtid="{D5CDD505-2E9C-101B-9397-08002B2CF9AE}" pid="4" name="LastSaved">
    <vt:filetime>2025-11-06T00:00:00Z</vt:filetime>
  </property>
  <property fmtid="{D5CDD505-2E9C-101B-9397-08002B2CF9AE}" pid="5" name="Producer">
    <vt:lpwstr>Skia/PDF m141</vt:lpwstr>
  </property>
</Properties>
</file>