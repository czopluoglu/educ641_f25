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8648700" cy="6489700"/>
  <p:notesSz cx="8648700" cy="648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2388" y="5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‹#›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‹#›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‹#›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‹#›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‹#›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206375"/>
            <a:ext cx="5285105" cy="42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2449" y="1247774"/>
            <a:ext cx="7543800" cy="1446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24378" y="6228353"/>
            <a:ext cx="346749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‹#›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.wm.edu/~leemis/chart/UDR/UDR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czopluoglu.github.io/educ641_f25/resources/readings/Stahl-EvolutionNormalDistribution-2006.pdf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38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91.png"/><Relationship Id="rId4" Type="http://schemas.openxmlformats.org/officeDocument/2006/relationships/image" Target="../media/image58.png"/><Relationship Id="rId9" Type="http://schemas.openxmlformats.org/officeDocument/2006/relationships/image" Target="../media/image9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8648700" cy="6486525"/>
            <a:chOff x="0" y="0"/>
            <a:chExt cx="8648700" cy="6486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399" y="5610224"/>
              <a:ext cx="2381249" cy="4857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624" y="47625"/>
              <a:ext cx="8553450" cy="6391275"/>
            </a:xfrm>
            <a:custGeom>
              <a:avLst/>
              <a:gdLst/>
              <a:ahLst/>
              <a:cxnLst/>
              <a:rect l="l" t="t" r="r" b="b"/>
              <a:pathLst>
                <a:path w="8553450" h="6391275">
                  <a:moveTo>
                    <a:pt x="0" y="0"/>
                  </a:moveTo>
                  <a:lnTo>
                    <a:pt x="8553449" y="0"/>
                  </a:lnTo>
                  <a:lnTo>
                    <a:pt x="8553449" y="6391274"/>
                  </a:lnTo>
                  <a:lnTo>
                    <a:pt x="0" y="6391274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54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49" y="3578225"/>
            <a:ext cx="51746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320" dirty="0">
                <a:solidFill>
                  <a:srgbClr val="FFFFFF"/>
                </a:solidFill>
                <a:latin typeface="Trebuchet MS"/>
                <a:cs typeface="Trebuchet MS"/>
              </a:rPr>
              <a:t>Law</a:t>
            </a:r>
            <a:r>
              <a:rPr sz="4500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500" spc="-18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4500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500" spc="-254" dirty="0">
                <a:solidFill>
                  <a:srgbClr val="FFFFFF"/>
                </a:solidFill>
                <a:latin typeface="Trebuchet MS"/>
                <a:cs typeface="Trebuchet MS"/>
              </a:rPr>
              <a:t>Large</a:t>
            </a:r>
            <a:r>
              <a:rPr sz="4500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500" spc="-120" dirty="0">
                <a:solidFill>
                  <a:srgbClr val="FFFFFF"/>
                </a:solidFill>
                <a:latin typeface="Trebuchet MS"/>
                <a:cs typeface="Trebuchet MS"/>
              </a:rPr>
              <a:t>Numbers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49" y="4616450"/>
            <a:ext cx="2701290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10" dirty="0">
                <a:solidFill>
                  <a:srgbClr val="FFFFFF"/>
                </a:solidFill>
                <a:latin typeface="Trebuchet MS"/>
                <a:cs typeface="Trebuchet MS"/>
              </a:rPr>
              <a:t>EDUC</a:t>
            </a:r>
            <a:r>
              <a:rPr sz="30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320" dirty="0">
                <a:solidFill>
                  <a:srgbClr val="FFFFFF"/>
                </a:solidFill>
                <a:latin typeface="Trebuchet MS"/>
                <a:cs typeface="Trebuchet MS"/>
              </a:rPr>
              <a:t>641:</a:t>
            </a:r>
            <a:r>
              <a:rPr sz="30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204" dirty="0">
                <a:solidFill>
                  <a:srgbClr val="FFFFFF"/>
                </a:solidFill>
                <a:latin typeface="Trebuchet MS"/>
                <a:cs typeface="Trebuchet MS"/>
              </a:rPr>
              <a:t>Week</a:t>
            </a:r>
            <a:r>
              <a:rPr sz="30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2250" spc="-130" dirty="0">
                <a:solidFill>
                  <a:srgbClr val="252629"/>
                </a:solidFill>
                <a:latin typeface="Trebuchet MS"/>
                <a:cs typeface="Trebuchet MS"/>
              </a:rPr>
              <a:t>Cengiz </a:t>
            </a:r>
            <a:r>
              <a:rPr sz="2250" spc="-10" dirty="0">
                <a:solidFill>
                  <a:srgbClr val="252629"/>
                </a:solidFill>
                <a:latin typeface="Trebuchet MS"/>
                <a:cs typeface="Trebuchet MS"/>
              </a:rPr>
              <a:t>Zopluoglu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7978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Goals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300162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1519237"/>
            <a:ext cx="66675" cy="666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71524" y="1943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566987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786062"/>
            <a:ext cx="66675" cy="666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71524" y="3190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1524" y="3590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986212"/>
            <a:ext cx="66675" cy="666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4205287"/>
            <a:ext cx="66675" cy="6667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71524" y="5019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1524" y="5238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8800" y="795019"/>
            <a:ext cx="6869430" cy="4578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Understand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concept and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properties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 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Distribution</a:t>
            </a:r>
            <a:endParaRPr sz="1450">
              <a:latin typeface="Trebuchet MS"/>
              <a:cs typeface="Trebuchet MS"/>
            </a:endParaRPr>
          </a:p>
          <a:p>
            <a:pPr marL="774065" marR="820419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Learn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how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25" dirty="0">
                <a:latin typeface="Trebuchet MS"/>
                <a:cs typeface="Trebuchet MS"/>
              </a:rPr>
              <a:t> (μ)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45" dirty="0">
                <a:latin typeface="Trebuchet MS"/>
                <a:cs typeface="Trebuchet MS"/>
              </a:rPr>
              <a:t>(σ)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define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its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shape Interpret</a:t>
            </a:r>
            <a:r>
              <a:rPr sz="1450" dirty="0">
                <a:latin typeface="Trebuchet MS"/>
                <a:cs typeface="Trebuchet MS"/>
              </a:rPr>
              <a:t> areas under the normal curve using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b="1" spc="-175" dirty="0">
                <a:latin typeface="Gill Sans MT"/>
                <a:cs typeface="Gill Sans MT"/>
              </a:rPr>
              <a:t>PDF</a:t>
            </a:r>
            <a:r>
              <a:rPr sz="1450" b="1" spc="3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CDF</a:t>
            </a:r>
            <a:endParaRPr sz="1450">
              <a:latin typeface="Gill Sans MT"/>
              <a:cs typeface="Gill Sans MT"/>
            </a:endParaRPr>
          </a:p>
          <a:p>
            <a:pPr marL="393065" marR="427355">
              <a:lnSpc>
                <a:spcPct val="101600"/>
              </a:lnSpc>
              <a:spcBef>
                <a:spcPts val="1320"/>
              </a:spcBef>
            </a:pPr>
            <a:r>
              <a:rPr sz="1450" dirty="0">
                <a:latin typeface="Trebuchet MS"/>
                <a:cs typeface="Trebuchet MS"/>
              </a:rPr>
              <a:t>Learn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use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functions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14" dirty="0">
                <a:latin typeface="Trebuchet MS"/>
                <a:cs typeface="Trebuchet MS"/>
              </a:rPr>
              <a:t>(</a:t>
            </a:r>
            <a:r>
              <a:rPr sz="1600" spc="-114" dirty="0">
                <a:solidFill>
                  <a:srgbClr val="007834"/>
                </a:solidFill>
                <a:latin typeface="Lucida Console"/>
                <a:cs typeface="Lucida Console"/>
              </a:rPr>
              <a:t>dnorm</a:t>
            </a:r>
            <a:r>
              <a:rPr sz="1450" spc="-114" dirty="0">
                <a:latin typeface="Trebuchet MS"/>
                <a:cs typeface="Trebuchet MS"/>
              </a:rPr>
              <a:t>,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600" spc="-130" dirty="0">
                <a:solidFill>
                  <a:srgbClr val="007834"/>
                </a:solidFill>
                <a:latin typeface="Lucida Console"/>
                <a:cs typeface="Lucida Console"/>
              </a:rPr>
              <a:t>pnorm</a:t>
            </a:r>
            <a:r>
              <a:rPr sz="1450" spc="-130" dirty="0">
                <a:latin typeface="Trebuchet MS"/>
                <a:cs typeface="Trebuchet MS"/>
              </a:rPr>
              <a:t>,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600" spc="-110" dirty="0">
                <a:solidFill>
                  <a:srgbClr val="007834"/>
                </a:solidFill>
                <a:latin typeface="Lucida Console"/>
                <a:cs typeface="Lucida Console"/>
              </a:rPr>
              <a:t>qnorm</a:t>
            </a:r>
            <a:r>
              <a:rPr sz="1450" spc="-110" dirty="0">
                <a:latin typeface="Trebuchet MS"/>
                <a:cs typeface="Trebuchet MS"/>
              </a:rPr>
              <a:t>)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working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with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normal distributions</a:t>
            </a:r>
            <a:endParaRPr sz="1450">
              <a:latin typeface="Trebuchet MS"/>
              <a:cs typeface="Trebuchet MS"/>
            </a:endParaRPr>
          </a:p>
          <a:p>
            <a:pPr marL="774065" marR="2988945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Compute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probabilities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quantiles </a:t>
            </a:r>
            <a:r>
              <a:rPr sz="1450" dirty="0">
                <a:latin typeface="Trebuchet MS"/>
                <a:cs typeface="Trebuchet MS"/>
              </a:rPr>
              <a:t>Visualize and </a:t>
            </a:r>
            <a:r>
              <a:rPr sz="1450" spc="-20" dirty="0">
                <a:latin typeface="Trebuchet MS"/>
                <a:cs typeface="Trebuchet MS"/>
              </a:rPr>
              <a:t>interpret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 </a:t>
            </a:r>
            <a:r>
              <a:rPr sz="1450" spc="-10" dirty="0">
                <a:latin typeface="Trebuchet MS"/>
                <a:cs typeface="Trebuchet MS"/>
              </a:rPr>
              <a:t>curves</a:t>
            </a:r>
            <a:endParaRPr sz="1450">
              <a:latin typeface="Trebuchet MS"/>
              <a:cs typeface="Trebuchet MS"/>
            </a:endParaRPr>
          </a:p>
          <a:p>
            <a:pPr marL="393065" marR="2572385">
              <a:lnSpc>
                <a:spcPts val="3150"/>
              </a:lnSpc>
              <a:spcBef>
                <a:spcPts val="280"/>
              </a:spcBef>
            </a:pPr>
            <a:r>
              <a:rPr sz="1450" dirty="0">
                <a:latin typeface="Trebuchet MS"/>
                <a:cs typeface="Trebuchet MS"/>
              </a:rPr>
              <a:t>Apply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Empirical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Rule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real-</a:t>
            </a:r>
            <a:r>
              <a:rPr sz="1450" dirty="0">
                <a:latin typeface="Trebuchet MS"/>
                <a:cs typeface="Trebuchet MS"/>
              </a:rPr>
              <a:t>world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contexts </a:t>
            </a:r>
            <a:r>
              <a:rPr sz="1450" dirty="0">
                <a:latin typeface="Trebuchet MS"/>
                <a:cs typeface="Trebuchet MS"/>
              </a:rPr>
              <a:t>Understand</a:t>
            </a:r>
            <a:r>
              <a:rPr sz="1450" spc="7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7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Distribution</a:t>
            </a:r>
            <a:endParaRPr sz="1450">
              <a:latin typeface="Trebuchet MS"/>
              <a:cs typeface="Trebuchet MS"/>
            </a:endParaRPr>
          </a:p>
          <a:p>
            <a:pPr marL="774065" marR="5080">
              <a:lnSpc>
                <a:spcPts val="1730"/>
              </a:lnSpc>
              <a:spcBef>
                <a:spcPts val="1135"/>
              </a:spcBef>
            </a:pPr>
            <a:r>
              <a:rPr sz="1450" spc="-10" dirty="0">
                <a:latin typeface="Trebuchet MS"/>
                <a:cs typeface="Trebuchet MS"/>
              </a:rPr>
              <a:t>Conceptualize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8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distributions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8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distributions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8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statistics </a:t>
            </a:r>
            <a:r>
              <a:rPr sz="1450" dirty="0">
                <a:latin typeface="Trebuchet MS"/>
                <a:cs typeface="Trebuchet MS"/>
              </a:rPr>
              <a:t>Use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simulations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explore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variability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across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samples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450" dirty="0">
                <a:latin typeface="Trebuchet MS"/>
                <a:cs typeface="Trebuchet MS"/>
              </a:rPr>
              <a:t>-Understand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Central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Limit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Theorem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(CLT)*</a:t>
            </a:r>
            <a:endParaRPr sz="1450">
              <a:latin typeface="Trebuchet MS"/>
              <a:cs typeface="Trebuchet MS"/>
            </a:endParaRPr>
          </a:p>
          <a:p>
            <a:pPr marL="393065" marR="107950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See</a:t>
            </a:r>
            <a:r>
              <a:rPr sz="1450" spc="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how</a:t>
            </a:r>
            <a:r>
              <a:rPr sz="1450" spc="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distributions</a:t>
            </a:r>
            <a:r>
              <a:rPr sz="1450" spc="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approach</a:t>
            </a:r>
            <a:r>
              <a:rPr sz="1450" spc="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normality</a:t>
            </a:r>
            <a:r>
              <a:rPr sz="1450" spc="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4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increases </a:t>
            </a:r>
            <a:r>
              <a:rPr sz="1450" dirty="0">
                <a:latin typeface="Trebuchet MS"/>
                <a:cs typeface="Trebuchet MS"/>
              </a:rPr>
              <a:t>Connect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10" dirty="0">
                <a:latin typeface="Trebuchet MS"/>
                <a:cs typeface="Trebuchet MS"/>
              </a:rPr>
              <a:t>CLT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 </a:t>
            </a:r>
            <a:r>
              <a:rPr sz="1450" spc="-10" dirty="0">
                <a:latin typeface="Trebuchet MS"/>
                <a:cs typeface="Trebuchet MS"/>
              </a:rPr>
              <a:t>statistical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inference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 hypothesis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testing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2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663825"/>
            <a:ext cx="4942205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</a:pPr>
            <a:r>
              <a:rPr sz="4100" spc="-145" dirty="0">
                <a:solidFill>
                  <a:srgbClr val="FFFFFF"/>
                </a:solidFill>
              </a:rPr>
              <a:t>Introduction</a:t>
            </a:r>
            <a:r>
              <a:rPr sz="4100" spc="-240" dirty="0">
                <a:solidFill>
                  <a:srgbClr val="FFFFFF"/>
                </a:solidFill>
              </a:rPr>
              <a:t> </a:t>
            </a:r>
            <a:r>
              <a:rPr sz="4100" spc="-200" dirty="0">
                <a:solidFill>
                  <a:srgbClr val="FFFFFF"/>
                </a:solidFill>
              </a:rPr>
              <a:t>to</a:t>
            </a:r>
            <a:r>
              <a:rPr sz="4100" spc="-240" dirty="0">
                <a:solidFill>
                  <a:srgbClr val="FFFFFF"/>
                </a:solidFill>
              </a:rPr>
              <a:t> </a:t>
            </a:r>
            <a:r>
              <a:rPr sz="4100" spc="-130" dirty="0">
                <a:solidFill>
                  <a:srgbClr val="FFFFFF"/>
                </a:solidFill>
              </a:rPr>
              <a:t>Normal </a:t>
            </a:r>
            <a:r>
              <a:rPr sz="4100" spc="-45" dirty="0">
                <a:solidFill>
                  <a:srgbClr val="FFFFFF"/>
                </a:solidFill>
              </a:rPr>
              <a:t>Distribution</a:t>
            </a:r>
            <a:endParaRPr sz="41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3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What</a:t>
            </a:r>
            <a:r>
              <a:rPr spc="-155" dirty="0"/>
              <a:t> </a:t>
            </a:r>
            <a:r>
              <a:rPr dirty="0"/>
              <a:t>is</a:t>
            </a:r>
            <a:r>
              <a:rPr spc="-150" dirty="0"/>
              <a:t> </a:t>
            </a:r>
            <a:r>
              <a:rPr spc="-90" dirty="0"/>
              <a:t>a</a:t>
            </a:r>
            <a:r>
              <a:rPr spc="-150" dirty="0"/>
              <a:t> </a:t>
            </a:r>
            <a:r>
              <a:rPr spc="-100" dirty="0"/>
              <a:t>statistical</a:t>
            </a:r>
            <a:r>
              <a:rPr spc="-150" dirty="0"/>
              <a:t> </a:t>
            </a:r>
            <a:r>
              <a:rPr spc="-50" dirty="0"/>
              <a:t>distribution?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4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0" y="795019"/>
            <a:ext cx="7483475" cy="3131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300" dirty="0">
                <a:latin typeface="Gill Sans MT"/>
                <a:cs typeface="Gill Sans MT"/>
              </a:rPr>
              <a:t>A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nontechnical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definition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0" dirty="0">
                <a:latin typeface="Trebuchet MS"/>
                <a:cs typeface="Trebuchet MS"/>
              </a:rPr>
              <a:t> statistical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tool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use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describe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how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numbers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tend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show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up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in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7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world.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450" b="1" spc="-300" dirty="0">
                <a:latin typeface="Gill Sans MT"/>
                <a:cs typeface="Gill Sans MT"/>
              </a:rPr>
              <a:t>A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85" dirty="0">
                <a:latin typeface="Gill Sans MT"/>
                <a:cs typeface="Gill Sans MT"/>
              </a:rPr>
              <a:t>more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technical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definition</a:t>
            </a:r>
            <a:endParaRPr sz="1450">
              <a:latin typeface="Gill Sans MT"/>
              <a:cs typeface="Gill Sans MT"/>
            </a:endParaRPr>
          </a:p>
          <a:p>
            <a:pPr marL="12700" marR="213360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statistical</a:t>
            </a:r>
            <a:r>
              <a:rPr sz="1450" dirty="0">
                <a:latin typeface="Trebuchet MS"/>
                <a:cs typeface="Trebuchet MS"/>
              </a:rPr>
              <a:t> distribution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 a mathematical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function that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assigns probabilities to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dirty="0">
                <a:latin typeface="Trebuchet MS"/>
                <a:cs typeface="Trebuchet MS"/>
              </a:rPr>
              <a:t>possible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values of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 random </a:t>
            </a:r>
            <a:r>
              <a:rPr sz="1450" spc="-25" dirty="0">
                <a:latin typeface="Trebuchet MS"/>
                <a:cs typeface="Trebuchet MS"/>
              </a:rPr>
              <a:t>variable,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describing how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frequently</a:t>
            </a:r>
            <a:r>
              <a:rPr sz="1450" dirty="0">
                <a:latin typeface="Trebuchet MS"/>
                <a:cs typeface="Trebuchet MS"/>
              </a:rPr>
              <a:t> each value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(or range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of </a:t>
            </a:r>
            <a:r>
              <a:rPr sz="1450" dirty="0">
                <a:latin typeface="Trebuchet MS"/>
                <a:cs typeface="Trebuchet MS"/>
              </a:rPr>
              <a:t>values)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occurs.</a:t>
            </a:r>
            <a:endParaRPr sz="1450">
              <a:latin typeface="Trebuchet MS"/>
              <a:cs typeface="Trebuchet MS"/>
            </a:endParaRPr>
          </a:p>
          <a:p>
            <a:pPr marL="12700" marR="118745">
              <a:lnSpc>
                <a:spcPts val="1730"/>
              </a:lnSpc>
              <a:spcBef>
                <a:spcPts val="1410"/>
              </a:spcBef>
            </a:pPr>
            <a:r>
              <a:rPr sz="1450" spc="-10" dirty="0">
                <a:latin typeface="Trebuchet MS"/>
                <a:cs typeface="Trebuchet MS"/>
              </a:rPr>
              <a:t>They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help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us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talk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about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30" dirty="0">
                <a:latin typeface="Trebuchet MS"/>
                <a:cs typeface="Trebuchet MS"/>
              </a:rPr>
              <a:t>what’s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35" dirty="0">
                <a:latin typeface="Trebuchet MS"/>
                <a:cs typeface="Trebuchet MS"/>
              </a:rPr>
              <a:t>typical, </a:t>
            </a:r>
            <a:r>
              <a:rPr sz="1450" spc="-30" dirty="0">
                <a:latin typeface="Trebuchet MS"/>
                <a:cs typeface="Trebuchet MS"/>
              </a:rPr>
              <a:t>what’s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unlikely,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how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often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different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outcomes </a:t>
            </a:r>
            <a:r>
              <a:rPr sz="1450" dirty="0">
                <a:latin typeface="Trebuchet MS"/>
                <a:cs typeface="Trebuchet MS"/>
              </a:rPr>
              <a:t>might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occur.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45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A</a:t>
            </a:r>
            <a:r>
              <a:rPr sz="1450" spc="-8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145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chart</a:t>
            </a:r>
            <a:r>
              <a:rPr sz="1450" spc="-75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145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of</a:t>
            </a:r>
            <a:r>
              <a:rPr sz="1450" spc="-8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145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univariate</a:t>
            </a:r>
            <a:r>
              <a:rPr sz="1450" spc="-75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1450" spc="-10" dirty="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distributions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592" y="3400761"/>
            <a:ext cx="3253740" cy="0"/>
          </a:xfrm>
          <a:custGeom>
            <a:avLst/>
            <a:gdLst/>
            <a:ahLst/>
            <a:cxnLst/>
            <a:rect l="l" t="t" r="r" b="b"/>
            <a:pathLst>
              <a:path w="3253740">
                <a:moveTo>
                  <a:pt x="0" y="0"/>
                </a:moveTo>
                <a:lnTo>
                  <a:pt x="3253652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9592" y="2954809"/>
            <a:ext cx="3253740" cy="0"/>
          </a:xfrm>
          <a:custGeom>
            <a:avLst/>
            <a:gdLst/>
            <a:ahLst/>
            <a:cxnLst/>
            <a:rect l="l" t="t" r="r" b="b"/>
            <a:pathLst>
              <a:path w="3253740">
                <a:moveTo>
                  <a:pt x="0" y="0"/>
                </a:moveTo>
                <a:lnTo>
                  <a:pt x="3253652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01618" y="2058513"/>
            <a:ext cx="3462020" cy="1785620"/>
            <a:chOff x="601618" y="2058513"/>
            <a:chExt cx="3462020" cy="1785620"/>
          </a:xfrm>
        </p:grpSpPr>
        <p:sp>
          <p:nvSpPr>
            <p:cNvPr id="5" name="object 5"/>
            <p:cNvSpPr/>
            <p:nvPr/>
          </p:nvSpPr>
          <p:spPr>
            <a:xfrm>
              <a:off x="809592" y="2508839"/>
              <a:ext cx="3253740" cy="0"/>
            </a:xfrm>
            <a:custGeom>
              <a:avLst/>
              <a:gdLst/>
              <a:ahLst/>
              <a:cxnLst/>
              <a:rect l="l" t="t" r="r" b="b"/>
              <a:pathLst>
                <a:path w="3253740">
                  <a:moveTo>
                    <a:pt x="0" y="0"/>
                  </a:moveTo>
                  <a:lnTo>
                    <a:pt x="3253652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0996" y="2164122"/>
              <a:ext cx="0" cy="1529715"/>
            </a:xfrm>
            <a:custGeom>
              <a:avLst/>
              <a:gdLst/>
              <a:ahLst/>
              <a:cxnLst/>
              <a:rect l="l" t="t" r="r" b="b"/>
              <a:pathLst>
                <a:path h="1529714">
                  <a:moveTo>
                    <a:pt x="0" y="15291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69374" y="2164122"/>
              <a:ext cx="0" cy="1529715"/>
            </a:xfrm>
            <a:custGeom>
              <a:avLst/>
              <a:gdLst/>
              <a:ahLst/>
              <a:cxnLst/>
              <a:rect l="l" t="t" r="r" b="b"/>
              <a:pathLst>
                <a:path h="1529714">
                  <a:moveTo>
                    <a:pt x="0" y="15291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7770" y="2164122"/>
              <a:ext cx="0" cy="1529715"/>
            </a:xfrm>
            <a:custGeom>
              <a:avLst/>
              <a:gdLst/>
              <a:ahLst/>
              <a:cxnLst/>
              <a:rect l="l" t="t" r="r" b="b"/>
              <a:pathLst>
                <a:path h="1529714">
                  <a:moveTo>
                    <a:pt x="0" y="15291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26147" y="2164122"/>
              <a:ext cx="0" cy="1529715"/>
            </a:xfrm>
            <a:custGeom>
              <a:avLst/>
              <a:gdLst/>
              <a:ahLst/>
              <a:cxnLst/>
              <a:rect l="l" t="t" r="r" b="b"/>
              <a:pathLst>
                <a:path h="1529714">
                  <a:moveTo>
                    <a:pt x="0" y="15291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9592" y="3623755"/>
              <a:ext cx="3253740" cy="0"/>
            </a:xfrm>
            <a:custGeom>
              <a:avLst/>
              <a:gdLst/>
              <a:ahLst/>
              <a:cxnLst/>
              <a:rect l="l" t="t" r="r" b="b"/>
              <a:pathLst>
                <a:path w="3253740">
                  <a:moveTo>
                    <a:pt x="0" y="0"/>
                  </a:moveTo>
                  <a:lnTo>
                    <a:pt x="3253652" y="0"/>
                  </a:lnTo>
                </a:path>
              </a:pathLst>
            </a:custGeom>
            <a:ln w="633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9592" y="3177785"/>
              <a:ext cx="3253740" cy="0"/>
            </a:xfrm>
            <a:custGeom>
              <a:avLst/>
              <a:gdLst/>
              <a:ahLst/>
              <a:cxnLst/>
              <a:rect l="l" t="t" r="r" b="b"/>
              <a:pathLst>
                <a:path w="3253740">
                  <a:moveTo>
                    <a:pt x="0" y="0"/>
                  </a:moveTo>
                  <a:lnTo>
                    <a:pt x="3253652" y="0"/>
                  </a:lnTo>
                </a:path>
              </a:pathLst>
            </a:custGeom>
            <a:ln w="633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9592" y="2731815"/>
              <a:ext cx="3253740" cy="0"/>
            </a:xfrm>
            <a:custGeom>
              <a:avLst/>
              <a:gdLst/>
              <a:ahLst/>
              <a:cxnLst/>
              <a:rect l="l" t="t" r="r" b="b"/>
              <a:pathLst>
                <a:path w="3253740">
                  <a:moveTo>
                    <a:pt x="0" y="0"/>
                  </a:moveTo>
                  <a:lnTo>
                    <a:pt x="3253652" y="0"/>
                  </a:lnTo>
                </a:path>
              </a:pathLst>
            </a:custGeom>
            <a:ln w="633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9592" y="2285845"/>
              <a:ext cx="3253740" cy="0"/>
            </a:xfrm>
            <a:custGeom>
              <a:avLst/>
              <a:gdLst/>
              <a:ahLst/>
              <a:cxnLst/>
              <a:rect l="l" t="t" r="r" b="b"/>
              <a:pathLst>
                <a:path w="3253740">
                  <a:moveTo>
                    <a:pt x="0" y="0"/>
                  </a:moveTo>
                  <a:lnTo>
                    <a:pt x="3253652" y="0"/>
                  </a:lnTo>
                </a:path>
              </a:pathLst>
            </a:custGeom>
            <a:ln w="633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618" y="2058513"/>
              <a:ext cx="3356643" cy="17856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202" y="3605309"/>
              <a:ext cx="96603" cy="3678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498" y="3159266"/>
              <a:ext cx="96209" cy="36855"/>
            </a:xfrm>
            <a:prstGeom prst="rect">
              <a:avLst/>
            </a:prstGeom>
          </p:spPr>
        </p:pic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61998" y="2178361"/>
          <a:ext cx="3284220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6350">
                      <a:solidFill>
                        <a:srgbClr val="EBEBEB"/>
                      </a:solidFill>
                      <a:prstDash val="solid"/>
                    </a:lnT>
                    <a:lnB w="3175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R w="3175">
                      <a:solidFill>
                        <a:srgbClr val="EBEBEB"/>
                      </a:solidFill>
                      <a:prstDash val="solid"/>
                    </a:lnR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EBEBEB"/>
                      </a:solidFill>
                      <a:prstDash val="solid"/>
                    </a:lnL>
                    <a:lnT w="3175">
                      <a:solidFill>
                        <a:srgbClr val="EBEBEB"/>
                      </a:solidFill>
                      <a:prstDash val="solid"/>
                    </a:lnT>
                    <a:lnB w="6350">
                      <a:solidFill>
                        <a:srgbClr val="EBEB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5564376" y="2164122"/>
            <a:ext cx="0" cy="1529715"/>
          </a:xfrm>
          <a:custGeom>
            <a:avLst/>
            <a:gdLst/>
            <a:ahLst/>
            <a:cxnLst/>
            <a:rect l="l" t="t" r="r" b="b"/>
            <a:pathLst>
              <a:path h="1529714">
                <a:moveTo>
                  <a:pt x="0" y="1529133"/>
                </a:moveTo>
                <a:lnTo>
                  <a:pt x="0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90505" y="2164122"/>
            <a:ext cx="0" cy="1529715"/>
          </a:xfrm>
          <a:custGeom>
            <a:avLst/>
            <a:gdLst/>
            <a:ahLst/>
            <a:cxnLst/>
            <a:rect l="l" t="t" r="r" b="b"/>
            <a:pathLst>
              <a:path h="1529714">
                <a:moveTo>
                  <a:pt x="0" y="1529133"/>
                </a:moveTo>
                <a:lnTo>
                  <a:pt x="0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16653" y="2164122"/>
            <a:ext cx="0" cy="1529715"/>
          </a:xfrm>
          <a:custGeom>
            <a:avLst/>
            <a:gdLst/>
            <a:ahLst/>
            <a:cxnLst/>
            <a:rect l="l" t="t" r="r" b="b"/>
            <a:pathLst>
              <a:path h="1529714">
                <a:moveTo>
                  <a:pt x="0" y="1529133"/>
                </a:moveTo>
                <a:lnTo>
                  <a:pt x="0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8426" y="2058513"/>
            <a:ext cx="3129546" cy="17855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2652" y="3605309"/>
            <a:ext cx="67260" cy="36782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662944" y="3193211"/>
            <a:ext cx="67310" cy="36830"/>
          </a:xfrm>
          <a:custGeom>
            <a:avLst/>
            <a:gdLst/>
            <a:ahLst/>
            <a:cxnLst/>
            <a:rect l="l" t="t" r="r" b="b"/>
            <a:pathLst>
              <a:path w="67310" h="36830">
                <a:moveTo>
                  <a:pt x="23406" y="26466"/>
                </a:moveTo>
                <a:lnTo>
                  <a:pt x="21132" y="4559"/>
                </a:lnTo>
                <a:lnTo>
                  <a:pt x="21031" y="4406"/>
                </a:lnTo>
                <a:lnTo>
                  <a:pt x="20586" y="3797"/>
                </a:lnTo>
                <a:lnTo>
                  <a:pt x="19888" y="3009"/>
                </a:lnTo>
                <a:lnTo>
                  <a:pt x="19519" y="2641"/>
                </a:lnTo>
                <a:lnTo>
                  <a:pt x="18757" y="2006"/>
                </a:lnTo>
                <a:lnTo>
                  <a:pt x="18757" y="26466"/>
                </a:lnTo>
                <a:lnTo>
                  <a:pt x="18554" y="27228"/>
                </a:lnTo>
                <a:lnTo>
                  <a:pt x="14389" y="32753"/>
                </a:lnTo>
                <a:lnTo>
                  <a:pt x="9004" y="32753"/>
                </a:lnTo>
                <a:lnTo>
                  <a:pt x="5270" y="28562"/>
                </a:lnTo>
                <a:lnTo>
                  <a:pt x="5041" y="28003"/>
                </a:lnTo>
                <a:lnTo>
                  <a:pt x="4762" y="27025"/>
                </a:lnTo>
                <a:lnTo>
                  <a:pt x="4622" y="26466"/>
                </a:lnTo>
                <a:lnTo>
                  <a:pt x="4749" y="9753"/>
                </a:lnTo>
                <a:lnTo>
                  <a:pt x="10439" y="3797"/>
                </a:lnTo>
                <a:lnTo>
                  <a:pt x="13144" y="3797"/>
                </a:lnTo>
                <a:lnTo>
                  <a:pt x="13881" y="3949"/>
                </a:lnTo>
                <a:lnTo>
                  <a:pt x="14046" y="3949"/>
                </a:lnTo>
                <a:lnTo>
                  <a:pt x="18757" y="26466"/>
                </a:lnTo>
                <a:lnTo>
                  <a:pt x="18757" y="2006"/>
                </a:lnTo>
                <a:lnTo>
                  <a:pt x="14312" y="177"/>
                </a:lnTo>
                <a:lnTo>
                  <a:pt x="9220" y="177"/>
                </a:lnTo>
                <a:lnTo>
                  <a:pt x="2070" y="4927"/>
                </a:lnTo>
                <a:lnTo>
                  <a:pt x="1955" y="5118"/>
                </a:lnTo>
                <a:lnTo>
                  <a:pt x="0" y="10223"/>
                </a:lnTo>
                <a:lnTo>
                  <a:pt x="0" y="26466"/>
                </a:lnTo>
                <a:lnTo>
                  <a:pt x="9613" y="36817"/>
                </a:lnTo>
                <a:lnTo>
                  <a:pt x="13703" y="36817"/>
                </a:lnTo>
                <a:lnTo>
                  <a:pt x="20650" y="32753"/>
                </a:lnTo>
                <a:lnTo>
                  <a:pt x="20751" y="32626"/>
                </a:lnTo>
                <a:lnTo>
                  <a:pt x="20878" y="32461"/>
                </a:lnTo>
                <a:lnTo>
                  <a:pt x="20967" y="32321"/>
                </a:lnTo>
                <a:lnTo>
                  <a:pt x="21082" y="32131"/>
                </a:lnTo>
                <a:lnTo>
                  <a:pt x="21209" y="31940"/>
                </a:lnTo>
                <a:lnTo>
                  <a:pt x="21780" y="30949"/>
                </a:lnTo>
                <a:lnTo>
                  <a:pt x="22059" y="30391"/>
                </a:lnTo>
                <a:lnTo>
                  <a:pt x="22567" y="29197"/>
                </a:lnTo>
                <a:lnTo>
                  <a:pt x="22682" y="28867"/>
                </a:lnTo>
                <a:lnTo>
                  <a:pt x="22796" y="28562"/>
                </a:lnTo>
                <a:lnTo>
                  <a:pt x="23406" y="26466"/>
                </a:lnTo>
                <a:close/>
              </a:path>
              <a:path w="67310" h="36830">
                <a:moveTo>
                  <a:pt x="35991" y="30873"/>
                </a:moveTo>
                <a:lnTo>
                  <a:pt x="31013" y="30873"/>
                </a:lnTo>
                <a:lnTo>
                  <a:pt x="31013" y="36461"/>
                </a:lnTo>
                <a:lnTo>
                  <a:pt x="35991" y="36461"/>
                </a:lnTo>
                <a:lnTo>
                  <a:pt x="35991" y="30873"/>
                </a:lnTo>
                <a:close/>
              </a:path>
              <a:path w="67310" h="36830">
                <a:moveTo>
                  <a:pt x="67157" y="32550"/>
                </a:moveTo>
                <a:lnTo>
                  <a:pt x="48425" y="32550"/>
                </a:lnTo>
                <a:lnTo>
                  <a:pt x="48983" y="31407"/>
                </a:lnTo>
                <a:lnTo>
                  <a:pt x="49911" y="30035"/>
                </a:lnTo>
                <a:lnTo>
                  <a:pt x="52336" y="27381"/>
                </a:lnTo>
                <a:lnTo>
                  <a:pt x="57785" y="22733"/>
                </a:lnTo>
                <a:lnTo>
                  <a:pt x="62534" y="18415"/>
                </a:lnTo>
                <a:lnTo>
                  <a:pt x="66598" y="9347"/>
                </a:lnTo>
                <a:lnTo>
                  <a:pt x="66421" y="7569"/>
                </a:lnTo>
                <a:lnTo>
                  <a:pt x="54267" y="0"/>
                </a:lnTo>
                <a:lnTo>
                  <a:pt x="51828" y="330"/>
                </a:lnTo>
                <a:lnTo>
                  <a:pt x="43586" y="9385"/>
                </a:lnTo>
                <a:lnTo>
                  <a:pt x="48272" y="9829"/>
                </a:lnTo>
                <a:lnTo>
                  <a:pt x="48475" y="8674"/>
                </a:lnTo>
                <a:lnTo>
                  <a:pt x="49174" y="6959"/>
                </a:lnTo>
                <a:lnTo>
                  <a:pt x="55905" y="3759"/>
                </a:lnTo>
                <a:lnTo>
                  <a:pt x="56743" y="3848"/>
                </a:lnTo>
                <a:lnTo>
                  <a:pt x="61849" y="10833"/>
                </a:lnTo>
                <a:lnTo>
                  <a:pt x="61518" y="12446"/>
                </a:lnTo>
                <a:lnTo>
                  <a:pt x="61061" y="13538"/>
                </a:lnTo>
                <a:lnTo>
                  <a:pt x="59969" y="15278"/>
                </a:lnTo>
                <a:lnTo>
                  <a:pt x="58572" y="16891"/>
                </a:lnTo>
                <a:lnTo>
                  <a:pt x="52959" y="21691"/>
                </a:lnTo>
                <a:lnTo>
                  <a:pt x="49263" y="24968"/>
                </a:lnTo>
                <a:lnTo>
                  <a:pt x="46164" y="28422"/>
                </a:lnTo>
                <a:lnTo>
                  <a:pt x="44818" y="30416"/>
                </a:lnTo>
                <a:lnTo>
                  <a:pt x="43383" y="33223"/>
                </a:lnTo>
                <a:lnTo>
                  <a:pt x="43383" y="36449"/>
                </a:lnTo>
                <a:lnTo>
                  <a:pt x="67157" y="36449"/>
                </a:lnTo>
                <a:lnTo>
                  <a:pt x="67157" y="3255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2951" y="2369290"/>
            <a:ext cx="66851" cy="364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3068" y="2781321"/>
            <a:ext cx="148136" cy="247983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593915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Normal</a:t>
            </a:r>
            <a:r>
              <a:rPr spc="-135" dirty="0"/>
              <a:t> </a:t>
            </a:r>
            <a:r>
              <a:rPr spc="-80" dirty="0"/>
              <a:t>Distribution</a:t>
            </a:r>
            <a:r>
              <a:rPr spc="-135" dirty="0"/>
              <a:t> </a:t>
            </a:r>
            <a:r>
              <a:rPr spc="-80" dirty="0"/>
              <a:t>(Gaussian</a:t>
            </a:r>
            <a:r>
              <a:rPr spc="-135" dirty="0"/>
              <a:t> </a:t>
            </a:r>
            <a:r>
              <a:rPr spc="-70" dirty="0"/>
              <a:t>Distribution)</a:t>
            </a:r>
          </a:p>
        </p:txBody>
      </p:sp>
      <p:sp>
        <p:nvSpPr>
          <p:cNvPr id="27" name="object 27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39800" y="795019"/>
            <a:ext cx="7047230" cy="8642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dirty="0">
                <a:latin typeface="Trebuchet MS"/>
                <a:cs typeface="Trebuchet MS"/>
              </a:rPr>
              <a:t>Origins: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modeling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measurement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error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astronomy,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(for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more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-&gt;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F97B4"/>
                </a:solidFill>
                <a:latin typeface="Trebuchet MS"/>
                <a:cs typeface="Trebuchet MS"/>
                <a:hlinkClick r:id="rId9"/>
              </a:rPr>
              <a:t>Evolution</a:t>
            </a:r>
            <a:r>
              <a:rPr sz="1450" spc="-30" dirty="0">
                <a:solidFill>
                  <a:srgbClr val="3F97B4"/>
                </a:solidFill>
                <a:latin typeface="Trebuchet MS"/>
                <a:cs typeface="Trebuchet MS"/>
                <a:hlinkClick r:id="rId9"/>
              </a:rPr>
              <a:t> </a:t>
            </a:r>
            <a:r>
              <a:rPr sz="1450" dirty="0">
                <a:solidFill>
                  <a:srgbClr val="3F97B4"/>
                </a:solidFill>
                <a:latin typeface="Trebuchet MS"/>
                <a:cs typeface="Trebuchet MS"/>
                <a:hlinkClick r:id="rId9"/>
              </a:rPr>
              <a:t>of</a:t>
            </a:r>
            <a:r>
              <a:rPr sz="1450" spc="-30" dirty="0">
                <a:solidFill>
                  <a:srgbClr val="3F97B4"/>
                </a:solidFill>
                <a:latin typeface="Trebuchet MS"/>
                <a:cs typeface="Trebuchet MS"/>
                <a:hlinkClick r:id="rId9"/>
              </a:rPr>
              <a:t> </a:t>
            </a:r>
            <a:r>
              <a:rPr sz="1450" spc="-10" dirty="0">
                <a:solidFill>
                  <a:srgbClr val="3F97B4"/>
                </a:solidFill>
                <a:latin typeface="Trebuchet MS"/>
                <a:cs typeface="Trebuchet MS"/>
                <a:hlinkClick r:id="rId9"/>
              </a:rPr>
              <a:t>Normal</a:t>
            </a:r>
            <a:r>
              <a:rPr sz="1450" spc="-10" dirty="0">
                <a:solidFill>
                  <a:srgbClr val="3F97B4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F97B4"/>
                </a:solidFill>
                <a:latin typeface="Trebuchet MS"/>
                <a:cs typeface="Trebuchet MS"/>
                <a:hlinkClick r:id="rId9"/>
              </a:rPr>
              <a:t>Distribution</a:t>
            </a:r>
            <a:r>
              <a:rPr sz="1450" spc="-10" dirty="0"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number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real-</a:t>
            </a:r>
            <a:r>
              <a:rPr sz="1450" dirty="0">
                <a:latin typeface="Trebuchet MS"/>
                <a:cs typeface="Trebuchet MS"/>
              </a:rPr>
              <a:t>world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phenomena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follow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approximately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distribution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1524" y="4143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39800" y="4033519"/>
            <a:ext cx="6288405" cy="1045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It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connects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randomness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real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world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with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mathematical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structure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450" dirty="0">
                <a:latin typeface="Trebuchet MS"/>
                <a:cs typeface="Trebuchet MS"/>
              </a:rPr>
              <a:t>Its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symmetry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around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simplifies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lot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things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450" dirty="0">
                <a:latin typeface="Trebuchet MS"/>
                <a:cs typeface="Trebuchet MS"/>
              </a:rPr>
              <a:t>Plays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0" dirty="0">
                <a:latin typeface="Trebuchet MS"/>
                <a:cs typeface="Trebuchet MS"/>
              </a:rPr>
              <a:t> central </a:t>
            </a:r>
            <a:r>
              <a:rPr sz="1450" dirty="0">
                <a:latin typeface="Trebuchet MS"/>
                <a:cs typeface="Trebuchet MS"/>
              </a:rPr>
              <a:t>role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classical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statistical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inference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(hypothesis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testing)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1524" y="4543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1524" y="49434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5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Definition</a:t>
            </a:r>
            <a:r>
              <a:rPr spc="-140" dirty="0"/>
              <a:t> </a:t>
            </a:r>
            <a:r>
              <a:rPr spc="-100" dirty="0"/>
              <a:t>&amp;</a:t>
            </a:r>
            <a:r>
              <a:rPr spc="-140" dirty="0"/>
              <a:t> </a:t>
            </a:r>
            <a:r>
              <a:rPr spc="-75" dirty="0"/>
              <a:t>Notation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2105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4" y="2505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672072"/>
            <a:ext cx="6977380" cy="259715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450" dirty="0">
                <a:latin typeface="Trebuchet MS"/>
                <a:cs typeface="Trebuchet MS"/>
              </a:rPr>
              <a:t>A normal random variable is </a:t>
            </a:r>
            <a:r>
              <a:rPr sz="1450" spc="-10" dirty="0">
                <a:latin typeface="Trebuchet MS"/>
                <a:cs typeface="Trebuchet MS"/>
              </a:rPr>
              <a:t>written</a:t>
            </a:r>
            <a:endParaRPr sz="1450">
              <a:latin typeface="Trebuchet MS"/>
              <a:cs typeface="Trebuchet MS"/>
            </a:endParaRPr>
          </a:p>
          <a:p>
            <a:pPr marL="553720" algn="ctr">
              <a:lnSpc>
                <a:spcPct val="100000"/>
              </a:lnSpc>
              <a:spcBef>
                <a:spcPts val="1135"/>
              </a:spcBef>
            </a:pPr>
            <a:r>
              <a:rPr sz="1500" i="1" spc="190" dirty="0">
                <a:latin typeface="Arial"/>
                <a:cs typeface="Arial"/>
              </a:rPr>
              <a:t>X</a:t>
            </a:r>
            <a:r>
              <a:rPr sz="1500" i="1" spc="20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∼</a:t>
            </a:r>
            <a:r>
              <a:rPr sz="1500" spc="-65" dirty="0">
                <a:latin typeface="Lucida Sans"/>
                <a:cs typeface="Lucida Sans"/>
              </a:rPr>
              <a:t> </a:t>
            </a:r>
            <a:r>
              <a:rPr sz="1650" spc="-185" dirty="0">
                <a:latin typeface="Century"/>
                <a:cs typeface="Century"/>
              </a:rPr>
              <a:t>N</a:t>
            </a:r>
            <a:r>
              <a:rPr sz="1650" spc="-225" dirty="0">
                <a:latin typeface="Century"/>
                <a:cs typeface="Century"/>
              </a:rPr>
              <a:t> </a:t>
            </a:r>
            <a:r>
              <a:rPr sz="1500" dirty="0">
                <a:latin typeface="Lucida Sans"/>
                <a:cs typeface="Lucida Sans"/>
              </a:rPr>
              <a:t>(</a:t>
            </a:r>
            <a:r>
              <a:rPr sz="1500" i="1" dirty="0">
                <a:latin typeface="Arial"/>
                <a:cs typeface="Arial"/>
              </a:rPr>
              <a:t>μ</a:t>
            </a:r>
            <a:r>
              <a:rPr sz="1500" dirty="0">
                <a:latin typeface="Lucida Sans"/>
                <a:cs typeface="Lucida Sans"/>
              </a:rPr>
              <a:t>,</a:t>
            </a:r>
            <a:r>
              <a:rPr sz="1500" spc="-229" dirty="0">
                <a:latin typeface="Lucida Sans"/>
                <a:cs typeface="Lucida Sans"/>
              </a:rPr>
              <a:t> </a:t>
            </a:r>
            <a:r>
              <a:rPr sz="1500" i="1" spc="-25" dirty="0">
                <a:latin typeface="Arial"/>
                <a:cs typeface="Arial"/>
              </a:rPr>
              <a:t>σ</a:t>
            </a:r>
            <a:r>
              <a:rPr sz="1500" spc="-25" dirty="0">
                <a:latin typeface="Lucida Sans"/>
                <a:cs typeface="Lucida Sans"/>
              </a:rPr>
              <a:t>)</a:t>
            </a:r>
            <a:endParaRPr sz="15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450" spc="-10" dirty="0">
                <a:latin typeface="Trebuchet MS"/>
                <a:cs typeface="Trebuchet MS"/>
              </a:rPr>
              <a:t>where: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60"/>
              </a:spcBef>
            </a:pP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10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represents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parameter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30" dirty="0">
                <a:latin typeface="Trebuchet MS"/>
                <a:cs typeface="Trebuchet MS"/>
              </a:rPr>
              <a:t>(location), </a:t>
            </a:r>
            <a:r>
              <a:rPr sz="1450" spc="-25" dirty="0">
                <a:latin typeface="Trebuchet MS"/>
                <a:cs typeface="Trebuchet MS"/>
              </a:rPr>
              <a:t>and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sz="1500" i="1" spc="-90" dirty="0">
                <a:latin typeface="Arial"/>
                <a:cs typeface="Arial"/>
              </a:rPr>
              <a:t>σ</a:t>
            </a:r>
            <a:r>
              <a:rPr sz="1500" i="1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represents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parameter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(scale)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545"/>
              </a:spcBef>
            </a:pPr>
            <a:r>
              <a:rPr sz="1450" spc="-10" dirty="0">
                <a:latin typeface="Trebuchet MS"/>
                <a:cs typeface="Trebuchet MS"/>
              </a:rPr>
              <a:t>Every </a:t>
            </a:r>
            <a:r>
              <a:rPr sz="1450" dirty="0">
                <a:latin typeface="Trebuchet MS"/>
                <a:cs typeface="Trebuchet MS"/>
              </a:rPr>
              <a:t>continuous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defined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by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-2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density</a:t>
            </a:r>
            <a:r>
              <a:rPr sz="1450" b="1" spc="-2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function</a:t>
            </a:r>
            <a:r>
              <a:rPr sz="1450" b="1" spc="25" dirty="0">
                <a:latin typeface="Gill Sans MT"/>
                <a:cs typeface="Gill Sans MT"/>
              </a:rPr>
              <a:t> </a:t>
            </a:r>
            <a:r>
              <a:rPr sz="1450" spc="-30" dirty="0">
                <a:latin typeface="Trebuchet MS"/>
                <a:cs typeface="Trebuchet MS"/>
              </a:rPr>
              <a:t>(PDF)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that </a:t>
            </a:r>
            <a:r>
              <a:rPr sz="1450" dirty="0">
                <a:latin typeface="Trebuchet MS"/>
                <a:cs typeface="Trebuchet MS"/>
              </a:rPr>
              <a:t>determines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its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shape.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1524" y="4210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9800" y="4091398"/>
            <a:ext cx="4166235" cy="6559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65" dirty="0">
                <a:latin typeface="Arial"/>
                <a:cs typeface="Arial"/>
              </a:rPr>
              <a:t>x</a:t>
            </a:r>
            <a:r>
              <a:rPr sz="1500" i="1" spc="-15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real-</a:t>
            </a:r>
            <a:r>
              <a:rPr sz="1450" dirty="0">
                <a:latin typeface="Trebuchet MS"/>
                <a:cs typeface="Trebuchet MS"/>
              </a:rPr>
              <a:t>valued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input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function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500" i="1" spc="-190" dirty="0">
                <a:latin typeface="Arial"/>
                <a:cs typeface="Arial"/>
              </a:rPr>
              <a:t>π</a:t>
            </a:r>
            <a:r>
              <a:rPr sz="1500" i="1" spc="-20" dirty="0">
                <a:latin typeface="Arial"/>
                <a:cs typeface="Arial"/>
              </a:rPr>
              <a:t> </a:t>
            </a:r>
            <a:r>
              <a:rPr sz="1450" spc="-150" dirty="0">
                <a:latin typeface="Trebuchet MS"/>
                <a:cs typeface="Trebuchet MS"/>
              </a:rPr>
              <a:t>(3.14...)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500" i="1" spc="-185" dirty="0">
                <a:latin typeface="Arial"/>
                <a:cs typeface="Arial"/>
              </a:rPr>
              <a:t>e</a:t>
            </a:r>
            <a:r>
              <a:rPr sz="1500" i="1" spc="-15" dirty="0">
                <a:latin typeface="Arial"/>
                <a:cs typeface="Arial"/>
              </a:rPr>
              <a:t> </a:t>
            </a:r>
            <a:r>
              <a:rPr sz="1450" spc="-145" dirty="0">
                <a:latin typeface="Trebuchet MS"/>
                <a:cs typeface="Trebuchet MS"/>
              </a:rPr>
              <a:t>(2.71...)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mathematical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constants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4" y="4610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7021" y="3527109"/>
            <a:ext cx="56642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140" dirty="0">
                <a:latin typeface="Arial"/>
                <a:cs typeface="Arial"/>
              </a:rPr>
              <a:t>f</a:t>
            </a:r>
            <a:r>
              <a:rPr sz="1500" spc="140" dirty="0">
                <a:latin typeface="Lucida Sans"/>
                <a:cs typeface="Lucida Sans"/>
              </a:rPr>
              <a:t>(</a:t>
            </a:r>
            <a:r>
              <a:rPr sz="1500" i="1" spc="140" dirty="0">
                <a:latin typeface="Arial"/>
                <a:cs typeface="Arial"/>
              </a:rPr>
              <a:t>x</a:t>
            </a:r>
            <a:r>
              <a:rPr sz="1500" spc="140" dirty="0">
                <a:latin typeface="Lucida Sans"/>
                <a:cs typeface="Lucida Sans"/>
              </a:rPr>
              <a:t>)</a:t>
            </a:r>
            <a:r>
              <a:rPr sz="1500" spc="-70" dirty="0">
                <a:latin typeface="Lucida Sans"/>
                <a:cs typeface="Lucida Sans"/>
              </a:rPr>
              <a:t> </a:t>
            </a:r>
            <a:r>
              <a:rPr sz="1500" spc="-50" dirty="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8799" y="3529423"/>
            <a:ext cx="3441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5745" algn="l"/>
              </a:tabLst>
            </a:pPr>
            <a:r>
              <a:rPr sz="14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00" i="1" u="none" spc="-12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9623" y="3403284"/>
            <a:ext cx="116839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190" dirty="0">
                <a:latin typeface="Lucida Sans"/>
                <a:cs typeface="Lucida Sans"/>
              </a:rPr>
              <a:t>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8797" y="3689034"/>
            <a:ext cx="47879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-80" dirty="0">
                <a:latin typeface="Arial"/>
                <a:cs typeface="Arial"/>
              </a:rPr>
              <a:t>σ</a:t>
            </a:r>
            <a:r>
              <a:rPr sz="2250" spc="-120" baseline="1851" dirty="0">
                <a:latin typeface="Lucida Sans"/>
                <a:cs typeface="Lucida Sans"/>
              </a:rPr>
              <a:t>√</a:t>
            </a:r>
            <a:r>
              <a:rPr sz="1500" spc="-80" dirty="0">
                <a:latin typeface="Lucida Sans"/>
                <a:cs typeface="Lucida Sans"/>
              </a:rPr>
              <a:t>2</a:t>
            </a:r>
            <a:r>
              <a:rPr sz="1500" i="1" spc="-80" dirty="0">
                <a:latin typeface="Arial"/>
                <a:cs typeface="Arial"/>
              </a:rPr>
              <a:t>π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05274" y="3686174"/>
            <a:ext cx="485775" cy="9525"/>
          </a:xfrm>
          <a:custGeom>
            <a:avLst/>
            <a:gdLst/>
            <a:ahLst/>
            <a:cxnLst/>
            <a:rect l="l" t="t" r="r" b="b"/>
            <a:pathLst>
              <a:path w="485775" h="9525">
                <a:moveTo>
                  <a:pt x="485774" y="9524"/>
                </a:moveTo>
                <a:lnTo>
                  <a:pt x="0" y="9524"/>
                </a:lnTo>
                <a:lnTo>
                  <a:pt x="0" y="0"/>
                </a:lnTo>
                <a:lnTo>
                  <a:pt x="485774" y="0"/>
                </a:lnTo>
                <a:lnTo>
                  <a:pt x="4857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62041" y="3403018"/>
            <a:ext cx="4972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75" spc="-104" baseline="-31746" dirty="0">
                <a:latin typeface="Lucida Sans"/>
                <a:cs typeface="Lucida Sans"/>
              </a:rPr>
              <a:t>−</a:t>
            </a:r>
            <a:r>
              <a:rPr sz="1575" spc="-202" baseline="-31746" dirty="0">
                <a:latin typeface="Lucida Sans"/>
                <a:cs typeface="Lucida Sans"/>
              </a:rPr>
              <a:t> </a:t>
            </a:r>
            <a:r>
              <a:rPr sz="750" spc="-30" dirty="0">
                <a:latin typeface="Lucida Sans"/>
                <a:cs typeface="Lucida Sans"/>
              </a:rPr>
              <a:t>(</a:t>
            </a:r>
            <a:r>
              <a:rPr sz="750" i="1" spc="-30" dirty="0">
                <a:latin typeface="Arial"/>
                <a:cs typeface="Arial"/>
              </a:rPr>
              <a:t>x</a:t>
            </a:r>
            <a:r>
              <a:rPr sz="750" spc="-30" dirty="0">
                <a:latin typeface="Lucida Sans"/>
                <a:cs typeface="Lucida Sans"/>
              </a:rPr>
              <a:t>−</a:t>
            </a:r>
            <a:r>
              <a:rPr sz="750" i="1" spc="-30" dirty="0">
                <a:latin typeface="Arial"/>
                <a:cs typeface="Arial"/>
              </a:rPr>
              <a:t>μ</a:t>
            </a:r>
            <a:r>
              <a:rPr sz="750" spc="-30" dirty="0">
                <a:latin typeface="Lucida Sans"/>
                <a:cs typeface="Lucida Sans"/>
              </a:rPr>
              <a:t>)</a:t>
            </a:r>
            <a:r>
              <a:rPr sz="1125" spc="-44" baseline="14814" dirty="0">
                <a:latin typeface="Lucida Sans"/>
                <a:cs typeface="Lucida Sans"/>
              </a:rPr>
              <a:t>2</a:t>
            </a:r>
            <a:endParaRPr sz="1125" baseline="14814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0875" y="3595630"/>
            <a:ext cx="22479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Lucida Sans"/>
                <a:cs typeface="Lucida Sans"/>
              </a:rPr>
              <a:t>2</a:t>
            </a:r>
            <a:r>
              <a:rPr sz="750" i="1" spc="-25" dirty="0">
                <a:latin typeface="Arial"/>
                <a:cs typeface="Arial"/>
              </a:rPr>
              <a:t>σ</a:t>
            </a:r>
            <a:r>
              <a:rPr sz="1125" spc="-37" baseline="14814" dirty="0">
                <a:latin typeface="Lucida Sans"/>
                <a:cs typeface="Lucida Sans"/>
              </a:rPr>
              <a:t>2</a:t>
            </a:r>
            <a:endParaRPr sz="1125" baseline="14814">
              <a:latin typeface="Lucida Sans"/>
              <a:cs typeface="Lucida San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19649" y="3590924"/>
            <a:ext cx="314325" cy="9525"/>
          </a:xfrm>
          <a:custGeom>
            <a:avLst/>
            <a:gdLst/>
            <a:ahLst/>
            <a:cxnLst/>
            <a:rect l="l" t="t" r="r" b="b"/>
            <a:pathLst>
              <a:path w="314325" h="9525">
                <a:moveTo>
                  <a:pt x="314324" y="9524"/>
                </a:moveTo>
                <a:lnTo>
                  <a:pt x="0" y="9524"/>
                </a:lnTo>
                <a:lnTo>
                  <a:pt x="0" y="0"/>
                </a:lnTo>
                <a:lnTo>
                  <a:pt x="314324" y="0"/>
                </a:lnTo>
                <a:lnTo>
                  <a:pt x="3143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6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1352" y="3088853"/>
            <a:ext cx="2994660" cy="0"/>
          </a:xfrm>
          <a:custGeom>
            <a:avLst/>
            <a:gdLst/>
            <a:ahLst/>
            <a:cxnLst/>
            <a:rect l="l" t="t" r="r" b="b"/>
            <a:pathLst>
              <a:path w="2994660">
                <a:moveTo>
                  <a:pt x="0" y="0"/>
                </a:moveTo>
                <a:lnTo>
                  <a:pt x="29945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1352" y="2423963"/>
            <a:ext cx="2994660" cy="0"/>
          </a:xfrm>
          <a:custGeom>
            <a:avLst/>
            <a:gdLst/>
            <a:ahLst/>
            <a:cxnLst/>
            <a:rect l="l" t="t" r="r" b="b"/>
            <a:pathLst>
              <a:path w="2994660">
                <a:moveTo>
                  <a:pt x="0" y="0"/>
                </a:moveTo>
                <a:lnTo>
                  <a:pt x="29945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1352" y="1759036"/>
            <a:ext cx="2994660" cy="0"/>
          </a:xfrm>
          <a:custGeom>
            <a:avLst/>
            <a:gdLst/>
            <a:ahLst/>
            <a:cxnLst/>
            <a:rect l="l" t="t" r="r" b="b"/>
            <a:pathLst>
              <a:path w="2994660">
                <a:moveTo>
                  <a:pt x="0" y="0"/>
                </a:moveTo>
                <a:lnTo>
                  <a:pt x="299457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96271" y="630972"/>
            <a:ext cx="3004820" cy="2928620"/>
            <a:chOff x="996271" y="630972"/>
            <a:chExt cx="3004820" cy="2928620"/>
          </a:xfrm>
        </p:grpSpPr>
        <p:sp>
          <p:nvSpPr>
            <p:cNvPr id="6" name="object 6"/>
            <p:cNvSpPr/>
            <p:nvPr/>
          </p:nvSpPr>
          <p:spPr>
            <a:xfrm>
              <a:off x="1001352" y="1094147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434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180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7178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25489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7922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3296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1352" y="3421335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1352" y="2756408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1352" y="2091481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1352" y="1426591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1352" y="761665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74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91195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489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98637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52377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06080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9819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37456" y="768697"/>
              <a:ext cx="2722880" cy="2623185"/>
            </a:xfrm>
            <a:custGeom>
              <a:avLst/>
              <a:gdLst/>
              <a:ahLst/>
              <a:cxnLst/>
              <a:rect l="l" t="t" r="r" b="b"/>
              <a:pathLst>
                <a:path w="2722879" h="2623185">
                  <a:moveTo>
                    <a:pt x="0" y="2623169"/>
                  </a:moveTo>
                  <a:lnTo>
                    <a:pt x="446" y="2623058"/>
                  </a:lnTo>
                  <a:lnTo>
                    <a:pt x="930" y="2622983"/>
                  </a:lnTo>
                  <a:lnTo>
                    <a:pt x="1376" y="2622872"/>
                  </a:lnTo>
                  <a:lnTo>
                    <a:pt x="2269" y="2622723"/>
                  </a:lnTo>
                  <a:lnTo>
                    <a:pt x="2716" y="2622611"/>
                  </a:lnTo>
                  <a:lnTo>
                    <a:pt x="3199" y="2622537"/>
                  </a:lnTo>
                  <a:lnTo>
                    <a:pt x="3646" y="2622425"/>
                  </a:lnTo>
                  <a:lnTo>
                    <a:pt x="4539" y="2622276"/>
                  </a:lnTo>
                  <a:lnTo>
                    <a:pt x="4985" y="2622165"/>
                  </a:lnTo>
                  <a:lnTo>
                    <a:pt x="5469" y="2622090"/>
                  </a:lnTo>
                  <a:lnTo>
                    <a:pt x="5915" y="2621979"/>
                  </a:lnTo>
                  <a:lnTo>
                    <a:pt x="6362" y="2621904"/>
                  </a:lnTo>
                  <a:lnTo>
                    <a:pt x="6808" y="2621793"/>
                  </a:lnTo>
                  <a:lnTo>
                    <a:pt x="7255" y="2621718"/>
                  </a:lnTo>
                  <a:lnTo>
                    <a:pt x="7739" y="2621607"/>
                  </a:lnTo>
                  <a:lnTo>
                    <a:pt x="8185" y="2621532"/>
                  </a:lnTo>
                  <a:lnTo>
                    <a:pt x="8632" y="2621421"/>
                  </a:lnTo>
                  <a:lnTo>
                    <a:pt x="9078" y="2621346"/>
                  </a:lnTo>
                  <a:lnTo>
                    <a:pt x="9524" y="2621235"/>
                  </a:lnTo>
                  <a:lnTo>
                    <a:pt x="10008" y="2621160"/>
                  </a:lnTo>
                  <a:lnTo>
                    <a:pt x="10455" y="2621049"/>
                  </a:lnTo>
                  <a:lnTo>
                    <a:pt x="10901" y="2620974"/>
                  </a:lnTo>
                  <a:lnTo>
                    <a:pt x="11348" y="2620863"/>
                  </a:lnTo>
                  <a:lnTo>
                    <a:pt x="11794" y="2620788"/>
                  </a:lnTo>
                  <a:lnTo>
                    <a:pt x="12278" y="2620677"/>
                  </a:lnTo>
                  <a:lnTo>
                    <a:pt x="12724" y="2620602"/>
                  </a:lnTo>
                  <a:lnTo>
                    <a:pt x="13617" y="2620379"/>
                  </a:lnTo>
                  <a:lnTo>
                    <a:pt x="14064" y="2620304"/>
                  </a:lnTo>
                  <a:lnTo>
                    <a:pt x="14547" y="2620193"/>
                  </a:lnTo>
                  <a:lnTo>
                    <a:pt x="14994" y="2620118"/>
                  </a:lnTo>
                  <a:lnTo>
                    <a:pt x="15887" y="2619895"/>
                  </a:lnTo>
                  <a:lnTo>
                    <a:pt x="16333" y="2619821"/>
                  </a:lnTo>
                  <a:lnTo>
                    <a:pt x="16817" y="2619709"/>
                  </a:lnTo>
                  <a:lnTo>
                    <a:pt x="17264" y="2619635"/>
                  </a:lnTo>
                  <a:lnTo>
                    <a:pt x="18157" y="2619411"/>
                  </a:lnTo>
                  <a:lnTo>
                    <a:pt x="18603" y="2619337"/>
                  </a:lnTo>
                  <a:lnTo>
                    <a:pt x="19049" y="2619225"/>
                  </a:lnTo>
                  <a:lnTo>
                    <a:pt x="19533" y="2619114"/>
                  </a:lnTo>
                  <a:lnTo>
                    <a:pt x="19980" y="2619039"/>
                  </a:lnTo>
                  <a:lnTo>
                    <a:pt x="20873" y="2618816"/>
                  </a:lnTo>
                  <a:lnTo>
                    <a:pt x="21319" y="2618742"/>
                  </a:lnTo>
                  <a:lnTo>
                    <a:pt x="21803" y="2618630"/>
                  </a:lnTo>
                  <a:lnTo>
                    <a:pt x="22249" y="2618519"/>
                  </a:lnTo>
                  <a:lnTo>
                    <a:pt x="22696" y="2618444"/>
                  </a:lnTo>
                  <a:lnTo>
                    <a:pt x="23589" y="2618221"/>
                  </a:lnTo>
                  <a:lnTo>
                    <a:pt x="24072" y="2618109"/>
                  </a:lnTo>
                  <a:lnTo>
                    <a:pt x="24519" y="2618035"/>
                  </a:lnTo>
                  <a:lnTo>
                    <a:pt x="25858" y="2617700"/>
                  </a:lnTo>
                  <a:lnTo>
                    <a:pt x="26342" y="2617626"/>
                  </a:lnTo>
                  <a:lnTo>
                    <a:pt x="27682" y="2617291"/>
                  </a:lnTo>
                  <a:lnTo>
                    <a:pt x="28128" y="2617216"/>
                  </a:lnTo>
                  <a:lnTo>
                    <a:pt x="28612" y="2617105"/>
                  </a:lnTo>
                  <a:lnTo>
                    <a:pt x="30398" y="2616658"/>
                  </a:lnTo>
                  <a:lnTo>
                    <a:pt x="30881" y="2616584"/>
                  </a:lnTo>
                  <a:lnTo>
                    <a:pt x="32667" y="2616137"/>
                  </a:lnTo>
                  <a:lnTo>
                    <a:pt x="33151" y="2616026"/>
                  </a:lnTo>
                  <a:lnTo>
                    <a:pt x="33597" y="2615914"/>
                  </a:lnTo>
                  <a:lnTo>
                    <a:pt x="34044" y="2615840"/>
                  </a:lnTo>
                  <a:lnTo>
                    <a:pt x="35383" y="2615505"/>
                  </a:lnTo>
                  <a:lnTo>
                    <a:pt x="35867" y="2615393"/>
                  </a:lnTo>
                  <a:lnTo>
                    <a:pt x="37653" y="2614947"/>
                  </a:lnTo>
                  <a:lnTo>
                    <a:pt x="38137" y="2614835"/>
                  </a:lnTo>
                  <a:lnTo>
                    <a:pt x="39923" y="2614389"/>
                  </a:lnTo>
                  <a:lnTo>
                    <a:pt x="40406" y="2614277"/>
                  </a:lnTo>
                  <a:lnTo>
                    <a:pt x="42192" y="2613830"/>
                  </a:lnTo>
                  <a:lnTo>
                    <a:pt x="42676" y="2613719"/>
                  </a:lnTo>
                  <a:lnTo>
                    <a:pt x="44462" y="2613272"/>
                  </a:lnTo>
                  <a:lnTo>
                    <a:pt x="44946" y="2613161"/>
                  </a:lnTo>
                  <a:lnTo>
                    <a:pt x="46732" y="2612714"/>
                  </a:lnTo>
                  <a:lnTo>
                    <a:pt x="47215" y="2612565"/>
                  </a:lnTo>
                  <a:lnTo>
                    <a:pt x="49001" y="2612119"/>
                  </a:lnTo>
                  <a:lnTo>
                    <a:pt x="49485" y="2612007"/>
                  </a:lnTo>
                  <a:lnTo>
                    <a:pt x="49931" y="2611896"/>
                  </a:lnTo>
                  <a:lnTo>
                    <a:pt x="50378" y="2611747"/>
                  </a:lnTo>
                  <a:lnTo>
                    <a:pt x="51717" y="2611412"/>
                  </a:lnTo>
                  <a:lnTo>
                    <a:pt x="52201" y="2611300"/>
                  </a:lnTo>
                  <a:lnTo>
                    <a:pt x="52647" y="2611152"/>
                  </a:lnTo>
                  <a:lnTo>
                    <a:pt x="53987" y="2610817"/>
                  </a:lnTo>
                  <a:lnTo>
                    <a:pt x="54471" y="2610705"/>
                  </a:lnTo>
                  <a:lnTo>
                    <a:pt x="54917" y="2610556"/>
                  </a:lnTo>
                  <a:lnTo>
                    <a:pt x="56257" y="2610221"/>
                  </a:lnTo>
                  <a:lnTo>
                    <a:pt x="56740" y="2610073"/>
                  </a:lnTo>
                  <a:lnTo>
                    <a:pt x="57633" y="2609849"/>
                  </a:lnTo>
                  <a:lnTo>
                    <a:pt x="58080" y="2609700"/>
                  </a:lnTo>
                  <a:lnTo>
                    <a:pt x="58526" y="2609589"/>
                  </a:lnTo>
                  <a:lnTo>
                    <a:pt x="59010" y="2609477"/>
                  </a:lnTo>
                  <a:lnTo>
                    <a:pt x="59456" y="2609328"/>
                  </a:lnTo>
                  <a:lnTo>
                    <a:pt x="60349" y="2609105"/>
                  </a:lnTo>
                  <a:lnTo>
                    <a:pt x="60796" y="2608956"/>
                  </a:lnTo>
                  <a:lnTo>
                    <a:pt x="61279" y="2608845"/>
                  </a:lnTo>
                  <a:lnTo>
                    <a:pt x="61726" y="2608733"/>
                  </a:lnTo>
                  <a:lnTo>
                    <a:pt x="62172" y="2608584"/>
                  </a:lnTo>
                  <a:lnTo>
                    <a:pt x="62619" y="2608473"/>
                  </a:lnTo>
                  <a:lnTo>
                    <a:pt x="63065" y="2608324"/>
                  </a:lnTo>
                  <a:lnTo>
                    <a:pt x="63549" y="2608212"/>
                  </a:lnTo>
                  <a:lnTo>
                    <a:pt x="63996" y="2608101"/>
                  </a:lnTo>
                  <a:lnTo>
                    <a:pt x="64442" y="2607952"/>
                  </a:lnTo>
                  <a:lnTo>
                    <a:pt x="64889" y="2607840"/>
                  </a:lnTo>
                  <a:lnTo>
                    <a:pt x="65335" y="2607691"/>
                  </a:lnTo>
                  <a:lnTo>
                    <a:pt x="65819" y="2607580"/>
                  </a:lnTo>
                  <a:lnTo>
                    <a:pt x="66265" y="2607431"/>
                  </a:lnTo>
                  <a:lnTo>
                    <a:pt x="66712" y="2607319"/>
                  </a:lnTo>
                  <a:lnTo>
                    <a:pt x="67158" y="2607170"/>
                  </a:lnTo>
                  <a:lnTo>
                    <a:pt x="67605" y="2607059"/>
                  </a:lnTo>
                  <a:lnTo>
                    <a:pt x="68051" y="2606910"/>
                  </a:lnTo>
                  <a:lnTo>
                    <a:pt x="68535" y="2606798"/>
                  </a:lnTo>
                  <a:lnTo>
                    <a:pt x="68981" y="2606650"/>
                  </a:lnTo>
                  <a:lnTo>
                    <a:pt x="69428" y="2606538"/>
                  </a:lnTo>
                  <a:lnTo>
                    <a:pt x="69874" y="2606389"/>
                  </a:lnTo>
                  <a:lnTo>
                    <a:pt x="70321" y="2606277"/>
                  </a:lnTo>
                  <a:lnTo>
                    <a:pt x="70804" y="2606129"/>
                  </a:lnTo>
                  <a:lnTo>
                    <a:pt x="71251" y="2606017"/>
                  </a:lnTo>
                  <a:lnTo>
                    <a:pt x="71697" y="2605868"/>
                  </a:lnTo>
                  <a:lnTo>
                    <a:pt x="72144" y="2605757"/>
                  </a:lnTo>
                  <a:lnTo>
                    <a:pt x="72590" y="2605608"/>
                  </a:lnTo>
                  <a:lnTo>
                    <a:pt x="73074" y="2605459"/>
                  </a:lnTo>
                  <a:lnTo>
                    <a:pt x="73521" y="2605347"/>
                  </a:lnTo>
                  <a:lnTo>
                    <a:pt x="73967" y="2605198"/>
                  </a:lnTo>
                  <a:lnTo>
                    <a:pt x="74414" y="2605087"/>
                  </a:lnTo>
                  <a:lnTo>
                    <a:pt x="74860" y="2604938"/>
                  </a:lnTo>
                  <a:lnTo>
                    <a:pt x="75344" y="2604789"/>
                  </a:lnTo>
                  <a:lnTo>
                    <a:pt x="75790" y="2604678"/>
                  </a:lnTo>
                  <a:lnTo>
                    <a:pt x="76683" y="2604380"/>
                  </a:lnTo>
                  <a:lnTo>
                    <a:pt x="77130" y="2604268"/>
                  </a:lnTo>
                  <a:lnTo>
                    <a:pt x="77613" y="2604119"/>
                  </a:lnTo>
                  <a:lnTo>
                    <a:pt x="78060" y="2603971"/>
                  </a:lnTo>
                  <a:lnTo>
                    <a:pt x="78506" y="2603859"/>
                  </a:lnTo>
                  <a:lnTo>
                    <a:pt x="79399" y="2603561"/>
                  </a:lnTo>
                  <a:lnTo>
                    <a:pt x="79883" y="2603412"/>
                  </a:lnTo>
                  <a:lnTo>
                    <a:pt x="80329" y="2603301"/>
                  </a:lnTo>
                  <a:lnTo>
                    <a:pt x="81669" y="2602854"/>
                  </a:lnTo>
                  <a:lnTo>
                    <a:pt x="82153" y="2602743"/>
                  </a:lnTo>
                  <a:lnTo>
                    <a:pt x="83939" y="2602147"/>
                  </a:lnTo>
                  <a:lnTo>
                    <a:pt x="84385" y="2602036"/>
                  </a:lnTo>
                  <a:lnTo>
                    <a:pt x="84869" y="2601887"/>
                  </a:lnTo>
                  <a:lnTo>
                    <a:pt x="86655" y="2601292"/>
                  </a:lnTo>
                  <a:lnTo>
                    <a:pt x="87138" y="2601143"/>
                  </a:lnTo>
                  <a:lnTo>
                    <a:pt x="87585" y="2601031"/>
                  </a:lnTo>
                  <a:lnTo>
                    <a:pt x="88924" y="2600585"/>
                  </a:lnTo>
                  <a:lnTo>
                    <a:pt x="89408" y="2600436"/>
                  </a:lnTo>
                  <a:lnTo>
                    <a:pt x="91194" y="2599841"/>
                  </a:lnTo>
                  <a:lnTo>
                    <a:pt x="91678" y="2599692"/>
                  </a:lnTo>
                  <a:lnTo>
                    <a:pt x="93464" y="2599096"/>
                  </a:lnTo>
                  <a:lnTo>
                    <a:pt x="93947" y="2598948"/>
                  </a:lnTo>
                  <a:lnTo>
                    <a:pt x="95733" y="2598352"/>
                  </a:lnTo>
                  <a:lnTo>
                    <a:pt x="96217" y="2598204"/>
                  </a:lnTo>
                  <a:lnTo>
                    <a:pt x="97556" y="2597757"/>
                  </a:lnTo>
                  <a:lnTo>
                    <a:pt x="98003" y="2597571"/>
                  </a:lnTo>
                  <a:lnTo>
                    <a:pt x="98487" y="2597422"/>
                  </a:lnTo>
                  <a:lnTo>
                    <a:pt x="100272" y="2596827"/>
                  </a:lnTo>
                  <a:lnTo>
                    <a:pt x="100756" y="2596678"/>
                  </a:lnTo>
                  <a:lnTo>
                    <a:pt x="101203" y="2596492"/>
                  </a:lnTo>
                  <a:lnTo>
                    <a:pt x="102989" y="2595897"/>
                  </a:lnTo>
                  <a:lnTo>
                    <a:pt x="103472" y="2595711"/>
                  </a:lnTo>
                  <a:lnTo>
                    <a:pt x="104812" y="2595264"/>
                  </a:lnTo>
                  <a:lnTo>
                    <a:pt x="105258" y="2595078"/>
                  </a:lnTo>
                  <a:lnTo>
                    <a:pt x="105742" y="2594929"/>
                  </a:lnTo>
                  <a:lnTo>
                    <a:pt x="106188" y="2594780"/>
                  </a:lnTo>
                  <a:lnTo>
                    <a:pt x="106635" y="2594594"/>
                  </a:lnTo>
                  <a:lnTo>
                    <a:pt x="107528" y="2594297"/>
                  </a:lnTo>
                  <a:lnTo>
                    <a:pt x="108012" y="2594111"/>
                  </a:lnTo>
                  <a:lnTo>
                    <a:pt x="108904" y="2593813"/>
                  </a:lnTo>
                  <a:lnTo>
                    <a:pt x="109351" y="2593627"/>
                  </a:lnTo>
                  <a:lnTo>
                    <a:pt x="109797" y="2593478"/>
                  </a:lnTo>
                  <a:lnTo>
                    <a:pt x="110281" y="2593329"/>
                  </a:lnTo>
                  <a:lnTo>
                    <a:pt x="110728" y="2593143"/>
                  </a:lnTo>
                  <a:lnTo>
                    <a:pt x="111174" y="2592994"/>
                  </a:lnTo>
                  <a:lnTo>
                    <a:pt x="111621" y="2592808"/>
                  </a:lnTo>
                  <a:lnTo>
                    <a:pt x="112067" y="2592660"/>
                  </a:lnTo>
                  <a:lnTo>
                    <a:pt x="112551" y="2592474"/>
                  </a:lnTo>
                  <a:lnTo>
                    <a:pt x="113444" y="2592176"/>
                  </a:lnTo>
                  <a:lnTo>
                    <a:pt x="113890" y="2591990"/>
                  </a:lnTo>
                  <a:lnTo>
                    <a:pt x="114337" y="2591841"/>
                  </a:lnTo>
                  <a:lnTo>
                    <a:pt x="114820" y="2591655"/>
                  </a:lnTo>
                  <a:lnTo>
                    <a:pt x="115267" y="2591506"/>
                  </a:lnTo>
                  <a:lnTo>
                    <a:pt x="115713" y="2591320"/>
                  </a:lnTo>
                  <a:lnTo>
                    <a:pt x="116160" y="2591171"/>
                  </a:lnTo>
                  <a:lnTo>
                    <a:pt x="116606" y="2590985"/>
                  </a:lnTo>
                  <a:lnTo>
                    <a:pt x="117090" y="2590799"/>
                  </a:lnTo>
                  <a:lnTo>
                    <a:pt x="117537" y="2590650"/>
                  </a:lnTo>
                  <a:lnTo>
                    <a:pt x="117983" y="2590464"/>
                  </a:lnTo>
                  <a:lnTo>
                    <a:pt x="118429" y="2590316"/>
                  </a:lnTo>
                  <a:lnTo>
                    <a:pt x="118876" y="2590130"/>
                  </a:lnTo>
                  <a:lnTo>
                    <a:pt x="119322" y="2589981"/>
                  </a:lnTo>
                  <a:lnTo>
                    <a:pt x="119806" y="2589795"/>
                  </a:lnTo>
                  <a:lnTo>
                    <a:pt x="120253" y="2589609"/>
                  </a:lnTo>
                  <a:lnTo>
                    <a:pt x="120699" y="2589460"/>
                  </a:lnTo>
                  <a:lnTo>
                    <a:pt x="121592" y="2589088"/>
                  </a:lnTo>
                  <a:lnTo>
                    <a:pt x="122076" y="2588939"/>
                  </a:lnTo>
                  <a:lnTo>
                    <a:pt x="122969" y="2588567"/>
                  </a:lnTo>
                  <a:lnTo>
                    <a:pt x="123415" y="2588418"/>
                  </a:lnTo>
                  <a:lnTo>
                    <a:pt x="123862" y="2588232"/>
                  </a:lnTo>
                  <a:lnTo>
                    <a:pt x="124345" y="2588046"/>
                  </a:lnTo>
                  <a:lnTo>
                    <a:pt x="124792" y="2587860"/>
                  </a:lnTo>
                  <a:lnTo>
                    <a:pt x="125238" y="2587711"/>
                  </a:lnTo>
                  <a:lnTo>
                    <a:pt x="126131" y="2587339"/>
                  </a:lnTo>
                  <a:lnTo>
                    <a:pt x="126615" y="2587153"/>
                  </a:lnTo>
                  <a:lnTo>
                    <a:pt x="127062" y="2587004"/>
                  </a:lnTo>
                  <a:lnTo>
                    <a:pt x="128401" y="2586446"/>
                  </a:lnTo>
                  <a:lnTo>
                    <a:pt x="128885" y="2586260"/>
                  </a:lnTo>
                  <a:lnTo>
                    <a:pt x="129331" y="2586074"/>
                  </a:lnTo>
                  <a:lnTo>
                    <a:pt x="129778" y="2585925"/>
                  </a:lnTo>
                  <a:lnTo>
                    <a:pt x="130671" y="2585553"/>
                  </a:lnTo>
                  <a:lnTo>
                    <a:pt x="131154" y="2585367"/>
                  </a:lnTo>
                  <a:lnTo>
                    <a:pt x="132940" y="2584623"/>
                  </a:lnTo>
                  <a:lnTo>
                    <a:pt x="133424" y="2584437"/>
                  </a:lnTo>
                  <a:lnTo>
                    <a:pt x="135656" y="2583507"/>
                  </a:lnTo>
                  <a:lnTo>
                    <a:pt x="136140" y="2583321"/>
                  </a:lnTo>
                  <a:lnTo>
                    <a:pt x="137926" y="2582577"/>
                  </a:lnTo>
                  <a:lnTo>
                    <a:pt x="138410" y="2582390"/>
                  </a:lnTo>
                  <a:lnTo>
                    <a:pt x="140196" y="2581646"/>
                  </a:lnTo>
                  <a:lnTo>
                    <a:pt x="140679" y="2581423"/>
                  </a:lnTo>
                  <a:lnTo>
                    <a:pt x="142465" y="2580679"/>
                  </a:lnTo>
                  <a:lnTo>
                    <a:pt x="142949" y="2580493"/>
                  </a:lnTo>
                  <a:lnTo>
                    <a:pt x="143395" y="2580270"/>
                  </a:lnTo>
                  <a:lnTo>
                    <a:pt x="144735" y="2579712"/>
                  </a:lnTo>
                  <a:lnTo>
                    <a:pt x="145219" y="2579488"/>
                  </a:lnTo>
                  <a:lnTo>
                    <a:pt x="146558" y="2578930"/>
                  </a:lnTo>
                  <a:lnTo>
                    <a:pt x="147004" y="2578707"/>
                  </a:lnTo>
                  <a:lnTo>
                    <a:pt x="147488" y="2578521"/>
                  </a:lnTo>
                  <a:lnTo>
                    <a:pt x="147935" y="2578335"/>
                  </a:lnTo>
                  <a:lnTo>
                    <a:pt x="148381" y="2578112"/>
                  </a:lnTo>
                  <a:lnTo>
                    <a:pt x="148828" y="2577926"/>
                  </a:lnTo>
                  <a:lnTo>
                    <a:pt x="149274" y="2577702"/>
                  </a:lnTo>
                  <a:lnTo>
                    <a:pt x="149758" y="2577516"/>
                  </a:lnTo>
                  <a:lnTo>
                    <a:pt x="150204" y="2577330"/>
                  </a:lnTo>
                  <a:lnTo>
                    <a:pt x="150651" y="2577107"/>
                  </a:lnTo>
                  <a:lnTo>
                    <a:pt x="151097" y="2576921"/>
                  </a:lnTo>
                  <a:lnTo>
                    <a:pt x="151544" y="2576698"/>
                  </a:lnTo>
                  <a:lnTo>
                    <a:pt x="151990" y="2576512"/>
                  </a:lnTo>
                  <a:lnTo>
                    <a:pt x="152474" y="2576326"/>
                  </a:lnTo>
                  <a:lnTo>
                    <a:pt x="152920" y="2576103"/>
                  </a:lnTo>
                  <a:lnTo>
                    <a:pt x="153367" y="2575917"/>
                  </a:lnTo>
                  <a:lnTo>
                    <a:pt x="153813" y="2575693"/>
                  </a:lnTo>
                  <a:lnTo>
                    <a:pt x="154260" y="2575507"/>
                  </a:lnTo>
                  <a:lnTo>
                    <a:pt x="154744" y="2575284"/>
                  </a:lnTo>
                  <a:lnTo>
                    <a:pt x="155190" y="2575098"/>
                  </a:lnTo>
                  <a:lnTo>
                    <a:pt x="156083" y="2574651"/>
                  </a:lnTo>
                  <a:lnTo>
                    <a:pt x="156529" y="2574465"/>
                  </a:lnTo>
                  <a:lnTo>
                    <a:pt x="157013" y="2574242"/>
                  </a:lnTo>
                  <a:lnTo>
                    <a:pt x="157460" y="2574056"/>
                  </a:lnTo>
                  <a:lnTo>
                    <a:pt x="158353" y="2573610"/>
                  </a:lnTo>
                  <a:lnTo>
                    <a:pt x="158799" y="2573424"/>
                  </a:lnTo>
                  <a:lnTo>
                    <a:pt x="159283" y="2573200"/>
                  </a:lnTo>
                  <a:lnTo>
                    <a:pt x="159729" y="2573014"/>
                  </a:lnTo>
                  <a:lnTo>
                    <a:pt x="161069" y="2572345"/>
                  </a:lnTo>
                  <a:lnTo>
                    <a:pt x="161552" y="2572159"/>
                  </a:lnTo>
                  <a:lnTo>
                    <a:pt x="162445" y="2571712"/>
                  </a:lnTo>
                  <a:lnTo>
                    <a:pt x="162892" y="2571526"/>
                  </a:lnTo>
                  <a:lnTo>
                    <a:pt x="163338" y="2571303"/>
                  </a:lnTo>
                  <a:lnTo>
                    <a:pt x="163822" y="2571080"/>
                  </a:lnTo>
                  <a:lnTo>
                    <a:pt x="164715" y="2570633"/>
                  </a:lnTo>
                  <a:lnTo>
                    <a:pt x="165162" y="2570447"/>
                  </a:lnTo>
                  <a:lnTo>
                    <a:pt x="165608" y="2570224"/>
                  </a:lnTo>
                  <a:lnTo>
                    <a:pt x="166092" y="2570001"/>
                  </a:lnTo>
                  <a:lnTo>
                    <a:pt x="168324" y="2568884"/>
                  </a:lnTo>
                  <a:lnTo>
                    <a:pt x="168808" y="2568698"/>
                  </a:lnTo>
                  <a:lnTo>
                    <a:pt x="170594" y="2567805"/>
                  </a:lnTo>
                  <a:lnTo>
                    <a:pt x="171077" y="2567582"/>
                  </a:lnTo>
                  <a:lnTo>
                    <a:pt x="172863" y="2566689"/>
                  </a:lnTo>
                  <a:lnTo>
                    <a:pt x="173347" y="2566466"/>
                  </a:lnTo>
                  <a:lnTo>
                    <a:pt x="173794" y="2566243"/>
                  </a:lnTo>
                  <a:lnTo>
                    <a:pt x="174240" y="2565982"/>
                  </a:lnTo>
                  <a:lnTo>
                    <a:pt x="175133" y="2565536"/>
                  </a:lnTo>
                  <a:lnTo>
                    <a:pt x="175617" y="2565312"/>
                  </a:lnTo>
                  <a:lnTo>
                    <a:pt x="176956" y="2564643"/>
                  </a:lnTo>
                  <a:lnTo>
                    <a:pt x="177403" y="2564382"/>
                  </a:lnTo>
                  <a:lnTo>
                    <a:pt x="177886" y="2564159"/>
                  </a:lnTo>
                  <a:lnTo>
                    <a:pt x="179226" y="2563489"/>
                  </a:lnTo>
                  <a:lnTo>
                    <a:pt x="179672" y="2563229"/>
                  </a:lnTo>
                  <a:lnTo>
                    <a:pt x="180156" y="2563006"/>
                  </a:lnTo>
                  <a:lnTo>
                    <a:pt x="181049" y="2562559"/>
                  </a:lnTo>
                  <a:lnTo>
                    <a:pt x="181495" y="2562299"/>
                  </a:lnTo>
                  <a:lnTo>
                    <a:pt x="181942" y="2562075"/>
                  </a:lnTo>
                  <a:lnTo>
                    <a:pt x="182426" y="2561852"/>
                  </a:lnTo>
                  <a:lnTo>
                    <a:pt x="182872" y="2561592"/>
                  </a:lnTo>
                  <a:lnTo>
                    <a:pt x="183765" y="2561145"/>
                  </a:lnTo>
                  <a:lnTo>
                    <a:pt x="184211" y="2560885"/>
                  </a:lnTo>
                  <a:lnTo>
                    <a:pt x="184695" y="2560662"/>
                  </a:lnTo>
                  <a:lnTo>
                    <a:pt x="185142" y="2560401"/>
                  </a:lnTo>
                  <a:lnTo>
                    <a:pt x="185588" y="2560178"/>
                  </a:lnTo>
                  <a:lnTo>
                    <a:pt x="186035" y="2559917"/>
                  </a:lnTo>
                  <a:lnTo>
                    <a:pt x="186928" y="2559471"/>
                  </a:lnTo>
                  <a:lnTo>
                    <a:pt x="187411" y="2559211"/>
                  </a:lnTo>
                  <a:lnTo>
                    <a:pt x="187858" y="2558987"/>
                  </a:lnTo>
                  <a:lnTo>
                    <a:pt x="188751" y="2558466"/>
                  </a:lnTo>
                  <a:lnTo>
                    <a:pt x="189197" y="2558243"/>
                  </a:lnTo>
                  <a:lnTo>
                    <a:pt x="189681" y="2557983"/>
                  </a:lnTo>
                  <a:lnTo>
                    <a:pt x="190127" y="2557760"/>
                  </a:lnTo>
                  <a:lnTo>
                    <a:pt x="190574" y="2557499"/>
                  </a:lnTo>
                  <a:lnTo>
                    <a:pt x="191020" y="2557276"/>
                  </a:lnTo>
                  <a:lnTo>
                    <a:pt x="191467" y="2557015"/>
                  </a:lnTo>
                  <a:lnTo>
                    <a:pt x="191951" y="2556755"/>
                  </a:lnTo>
                  <a:lnTo>
                    <a:pt x="192397" y="2556532"/>
                  </a:lnTo>
                  <a:lnTo>
                    <a:pt x="193290" y="2556011"/>
                  </a:lnTo>
                  <a:lnTo>
                    <a:pt x="193736" y="2555787"/>
                  </a:lnTo>
                  <a:lnTo>
                    <a:pt x="194220" y="2555527"/>
                  </a:lnTo>
                  <a:lnTo>
                    <a:pt x="194667" y="2555267"/>
                  </a:lnTo>
                  <a:lnTo>
                    <a:pt x="195113" y="2555043"/>
                  </a:lnTo>
                  <a:lnTo>
                    <a:pt x="196006" y="2554522"/>
                  </a:lnTo>
                  <a:lnTo>
                    <a:pt x="196490" y="2554262"/>
                  </a:lnTo>
                  <a:lnTo>
                    <a:pt x="196936" y="2554002"/>
                  </a:lnTo>
                  <a:lnTo>
                    <a:pt x="197383" y="2553778"/>
                  </a:lnTo>
                  <a:lnTo>
                    <a:pt x="198276" y="2553257"/>
                  </a:lnTo>
                  <a:lnTo>
                    <a:pt x="198759" y="2552997"/>
                  </a:lnTo>
                  <a:lnTo>
                    <a:pt x="200099" y="2552216"/>
                  </a:lnTo>
                  <a:lnTo>
                    <a:pt x="200545" y="2551992"/>
                  </a:lnTo>
                  <a:lnTo>
                    <a:pt x="201029" y="2551732"/>
                  </a:lnTo>
                  <a:lnTo>
                    <a:pt x="203261" y="2550430"/>
                  </a:lnTo>
                  <a:lnTo>
                    <a:pt x="203745" y="2550169"/>
                  </a:lnTo>
                  <a:lnTo>
                    <a:pt x="205531" y="2549127"/>
                  </a:lnTo>
                  <a:lnTo>
                    <a:pt x="206015" y="2548830"/>
                  </a:lnTo>
                  <a:lnTo>
                    <a:pt x="207801" y="2547788"/>
                  </a:lnTo>
                  <a:lnTo>
                    <a:pt x="208284" y="2547528"/>
                  </a:lnTo>
                  <a:lnTo>
                    <a:pt x="208731" y="2547267"/>
                  </a:lnTo>
                  <a:lnTo>
                    <a:pt x="209177" y="2546969"/>
                  </a:lnTo>
                  <a:lnTo>
                    <a:pt x="210070" y="2546449"/>
                  </a:lnTo>
                  <a:lnTo>
                    <a:pt x="210554" y="2546188"/>
                  </a:lnTo>
                  <a:lnTo>
                    <a:pt x="211001" y="2545890"/>
                  </a:lnTo>
                  <a:lnTo>
                    <a:pt x="212340" y="2545109"/>
                  </a:lnTo>
                  <a:lnTo>
                    <a:pt x="212824" y="2544811"/>
                  </a:lnTo>
                  <a:lnTo>
                    <a:pt x="213270" y="2544551"/>
                  </a:lnTo>
                  <a:lnTo>
                    <a:pt x="213717" y="2544253"/>
                  </a:lnTo>
                  <a:lnTo>
                    <a:pt x="214610" y="2543732"/>
                  </a:lnTo>
                  <a:lnTo>
                    <a:pt x="215093" y="2543435"/>
                  </a:lnTo>
                  <a:lnTo>
                    <a:pt x="215540" y="2543174"/>
                  </a:lnTo>
                  <a:lnTo>
                    <a:pt x="215986" y="2542877"/>
                  </a:lnTo>
                  <a:lnTo>
                    <a:pt x="216879" y="2542356"/>
                  </a:lnTo>
                  <a:lnTo>
                    <a:pt x="217363" y="2542058"/>
                  </a:lnTo>
                  <a:lnTo>
                    <a:pt x="217809" y="2541798"/>
                  </a:lnTo>
                  <a:lnTo>
                    <a:pt x="218256" y="2541500"/>
                  </a:lnTo>
                  <a:lnTo>
                    <a:pt x="218702" y="2541240"/>
                  </a:lnTo>
                  <a:lnTo>
                    <a:pt x="219595" y="2540644"/>
                  </a:lnTo>
                  <a:lnTo>
                    <a:pt x="220079" y="2540384"/>
                  </a:lnTo>
                  <a:lnTo>
                    <a:pt x="220526" y="2540086"/>
                  </a:lnTo>
                  <a:lnTo>
                    <a:pt x="220972" y="2539826"/>
                  </a:lnTo>
                  <a:lnTo>
                    <a:pt x="221865" y="2539230"/>
                  </a:lnTo>
                  <a:lnTo>
                    <a:pt x="222349" y="2538970"/>
                  </a:lnTo>
                  <a:lnTo>
                    <a:pt x="223242" y="2538375"/>
                  </a:lnTo>
                  <a:lnTo>
                    <a:pt x="223688" y="2538114"/>
                  </a:lnTo>
                  <a:lnTo>
                    <a:pt x="224135" y="2537817"/>
                  </a:lnTo>
                  <a:lnTo>
                    <a:pt x="224618" y="2537519"/>
                  </a:lnTo>
                  <a:lnTo>
                    <a:pt x="225065" y="2537221"/>
                  </a:lnTo>
                  <a:lnTo>
                    <a:pt x="225511" y="2536961"/>
                  </a:lnTo>
                  <a:lnTo>
                    <a:pt x="226404" y="2536365"/>
                  </a:lnTo>
                  <a:lnTo>
                    <a:pt x="226888" y="2536068"/>
                  </a:lnTo>
                  <a:lnTo>
                    <a:pt x="227334" y="2535770"/>
                  </a:lnTo>
                  <a:lnTo>
                    <a:pt x="227781" y="2535510"/>
                  </a:lnTo>
                  <a:lnTo>
                    <a:pt x="228674" y="2534914"/>
                  </a:lnTo>
                  <a:lnTo>
                    <a:pt x="229158" y="2534617"/>
                  </a:lnTo>
                  <a:lnTo>
                    <a:pt x="230944" y="2533426"/>
                  </a:lnTo>
                  <a:lnTo>
                    <a:pt x="231427" y="2533128"/>
                  </a:lnTo>
                  <a:lnTo>
                    <a:pt x="233213" y="2531938"/>
                  </a:lnTo>
                  <a:lnTo>
                    <a:pt x="233697" y="2531640"/>
                  </a:lnTo>
                  <a:lnTo>
                    <a:pt x="235036" y="2530747"/>
                  </a:lnTo>
                  <a:lnTo>
                    <a:pt x="235483" y="2530412"/>
                  </a:lnTo>
                  <a:lnTo>
                    <a:pt x="235929" y="2530115"/>
                  </a:lnTo>
                  <a:lnTo>
                    <a:pt x="236413" y="2529817"/>
                  </a:lnTo>
                  <a:lnTo>
                    <a:pt x="237306" y="2529222"/>
                  </a:lnTo>
                  <a:lnTo>
                    <a:pt x="237752" y="2528887"/>
                  </a:lnTo>
                  <a:lnTo>
                    <a:pt x="238199" y="2528589"/>
                  </a:lnTo>
                  <a:lnTo>
                    <a:pt x="238683" y="2528292"/>
                  </a:lnTo>
                  <a:lnTo>
                    <a:pt x="239129" y="2527994"/>
                  </a:lnTo>
                  <a:lnTo>
                    <a:pt x="239576" y="2527659"/>
                  </a:lnTo>
                  <a:lnTo>
                    <a:pt x="240469" y="2527064"/>
                  </a:lnTo>
                  <a:lnTo>
                    <a:pt x="240952" y="2526729"/>
                  </a:lnTo>
                  <a:lnTo>
                    <a:pt x="241845" y="2526133"/>
                  </a:lnTo>
                  <a:lnTo>
                    <a:pt x="242292" y="2525799"/>
                  </a:lnTo>
                  <a:lnTo>
                    <a:pt x="242738" y="2525501"/>
                  </a:lnTo>
                  <a:lnTo>
                    <a:pt x="243222" y="2525166"/>
                  </a:lnTo>
                  <a:lnTo>
                    <a:pt x="244115" y="2524571"/>
                  </a:lnTo>
                  <a:lnTo>
                    <a:pt x="244561" y="2524236"/>
                  </a:lnTo>
                  <a:lnTo>
                    <a:pt x="245008" y="2523938"/>
                  </a:lnTo>
                  <a:lnTo>
                    <a:pt x="245491" y="2523603"/>
                  </a:lnTo>
                  <a:lnTo>
                    <a:pt x="245938" y="2523269"/>
                  </a:lnTo>
                  <a:lnTo>
                    <a:pt x="246384" y="2522971"/>
                  </a:lnTo>
                  <a:lnTo>
                    <a:pt x="246831" y="2522636"/>
                  </a:lnTo>
                  <a:lnTo>
                    <a:pt x="247277" y="2522338"/>
                  </a:lnTo>
                  <a:lnTo>
                    <a:pt x="247761" y="2522004"/>
                  </a:lnTo>
                  <a:lnTo>
                    <a:pt x="248208" y="2521706"/>
                  </a:lnTo>
                  <a:lnTo>
                    <a:pt x="249101" y="2521036"/>
                  </a:lnTo>
                  <a:lnTo>
                    <a:pt x="249547" y="2520738"/>
                  </a:lnTo>
                  <a:lnTo>
                    <a:pt x="250031" y="2520404"/>
                  </a:lnTo>
                  <a:lnTo>
                    <a:pt x="250924" y="2519734"/>
                  </a:lnTo>
                  <a:lnTo>
                    <a:pt x="251370" y="2519436"/>
                  </a:lnTo>
                  <a:lnTo>
                    <a:pt x="252263" y="2518767"/>
                  </a:lnTo>
                  <a:lnTo>
                    <a:pt x="252747" y="2518432"/>
                  </a:lnTo>
                  <a:lnTo>
                    <a:pt x="253193" y="2518134"/>
                  </a:lnTo>
                  <a:lnTo>
                    <a:pt x="254533" y="2517129"/>
                  </a:lnTo>
                  <a:lnTo>
                    <a:pt x="255016" y="2516794"/>
                  </a:lnTo>
                  <a:lnTo>
                    <a:pt x="256802" y="2515455"/>
                  </a:lnTo>
                  <a:lnTo>
                    <a:pt x="257286" y="2515120"/>
                  </a:lnTo>
                  <a:lnTo>
                    <a:pt x="259072" y="2513781"/>
                  </a:lnTo>
                  <a:lnTo>
                    <a:pt x="259556" y="2513446"/>
                  </a:lnTo>
                  <a:lnTo>
                    <a:pt x="261342" y="2512106"/>
                  </a:lnTo>
                  <a:lnTo>
                    <a:pt x="261825" y="2511734"/>
                  </a:lnTo>
                  <a:lnTo>
                    <a:pt x="263611" y="2510395"/>
                  </a:lnTo>
                  <a:lnTo>
                    <a:pt x="264095" y="2510023"/>
                  </a:lnTo>
                  <a:lnTo>
                    <a:pt x="265434" y="2509018"/>
                  </a:lnTo>
                  <a:lnTo>
                    <a:pt x="265881" y="2508646"/>
                  </a:lnTo>
                  <a:lnTo>
                    <a:pt x="266365" y="2508311"/>
                  </a:lnTo>
                  <a:lnTo>
                    <a:pt x="266811" y="2507939"/>
                  </a:lnTo>
                  <a:lnTo>
                    <a:pt x="267704" y="2507269"/>
                  </a:lnTo>
                  <a:lnTo>
                    <a:pt x="268151" y="2506897"/>
                  </a:lnTo>
                  <a:lnTo>
                    <a:pt x="268634" y="2506563"/>
                  </a:lnTo>
                  <a:lnTo>
                    <a:pt x="269081" y="2506190"/>
                  </a:lnTo>
                  <a:lnTo>
                    <a:pt x="269527" y="2505856"/>
                  </a:lnTo>
                  <a:lnTo>
                    <a:pt x="269974" y="2505484"/>
                  </a:lnTo>
                  <a:lnTo>
                    <a:pt x="270420" y="2505149"/>
                  </a:lnTo>
                  <a:lnTo>
                    <a:pt x="270867" y="2504777"/>
                  </a:lnTo>
                  <a:lnTo>
                    <a:pt x="271350" y="2504442"/>
                  </a:lnTo>
                  <a:lnTo>
                    <a:pt x="271797" y="2504070"/>
                  </a:lnTo>
                  <a:lnTo>
                    <a:pt x="272243" y="2503735"/>
                  </a:lnTo>
                  <a:lnTo>
                    <a:pt x="273136" y="2502991"/>
                  </a:lnTo>
                  <a:lnTo>
                    <a:pt x="273620" y="2502656"/>
                  </a:lnTo>
                  <a:lnTo>
                    <a:pt x="274513" y="2501912"/>
                  </a:lnTo>
                  <a:lnTo>
                    <a:pt x="274959" y="2501577"/>
                  </a:lnTo>
                  <a:lnTo>
                    <a:pt x="275406" y="2501205"/>
                  </a:lnTo>
                  <a:lnTo>
                    <a:pt x="275890" y="2500833"/>
                  </a:lnTo>
                  <a:lnTo>
                    <a:pt x="276336" y="2500461"/>
                  </a:lnTo>
                  <a:lnTo>
                    <a:pt x="276783" y="2500126"/>
                  </a:lnTo>
                  <a:lnTo>
                    <a:pt x="277676" y="2499382"/>
                  </a:lnTo>
                  <a:lnTo>
                    <a:pt x="278159" y="2499010"/>
                  </a:lnTo>
                  <a:lnTo>
                    <a:pt x="279499" y="2497893"/>
                  </a:lnTo>
                  <a:lnTo>
                    <a:pt x="279945" y="2497558"/>
                  </a:lnTo>
                  <a:lnTo>
                    <a:pt x="280429" y="2497186"/>
                  </a:lnTo>
                  <a:lnTo>
                    <a:pt x="282215" y="2495698"/>
                  </a:lnTo>
                  <a:lnTo>
                    <a:pt x="282698" y="2495326"/>
                  </a:lnTo>
                  <a:lnTo>
                    <a:pt x="283145" y="2494954"/>
                  </a:lnTo>
                  <a:lnTo>
                    <a:pt x="283591" y="2494545"/>
                  </a:lnTo>
                  <a:lnTo>
                    <a:pt x="284484" y="2493801"/>
                  </a:lnTo>
                  <a:lnTo>
                    <a:pt x="284968" y="2493429"/>
                  </a:lnTo>
                  <a:lnTo>
                    <a:pt x="286308" y="2492312"/>
                  </a:lnTo>
                  <a:lnTo>
                    <a:pt x="286754" y="2491903"/>
                  </a:lnTo>
                  <a:lnTo>
                    <a:pt x="287201" y="2491531"/>
                  </a:lnTo>
                  <a:lnTo>
                    <a:pt x="287684" y="2491159"/>
                  </a:lnTo>
                  <a:lnTo>
                    <a:pt x="288131" y="2490787"/>
                  </a:lnTo>
                  <a:lnTo>
                    <a:pt x="288577" y="2490378"/>
                  </a:lnTo>
                  <a:lnTo>
                    <a:pt x="289470" y="2489633"/>
                  </a:lnTo>
                  <a:lnTo>
                    <a:pt x="289954" y="2489224"/>
                  </a:lnTo>
                  <a:lnTo>
                    <a:pt x="290400" y="2488852"/>
                  </a:lnTo>
                  <a:lnTo>
                    <a:pt x="290847" y="2488443"/>
                  </a:lnTo>
                  <a:lnTo>
                    <a:pt x="291740" y="2487699"/>
                  </a:lnTo>
                  <a:lnTo>
                    <a:pt x="292223" y="2487289"/>
                  </a:lnTo>
                  <a:lnTo>
                    <a:pt x="292670" y="2486917"/>
                  </a:lnTo>
                  <a:lnTo>
                    <a:pt x="293116" y="2486508"/>
                  </a:lnTo>
                  <a:lnTo>
                    <a:pt x="293563" y="2486136"/>
                  </a:lnTo>
                  <a:lnTo>
                    <a:pt x="294009" y="2485727"/>
                  </a:lnTo>
                  <a:lnTo>
                    <a:pt x="294493" y="2485355"/>
                  </a:lnTo>
                  <a:lnTo>
                    <a:pt x="295386" y="2484536"/>
                  </a:lnTo>
                  <a:lnTo>
                    <a:pt x="295833" y="2484164"/>
                  </a:lnTo>
                  <a:lnTo>
                    <a:pt x="296279" y="2483755"/>
                  </a:lnTo>
                  <a:lnTo>
                    <a:pt x="296763" y="2483345"/>
                  </a:lnTo>
                  <a:lnTo>
                    <a:pt x="297209" y="2482973"/>
                  </a:lnTo>
                  <a:lnTo>
                    <a:pt x="298102" y="2482155"/>
                  </a:lnTo>
                  <a:lnTo>
                    <a:pt x="298549" y="2481783"/>
                  </a:lnTo>
                  <a:lnTo>
                    <a:pt x="299032" y="2481373"/>
                  </a:lnTo>
                  <a:lnTo>
                    <a:pt x="300372" y="2480146"/>
                  </a:lnTo>
                  <a:lnTo>
                    <a:pt x="300818" y="2479774"/>
                  </a:lnTo>
                  <a:lnTo>
                    <a:pt x="301302" y="2479364"/>
                  </a:lnTo>
                  <a:lnTo>
                    <a:pt x="303534" y="2477318"/>
                  </a:lnTo>
                  <a:lnTo>
                    <a:pt x="304018" y="2476909"/>
                  </a:lnTo>
                  <a:lnTo>
                    <a:pt x="305804" y="2475271"/>
                  </a:lnTo>
                  <a:lnTo>
                    <a:pt x="306288" y="2474862"/>
                  </a:lnTo>
                  <a:lnTo>
                    <a:pt x="306734" y="2474453"/>
                  </a:lnTo>
                  <a:lnTo>
                    <a:pt x="307181" y="2474006"/>
                  </a:lnTo>
                  <a:lnTo>
                    <a:pt x="308074" y="2473188"/>
                  </a:lnTo>
                  <a:lnTo>
                    <a:pt x="308557" y="2472779"/>
                  </a:lnTo>
                  <a:lnTo>
                    <a:pt x="309004" y="2472369"/>
                  </a:lnTo>
                  <a:lnTo>
                    <a:pt x="309450" y="2471923"/>
                  </a:lnTo>
                  <a:lnTo>
                    <a:pt x="310343" y="2471104"/>
                  </a:lnTo>
                  <a:lnTo>
                    <a:pt x="310827" y="2470695"/>
                  </a:lnTo>
                  <a:lnTo>
                    <a:pt x="311273" y="2470249"/>
                  </a:lnTo>
                  <a:lnTo>
                    <a:pt x="312166" y="2469430"/>
                  </a:lnTo>
                  <a:lnTo>
                    <a:pt x="312613" y="2468983"/>
                  </a:lnTo>
                  <a:lnTo>
                    <a:pt x="313097" y="2468574"/>
                  </a:lnTo>
                  <a:lnTo>
                    <a:pt x="313543" y="2468128"/>
                  </a:lnTo>
                  <a:lnTo>
                    <a:pt x="313990" y="2467718"/>
                  </a:lnTo>
                  <a:lnTo>
                    <a:pt x="314436" y="2467272"/>
                  </a:lnTo>
                  <a:lnTo>
                    <a:pt x="314883" y="2466863"/>
                  </a:lnTo>
                  <a:lnTo>
                    <a:pt x="315366" y="2466416"/>
                  </a:lnTo>
                  <a:lnTo>
                    <a:pt x="315813" y="2466007"/>
                  </a:lnTo>
                  <a:lnTo>
                    <a:pt x="316259" y="2465560"/>
                  </a:lnTo>
                  <a:lnTo>
                    <a:pt x="316706" y="2465151"/>
                  </a:lnTo>
                  <a:lnTo>
                    <a:pt x="317152" y="2464705"/>
                  </a:lnTo>
                  <a:lnTo>
                    <a:pt x="317636" y="2464258"/>
                  </a:lnTo>
                  <a:lnTo>
                    <a:pt x="318082" y="2463849"/>
                  </a:lnTo>
                  <a:lnTo>
                    <a:pt x="318975" y="2462956"/>
                  </a:lnTo>
                  <a:lnTo>
                    <a:pt x="319422" y="2462547"/>
                  </a:lnTo>
                  <a:lnTo>
                    <a:pt x="319868" y="2462100"/>
                  </a:lnTo>
                  <a:lnTo>
                    <a:pt x="320352" y="2461654"/>
                  </a:lnTo>
                  <a:lnTo>
                    <a:pt x="320798" y="2461207"/>
                  </a:lnTo>
                  <a:lnTo>
                    <a:pt x="321245" y="2460798"/>
                  </a:lnTo>
                  <a:lnTo>
                    <a:pt x="322138" y="2459905"/>
                  </a:lnTo>
                  <a:lnTo>
                    <a:pt x="322622" y="2459458"/>
                  </a:lnTo>
                  <a:lnTo>
                    <a:pt x="324408" y="2457673"/>
                  </a:lnTo>
                  <a:lnTo>
                    <a:pt x="324891" y="2457226"/>
                  </a:lnTo>
                  <a:lnTo>
                    <a:pt x="326677" y="2455440"/>
                  </a:lnTo>
                  <a:lnTo>
                    <a:pt x="327161" y="2454994"/>
                  </a:lnTo>
                  <a:lnTo>
                    <a:pt x="328500" y="2453654"/>
                  </a:lnTo>
                  <a:lnTo>
                    <a:pt x="328947" y="2453171"/>
                  </a:lnTo>
                  <a:lnTo>
                    <a:pt x="329431" y="2452724"/>
                  </a:lnTo>
                  <a:lnTo>
                    <a:pt x="330770" y="2451385"/>
                  </a:lnTo>
                  <a:lnTo>
                    <a:pt x="331216" y="2450901"/>
                  </a:lnTo>
                  <a:lnTo>
                    <a:pt x="331700" y="2450454"/>
                  </a:lnTo>
                  <a:lnTo>
                    <a:pt x="332147" y="2450008"/>
                  </a:lnTo>
                  <a:lnTo>
                    <a:pt x="332593" y="2449524"/>
                  </a:lnTo>
                  <a:lnTo>
                    <a:pt x="333040" y="2449078"/>
                  </a:lnTo>
                  <a:lnTo>
                    <a:pt x="333486" y="2448594"/>
                  </a:lnTo>
                  <a:lnTo>
                    <a:pt x="333970" y="2448148"/>
                  </a:lnTo>
                  <a:lnTo>
                    <a:pt x="334416" y="2447701"/>
                  </a:lnTo>
                  <a:lnTo>
                    <a:pt x="334863" y="2447217"/>
                  </a:lnTo>
                  <a:lnTo>
                    <a:pt x="335309" y="2446771"/>
                  </a:lnTo>
                  <a:lnTo>
                    <a:pt x="336202" y="2445804"/>
                  </a:lnTo>
                  <a:lnTo>
                    <a:pt x="336686" y="2445357"/>
                  </a:lnTo>
                  <a:lnTo>
                    <a:pt x="337132" y="2444873"/>
                  </a:lnTo>
                  <a:lnTo>
                    <a:pt x="337579" y="2444427"/>
                  </a:lnTo>
                  <a:lnTo>
                    <a:pt x="338472" y="2443460"/>
                  </a:lnTo>
                  <a:lnTo>
                    <a:pt x="338956" y="2443013"/>
                  </a:lnTo>
                  <a:lnTo>
                    <a:pt x="339848" y="2442046"/>
                  </a:lnTo>
                  <a:lnTo>
                    <a:pt x="340295" y="2441599"/>
                  </a:lnTo>
                  <a:lnTo>
                    <a:pt x="340741" y="2441115"/>
                  </a:lnTo>
                  <a:lnTo>
                    <a:pt x="341225" y="2440632"/>
                  </a:lnTo>
                  <a:lnTo>
                    <a:pt x="342565" y="2439181"/>
                  </a:lnTo>
                  <a:lnTo>
                    <a:pt x="343495" y="2438250"/>
                  </a:lnTo>
                  <a:lnTo>
                    <a:pt x="345281" y="2436316"/>
                  </a:lnTo>
                  <a:lnTo>
                    <a:pt x="345764" y="2435832"/>
                  </a:lnTo>
                  <a:lnTo>
                    <a:pt x="347104" y="2434381"/>
                  </a:lnTo>
                  <a:lnTo>
                    <a:pt x="347550" y="2433860"/>
                  </a:lnTo>
                  <a:lnTo>
                    <a:pt x="348034" y="2433376"/>
                  </a:lnTo>
                  <a:lnTo>
                    <a:pt x="349373" y="2431925"/>
                  </a:lnTo>
                  <a:lnTo>
                    <a:pt x="349820" y="2431404"/>
                  </a:lnTo>
                  <a:lnTo>
                    <a:pt x="350304" y="2430921"/>
                  </a:lnTo>
                  <a:lnTo>
                    <a:pt x="351197" y="2429953"/>
                  </a:lnTo>
                  <a:lnTo>
                    <a:pt x="351643" y="2429432"/>
                  </a:lnTo>
                  <a:lnTo>
                    <a:pt x="352090" y="2428949"/>
                  </a:lnTo>
                  <a:lnTo>
                    <a:pt x="352573" y="2428428"/>
                  </a:lnTo>
                  <a:lnTo>
                    <a:pt x="353466" y="2427460"/>
                  </a:lnTo>
                  <a:lnTo>
                    <a:pt x="353913" y="2426940"/>
                  </a:lnTo>
                  <a:lnTo>
                    <a:pt x="354359" y="2426456"/>
                  </a:lnTo>
                  <a:lnTo>
                    <a:pt x="354806" y="2425935"/>
                  </a:lnTo>
                  <a:lnTo>
                    <a:pt x="355289" y="2425451"/>
                  </a:lnTo>
                  <a:lnTo>
                    <a:pt x="355736" y="2424930"/>
                  </a:lnTo>
                  <a:lnTo>
                    <a:pt x="356182" y="2424447"/>
                  </a:lnTo>
                  <a:lnTo>
                    <a:pt x="357075" y="2423405"/>
                  </a:lnTo>
                  <a:lnTo>
                    <a:pt x="357559" y="2422921"/>
                  </a:lnTo>
                  <a:lnTo>
                    <a:pt x="358452" y="2421879"/>
                  </a:lnTo>
                  <a:lnTo>
                    <a:pt x="358898" y="2421396"/>
                  </a:lnTo>
                  <a:lnTo>
                    <a:pt x="359345" y="2420875"/>
                  </a:lnTo>
                  <a:lnTo>
                    <a:pt x="359829" y="2420354"/>
                  </a:lnTo>
                  <a:lnTo>
                    <a:pt x="360275" y="2419833"/>
                  </a:lnTo>
                  <a:lnTo>
                    <a:pt x="360722" y="2419349"/>
                  </a:lnTo>
                  <a:lnTo>
                    <a:pt x="361615" y="2418308"/>
                  </a:lnTo>
                  <a:lnTo>
                    <a:pt x="362098" y="2417787"/>
                  </a:lnTo>
                  <a:lnTo>
                    <a:pt x="363884" y="2415703"/>
                  </a:lnTo>
                  <a:lnTo>
                    <a:pt x="364368" y="2415182"/>
                  </a:lnTo>
                  <a:lnTo>
                    <a:pt x="366154" y="2413099"/>
                  </a:lnTo>
                  <a:lnTo>
                    <a:pt x="366638" y="2412578"/>
                  </a:lnTo>
                  <a:lnTo>
                    <a:pt x="367084" y="2412057"/>
                  </a:lnTo>
                  <a:lnTo>
                    <a:pt x="367531" y="2411499"/>
                  </a:lnTo>
                  <a:lnTo>
                    <a:pt x="368423" y="2410457"/>
                  </a:lnTo>
                  <a:lnTo>
                    <a:pt x="368907" y="2409936"/>
                  </a:lnTo>
                  <a:lnTo>
                    <a:pt x="369354" y="2409378"/>
                  </a:lnTo>
                  <a:lnTo>
                    <a:pt x="370247" y="2408336"/>
                  </a:lnTo>
                  <a:lnTo>
                    <a:pt x="370693" y="2407778"/>
                  </a:lnTo>
                  <a:lnTo>
                    <a:pt x="371140" y="2407257"/>
                  </a:lnTo>
                  <a:lnTo>
                    <a:pt x="371623" y="2406736"/>
                  </a:lnTo>
                  <a:lnTo>
                    <a:pt x="372070" y="2406178"/>
                  </a:lnTo>
                  <a:lnTo>
                    <a:pt x="372516" y="2405657"/>
                  </a:lnTo>
                  <a:lnTo>
                    <a:pt x="372963" y="2405099"/>
                  </a:lnTo>
                  <a:lnTo>
                    <a:pt x="373409" y="2404578"/>
                  </a:lnTo>
                  <a:lnTo>
                    <a:pt x="373893" y="2404020"/>
                  </a:lnTo>
                  <a:lnTo>
                    <a:pt x="374339" y="2403499"/>
                  </a:lnTo>
                  <a:lnTo>
                    <a:pt x="374786" y="2402941"/>
                  </a:lnTo>
                  <a:lnTo>
                    <a:pt x="375232" y="2402420"/>
                  </a:lnTo>
                  <a:lnTo>
                    <a:pt x="375679" y="2401862"/>
                  </a:lnTo>
                  <a:lnTo>
                    <a:pt x="376163" y="2401304"/>
                  </a:lnTo>
                  <a:lnTo>
                    <a:pt x="376609" y="2400783"/>
                  </a:lnTo>
                  <a:lnTo>
                    <a:pt x="377948" y="2399109"/>
                  </a:lnTo>
                  <a:lnTo>
                    <a:pt x="378432" y="2398588"/>
                  </a:lnTo>
                  <a:lnTo>
                    <a:pt x="380218" y="2396355"/>
                  </a:lnTo>
                  <a:lnTo>
                    <a:pt x="380702" y="2395797"/>
                  </a:lnTo>
                  <a:lnTo>
                    <a:pt x="381148" y="2395239"/>
                  </a:lnTo>
                  <a:lnTo>
                    <a:pt x="381595" y="2394718"/>
                  </a:lnTo>
                  <a:lnTo>
                    <a:pt x="382488" y="2393602"/>
                  </a:lnTo>
                  <a:lnTo>
                    <a:pt x="382971" y="2393007"/>
                  </a:lnTo>
                  <a:lnTo>
                    <a:pt x="384757" y="2390774"/>
                  </a:lnTo>
                  <a:lnTo>
                    <a:pt x="385241" y="2390216"/>
                  </a:lnTo>
                  <a:lnTo>
                    <a:pt x="386134" y="2389100"/>
                  </a:lnTo>
                  <a:lnTo>
                    <a:pt x="386581" y="2388505"/>
                  </a:lnTo>
                  <a:lnTo>
                    <a:pt x="387473" y="2387389"/>
                  </a:lnTo>
                  <a:lnTo>
                    <a:pt x="387957" y="2386793"/>
                  </a:lnTo>
                  <a:lnTo>
                    <a:pt x="388850" y="2385677"/>
                  </a:lnTo>
                  <a:lnTo>
                    <a:pt x="389297" y="2385082"/>
                  </a:lnTo>
                  <a:lnTo>
                    <a:pt x="389743" y="2384524"/>
                  </a:lnTo>
                  <a:lnTo>
                    <a:pt x="390227" y="2383965"/>
                  </a:lnTo>
                  <a:lnTo>
                    <a:pt x="390673" y="2383370"/>
                  </a:lnTo>
                  <a:lnTo>
                    <a:pt x="391120" y="2382812"/>
                  </a:lnTo>
                  <a:lnTo>
                    <a:pt x="391566" y="2382217"/>
                  </a:lnTo>
                  <a:lnTo>
                    <a:pt x="392013" y="2381659"/>
                  </a:lnTo>
                  <a:lnTo>
                    <a:pt x="392496" y="2381063"/>
                  </a:lnTo>
                  <a:lnTo>
                    <a:pt x="392943" y="2380468"/>
                  </a:lnTo>
                  <a:lnTo>
                    <a:pt x="393389" y="2379910"/>
                  </a:lnTo>
                  <a:lnTo>
                    <a:pt x="394282" y="2378719"/>
                  </a:lnTo>
                  <a:lnTo>
                    <a:pt x="394766" y="2378161"/>
                  </a:lnTo>
                  <a:lnTo>
                    <a:pt x="396106" y="2376375"/>
                  </a:lnTo>
                  <a:lnTo>
                    <a:pt x="396552" y="2375817"/>
                  </a:lnTo>
                  <a:lnTo>
                    <a:pt x="397036" y="2375222"/>
                  </a:lnTo>
                  <a:lnTo>
                    <a:pt x="398822" y="2372840"/>
                  </a:lnTo>
                  <a:lnTo>
                    <a:pt x="399305" y="2372245"/>
                  </a:lnTo>
                  <a:lnTo>
                    <a:pt x="401091" y="2369864"/>
                  </a:lnTo>
                  <a:lnTo>
                    <a:pt x="401575" y="2369269"/>
                  </a:lnTo>
                  <a:lnTo>
                    <a:pt x="402914" y="2367483"/>
                  </a:lnTo>
                  <a:lnTo>
                    <a:pt x="403361" y="2366850"/>
                  </a:lnTo>
                  <a:lnTo>
                    <a:pt x="403807" y="2366255"/>
                  </a:lnTo>
                  <a:lnTo>
                    <a:pt x="404291" y="2365660"/>
                  </a:lnTo>
                  <a:lnTo>
                    <a:pt x="404738" y="2365064"/>
                  </a:lnTo>
                  <a:lnTo>
                    <a:pt x="405184" y="2364432"/>
                  </a:lnTo>
                  <a:lnTo>
                    <a:pt x="406077" y="2363241"/>
                  </a:lnTo>
                  <a:lnTo>
                    <a:pt x="406561" y="2362609"/>
                  </a:lnTo>
                  <a:lnTo>
                    <a:pt x="407007" y="2362013"/>
                  </a:lnTo>
                  <a:lnTo>
                    <a:pt x="407454" y="2361381"/>
                  </a:lnTo>
                  <a:lnTo>
                    <a:pt x="407900" y="2360785"/>
                  </a:lnTo>
                  <a:lnTo>
                    <a:pt x="408347" y="2360153"/>
                  </a:lnTo>
                  <a:lnTo>
                    <a:pt x="408830" y="2359558"/>
                  </a:lnTo>
                  <a:lnTo>
                    <a:pt x="409277" y="2358925"/>
                  </a:lnTo>
                  <a:lnTo>
                    <a:pt x="409723" y="2358330"/>
                  </a:lnTo>
                  <a:lnTo>
                    <a:pt x="410170" y="2357697"/>
                  </a:lnTo>
                  <a:lnTo>
                    <a:pt x="410616" y="2357102"/>
                  </a:lnTo>
                  <a:lnTo>
                    <a:pt x="411100" y="2356469"/>
                  </a:lnTo>
                  <a:lnTo>
                    <a:pt x="411546" y="2355837"/>
                  </a:lnTo>
                  <a:lnTo>
                    <a:pt x="411993" y="2355242"/>
                  </a:lnTo>
                  <a:lnTo>
                    <a:pt x="412886" y="2353977"/>
                  </a:lnTo>
                  <a:lnTo>
                    <a:pt x="413370" y="2353344"/>
                  </a:lnTo>
                  <a:lnTo>
                    <a:pt x="413816" y="2352712"/>
                  </a:lnTo>
                  <a:lnTo>
                    <a:pt x="414263" y="2352116"/>
                  </a:lnTo>
                  <a:lnTo>
                    <a:pt x="415156" y="2350851"/>
                  </a:lnTo>
                  <a:lnTo>
                    <a:pt x="415639" y="2350219"/>
                  </a:lnTo>
                  <a:lnTo>
                    <a:pt x="417425" y="2347689"/>
                  </a:lnTo>
                  <a:lnTo>
                    <a:pt x="417909" y="2347056"/>
                  </a:lnTo>
                  <a:lnTo>
                    <a:pt x="419248" y="2345158"/>
                  </a:lnTo>
                  <a:lnTo>
                    <a:pt x="419695" y="2344489"/>
                  </a:lnTo>
                  <a:lnTo>
                    <a:pt x="420178" y="2343856"/>
                  </a:lnTo>
                  <a:lnTo>
                    <a:pt x="421071" y="2342591"/>
                  </a:lnTo>
                  <a:lnTo>
                    <a:pt x="421518" y="2341921"/>
                  </a:lnTo>
                  <a:lnTo>
                    <a:pt x="422411" y="2340656"/>
                  </a:lnTo>
                  <a:lnTo>
                    <a:pt x="422895" y="2339987"/>
                  </a:lnTo>
                  <a:lnTo>
                    <a:pt x="423788" y="2338722"/>
                  </a:lnTo>
                  <a:lnTo>
                    <a:pt x="424234" y="2338052"/>
                  </a:lnTo>
                  <a:lnTo>
                    <a:pt x="424681" y="2337419"/>
                  </a:lnTo>
                  <a:lnTo>
                    <a:pt x="425164" y="2336750"/>
                  </a:lnTo>
                  <a:lnTo>
                    <a:pt x="425611" y="2336117"/>
                  </a:lnTo>
                  <a:lnTo>
                    <a:pt x="426057" y="2335447"/>
                  </a:lnTo>
                  <a:lnTo>
                    <a:pt x="426504" y="2334815"/>
                  </a:lnTo>
                  <a:lnTo>
                    <a:pt x="426950" y="2334145"/>
                  </a:lnTo>
                  <a:lnTo>
                    <a:pt x="427434" y="2333475"/>
                  </a:lnTo>
                  <a:lnTo>
                    <a:pt x="427880" y="2332843"/>
                  </a:lnTo>
                  <a:lnTo>
                    <a:pt x="429220" y="2330834"/>
                  </a:lnTo>
                  <a:lnTo>
                    <a:pt x="429703" y="2330201"/>
                  </a:lnTo>
                  <a:lnTo>
                    <a:pt x="431489" y="2327522"/>
                  </a:lnTo>
                  <a:lnTo>
                    <a:pt x="431973" y="2326853"/>
                  </a:lnTo>
                  <a:lnTo>
                    <a:pt x="433759" y="2324174"/>
                  </a:lnTo>
                  <a:lnTo>
                    <a:pt x="434243" y="2323504"/>
                  </a:lnTo>
                  <a:lnTo>
                    <a:pt x="436029" y="2320825"/>
                  </a:lnTo>
                  <a:lnTo>
                    <a:pt x="436512" y="2320155"/>
                  </a:lnTo>
                  <a:lnTo>
                    <a:pt x="436959" y="2319448"/>
                  </a:lnTo>
                  <a:lnTo>
                    <a:pt x="438298" y="2317439"/>
                  </a:lnTo>
                  <a:lnTo>
                    <a:pt x="438745" y="2316732"/>
                  </a:lnTo>
                  <a:lnTo>
                    <a:pt x="439228" y="2316063"/>
                  </a:lnTo>
                  <a:lnTo>
                    <a:pt x="439675" y="2315356"/>
                  </a:lnTo>
                  <a:lnTo>
                    <a:pt x="440568" y="2314016"/>
                  </a:lnTo>
                  <a:lnTo>
                    <a:pt x="441014" y="2313309"/>
                  </a:lnTo>
                  <a:lnTo>
                    <a:pt x="441498" y="2312640"/>
                  </a:lnTo>
                  <a:lnTo>
                    <a:pt x="441945" y="2311933"/>
                  </a:lnTo>
                  <a:lnTo>
                    <a:pt x="442391" y="2311263"/>
                  </a:lnTo>
                  <a:lnTo>
                    <a:pt x="443284" y="2309849"/>
                  </a:lnTo>
                  <a:lnTo>
                    <a:pt x="443768" y="2309179"/>
                  </a:lnTo>
                  <a:lnTo>
                    <a:pt x="444661" y="2307765"/>
                  </a:lnTo>
                  <a:lnTo>
                    <a:pt x="445107" y="2307096"/>
                  </a:lnTo>
                  <a:lnTo>
                    <a:pt x="445554" y="2306389"/>
                  </a:lnTo>
                  <a:lnTo>
                    <a:pt x="446037" y="2305682"/>
                  </a:lnTo>
                  <a:lnTo>
                    <a:pt x="447377" y="2303561"/>
                  </a:lnTo>
                  <a:lnTo>
                    <a:pt x="447823" y="2302891"/>
                  </a:lnTo>
                  <a:lnTo>
                    <a:pt x="448307" y="2302184"/>
                  </a:lnTo>
                  <a:lnTo>
                    <a:pt x="450093" y="2299357"/>
                  </a:lnTo>
                  <a:lnTo>
                    <a:pt x="450577" y="2298612"/>
                  </a:lnTo>
                  <a:lnTo>
                    <a:pt x="452363" y="2295785"/>
                  </a:lnTo>
                  <a:lnTo>
                    <a:pt x="452846" y="2295078"/>
                  </a:lnTo>
                  <a:lnTo>
                    <a:pt x="453293" y="2294334"/>
                  </a:lnTo>
                  <a:lnTo>
                    <a:pt x="454186" y="2292920"/>
                  </a:lnTo>
                  <a:lnTo>
                    <a:pt x="454632" y="2292176"/>
                  </a:lnTo>
                  <a:lnTo>
                    <a:pt x="455079" y="2291469"/>
                  </a:lnTo>
                  <a:lnTo>
                    <a:pt x="455562" y="2290762"/>
                  </a:lnTo>
                  <a:lnTo>
                    <a:pt x="456009" y="2290018"/>
                  </a:lnTo>
                  <a:lnTo>
                    <a:pt x="456455" y="2289311"/>
                  </a:lnTo>
                  <a:lnTo>
                    <a:pt x="456902" y="2288567"/>
                  </a:lnTo>
                  <a:lnTo>
                    <a:pt x="457348" y="2287860"/>
                  </a:lnTo>
                  <a:lnTo>
                    <a:pt x="457832" y="2287116"/>
                  </a:lnTo>
                  <a:lnTo>
                    <a:pt x="458278" y="2286409"/>
                  </a:lnTo>
                  <a:lnTo>
                    <a:pt x="459171" y="2284920"/>
                  </a:lnTo>
                  <a:lnTo>
                    <a:pt x="459618" y="2284213"/>
                  </a:lnTo>
                  <a:lnTo>
                    <a:pt x="460102" y="2283469"/>
                  </a:lnTo>
                  <a:lnTo>
                    <a:pt x="460548" y="2282725"/>
                  </a:lnTo>
                  <a:lnTo>
                    <a:pt x="460995" y="2282018"/>
                  </a:lnTo>
                  <a:lnTo>
                    <a:pt x="461888" y="2280530"/>
                  </a:lnTo>
                  <a:lnTo>
                    <a:pt x="462371" y="2279786"/>
                  </a:lnTo>
                  <a:lnTo>
                    <a:pt x="463264" y="2278297"/>
                  </a:lnTo>
                  <a:lnTo>
                    <a:pt x="463711" y="2277591"/>
                  </a:lnTo>
                  <a:lnTo>
                    <a:pt x="464157" y="2276846"/>
                  </a:lnTo>
                  <a:lnTo>
                    <a:pt x="464641" y="2276102"/>
                  </a:lnTo>
                  <a:lnTo>
                    <a:pt x="465534" y="2274614"/>
                  </a:lnTo>
                  <a:lnTo>
                    <a:pt x="465980" y="2273833"/>
                  </a:lnTo>
                  <a:lnTo>
                    <a:pt x="466427" y="2273089"/>
                  </a:lnTo>
                  <a:lnTo>
                    <a:pt x="466910" y="2272344"/>
                  </a:lnTo>
                  <a:lnTo>
                    <a:pt x="468250" y="2270112"/>
                  </a:lnTo>
                  <a:lnTo>
                    <a:pt x="468696" y="2269331"/>
                  </a:lnTo>
                  <a:lnTo>
                    <a:pt x="469180" y="2268586"/>
                  </a:lnTo>
                  <a:lnTo>
                    <a:pt x="470073" y="2267098"/>
                  </a:lnTo>
                  <a:lnTo>
                    <a:pt x="470520" y="2266317"/>
                  </a:lnTo>
                  <a:lnTo>
                    <a:pt x="470966" y="2265573"/>
                  </a:lnTo>
                  <a:lnTo>
                    <a:pt x="471413" y="2264791"/>
                  </a:lnTo>
                  <a:lnTo>
                    <a:pt x="471896" y="2264047"/>
                  </a:lnTo>
                  <a:lnTo>
                    <a:pt x="472343" y="2263266"/>
                  </a:lnTo>
                  <a:lnTo>
                    <a:pt x="472789" y="2262522"/>
                  </a:lnTo>
                  <a:lnTo>
                    <a:pt x="473236" y="2261740"/>
                  </a:lnTo>
                  <a:lnTo>
                    <a:pt x="473682" y="2260996"/>
                  </a:lnTo>
                  <a:lnTo>
                    <a:pt x="474166" y="2260215"/>
                  </a:lnTo>
                  <a:lnTo>
                    <a:pt x="474612" y="2259471"/>
                  </a:lnTo>
                  <a:lnTo>
                    <a:pt x="475952" y="2257127"/>
                  </a:lnTo>
                  <a:lnTo>
                    <a:pt x="476435" y="2256383"/>
                  </a:lnTo>
                  <a:lnTo>
                    <a:pt x="478221" y="2253257"/>
                  </a:lnTo>
                  <a:lnTo>
                    <a:pt x="478705" y="2252476"/>
                  </a:lnTo>
                  <a:lnTo>
                    <a:pt x="479152" y="2251732"/>
                  </a:lnTo>
                  <a:lnTo>
                    <a:pt x="480491" y="2249388"/>
                  </a:lnTo>
                  <a:lnTo>
                    <a:pt x="480975" y="2248606"/>
                  </a:lnTo>
                  <a:lnTo>
                    <a:pt x="481421" y="2247788"/>
                  </a:lnTo>
                  <a:lnTo>
                    <a:pt x="482761" y="2245444"/>
                  </a:lnTo>
                  <a:lnTo>
                    <a:pt x="483244" y="2244662"/>
                  </a:lnTo>
                  <a:lnTo>
                    <a:pt x="483691" y="2243881"/>
                  </a:lnTo>
                  <a:lnTo>
                    <a:pt x="484137" y="2243062"/>
                  </a:lnTo>
                  <a:lnTo>
                    <a:pt x="485030" y="2241500"/>
                  </a:lnTo>
                  <a:lnTo>
                    <a:pt x="485514" y="2240681"/>
                  </a:lnTo>
                  <a:lnTo>
                    <a:pt x="486407" y="2239118"/>
                  </a:lnTo>
                  <a:lnTo>
                    <a:pt x="486853" y="2238300"/>
                  </a:lnTo>
                  <a:lnTo>
                    <a:pt x="487300" y="2237519"/>
                  </a:lnTo>
                  <a:lnTo>
                    <a:pt x="487746" y="2236700"/>
                  </a:lnTo>
                  <a:lnTo>
                    <a:pt x="488230" y="2235919"/>
                  </a:lnTo>
                  <a:lnTo>
                    <a:pt x="489123" y="2234282"/>
                  </a:lnTo>
                  <a:lnTo>
                    <a:pt x="489570" y="2233500"/>
                  </a:lnTo>
                  <a:lnTo>
                    <a:pt x="490016" y="2232682"/>
                  </a:lnTo>
                  <a:lnTo>
                    <a:pt x="490500" y="2231863"/>
                  </a:lnTo>
                  <a:lnTo>
                    <a:pt x="490946" y="2231082"/>
                  </a:lnTo>
                  <a:lnTo>
                    <a:pt x="492286" y="2228626"/>
                  </a:lnTo>
                  <a:lnTo>
                    <a:pt x="492769" y="2227845"/>
                  </a:lnTo>
                  <a:lnTo>
                    <a:pt x="494555" y="2224571"/>
                  </a:lnTo>
                  <a:lnTo>
                    <a:pt x="495039" y="2223752"/>
                  </a:lnTo>
                  <a:lnTo>
                    <a:pt x="496825" y="2220478"/>
                  </a:lnTo>
                  <a:lnTo>
                    <a:pt x="497309" y="2219659"/>
                  </a:lnTo>
                  <a:lnTo>
                    <a:pt x="497755" y="2218803"/>
                  </a:lnTo>
                  <a:lnTo>
                    <a:pt x="499095" y="2216348"/>
                  </a:lnTo>
                  <a:lnTo>
                    <a:pt x="499578" y="2215492"/>
                  </a:lnTo>
                  <a:lnTo>
                    <a:pt x="500471" y="2213855"/>
                  </a:lnTo>
                  <a:lnTo>
                    <a:pt x="500918" y="2212999"/>
                  </a:lnTo>
                  <a:lnTo>
                    <a:pt x="501364" y="2212181"/>
                  </a:lnTo>
                  <a:lnTo>
                    <a:pt x="501848" y="2211325"/>
                  </a:lnTo>
                  <a:lnTo>
                    <a:pt x="502294" y="2210506"/>
                  </a:lnTo>
                  <a:lnTo>
                    <a:pt x="502741" y="2209650"/>
                  </a:lnTo>
                  <a:lnTo>
                    <a:pt x="503187" y="2208832"/>
                  </a:lnTo>
                  <a:lnTo>
                    <a:pt x="503634" y="2207976"/>
                  </a:lnTo>
                  <a:lnTo>
                    <a:pt x="504118" y="2207158"/>
                  </a:lnTo>
                  <a:lnTo>
                    <a:pt x="505010" y="2205446"/>
                  </a:lnTo>
                  <a:lnTo>
                    <a:pt x="505457" y="2204628"/>
                  </a:lnTo>
                  <a:lnTo>
                    <a:pt x="506350" y="2202916"/>
                  </a:lnTo>
                  <a:lnTo>
                    <a:pt x="506834" y="2202060"/>
                  </a:lnTo>
                  <a:lnTo>
                    <a:pt x="507280" y="2201242"/>
                  </a:lnTo>
                  <a:lnTo>
                    <a:pt x="508620" y="2198674"/>
                  </a:lnTo>
                  <a:lnTo>
                    <a:pt x="509103" y="2197819"/>
                  </a:lnTo>
                  <a:lnTo>
                    <a:pt x="510889" y="2194396"/>
                  </a:lnTo>
                  <a:lnTo>
                    <a:pt x="511373" y="2193540"/>
                  </a:lnTo>
                  <a:lnTo>
                    <a:pt x="512266" y="2191828"/>
                  </a:lnTo>
                  <a:lnTo>
                    <a:pt x="512712" y="2190935"/>
                  </a:lnTo>
                  <a:lnTo>
                    <a:pt x="513159" y="2190080"/>
                  </a:lnTo>
                  <a:lnTo>
                    <a:pt x="513643" y="2189224"/>
                  </a:lnTo>
                  <a:lnTo>
                    <a:pt x="514089" y="2188368"/>
                  </a:lnTo>
                  <a:lnTo>
                    <a:pt x="514535" y="2187475"/>
                  </a:lnTo>
                  <a:lnTo>
                    <a:pt x="515428" y="2185764"/>
                  </a:lnTo>
                  <a:lnTo>
                    <a:pt x="515912" y="2184871"/>
                  </a:lnTo>
                  <a:lnTo>
                    <a:pt x="516359" y="2184015"/>
                  </a:lnTo>
                  <a:lnTo>
                    <a:pt x="516805" y="2183122"/>
                  </a:lnTo>
                  <a:lnTo>
                    <a:pt x="517252" y="2182266"/>
                  </a:lnTo>
                  <a:lnTo>
                    <a:pt x="517698" y="2181373"/>
                  </a:lnTo>
                  <a:lnTo>
                    <a:pt x="518182" y="2180517"/>
                  </a:lnTo>
                  <a:lnTo>
                    <a:pt x="518628" y="2179624"/>
                  </a:lnTo>
                  <a:lnTo>
                    <a:pt x="519075" y="2178769"/>
                  </a:lnTo>
                  <a:lnTo>
                    <a:pt x="519968" y="2176983"/>
                  </a:lnTo>
                  <a:lnTo>
                    <a:pt x="520451" y="2176127"/>
                  </a:lnTo>
                  <a:lnTo>
                    <a:pt x="522684" y="2171662"/>
                  </a:lnTo>
                  <a:lnTo>
                    <a:pt x="523168" y="2170806"/>
                  </a:lnTo>
                  <a:lnTo>
                    <a:pt x="524953" y="2167235"/>
                  </a:lnTo>
                  <a:lnTo>
                    <a:pt x="525437" y="2166342"/>
                  </a:lnTo>
                  <a:lnTo>
                    <a:pt x="525884" y="2165411"/>
                  </a:lnTo>
                  <a:lnTo>
                    <a:pt x="527223" y="2162732"/>
                  </a:lnTo>
                  <a:lnTo>
                    <a:pt x="527707" y="2161839"/>
                  </a:lnTo>
                  <a:lnTo>
                    <a:pt x="528153" y="2160947"/>
                  </a:lnTo>
                  <a:lnTo>
                    <a:pt x="528600" y="2160016"/>
                  </a:lnTo>
                  <a:lnTo>
                    <a:pt x="529493" y="2158230"/>
                  </a:lnTo>
                  <a:lnTo>
                    <a:pt x="529976" y="2157300"/>
                  </a:lnTo>
                  <a:lnTo>
                    <a:pt x="530423" y="2156407"/>
                  </a:lnTo>
                  <a:lnTo>
                    <a:pt x="530869" y="2155477"/>
                  </a:lnTo>
                  <a:lnTo>
                    <a:pt x="531316" y="2154584"/>
                  </a:lnTo>
                  <a:lnTo>
                    <a:pt x="531762" y="2153654"/>
                  </a:lnTo>
                  <a:lnTo>
                    <a:pt x="532246" y="2152761"/>
                  </a:lnTo>
                  <a:lnTo>
                    <a:pt x="532693" y="2151831"/>
                  </a:lnTo>
                  <a:lnTo>
                    <a:pt x="533139" y="2150938"/>
                  </a:lnTo>
                  <a:lnTo>
                    <a:pt x="533585" y="2150008"/>
                  </a:lnTo>
                  <a:lnTo>
                    <a:pt x="534032" y="2149115"/>
                  </a:lnTo>
                  <a:lnTo>
                    <a:pt x="534516" y="2148185"/>
                  </a:lnTo>
                  <a:lnTo>
                    <a:pt x="535409" y="2146324"/>
                  </a:lnTo>
                  <a:lnTo>
                    <a:pt x="535855" y="2145431"/>
                  </a:lnTo>
                  <a:lnTo>
                    <a:pt x="536302" y="2144501"/>
                  </a:lnTo>
                  <a:lnTo>
                    <a:pt x="536785" y="2143571"/>
                  </a:lnTo>
                  <a:lnTo>
                    <a:pt x="539018" y="2138920"/>
                  </a:lnTo>
                  <a:lnTo>
                    <a:pt x="539501" y="2137990"/>
                  </a:lnTo>
                  <a:lnTo>
                    <a:pt x="541287" y="2134269"/>
                  </a:lnTo>
                  <a:lnTo>
                    <a:pt x="541771" y="2133339"/>
                  </a:lnTo>
                  <a:lnTo>
                    <a:pt x="542218" y="2132372"/>
                  </a:lnTo>
                  <a:lnTo>
                    <a:pt x="543110" y="2130511"/>
                  </a:lnTo>
                  <a:lnTo>
                    <a:pt x="543557" y="2129544"/>
                  </a:lnTo>
                  <a:lnTo>
                    <a:pt x="544041" y="2128614"/>
                  </a:lnTo>
                  <a:lnTo>
                    <a:pt x="544487" y="2127683"/>
                  </a:lnTo>
                  <a:lnTo>
                    <a:pt x="544934" y="2126716"/>
                  </a:lnTo>
                  <a:lnTo>
                    <a:pt x="545380" y="2125786"/>
                  </a:lnTo>
                  <a:lnTo>
                    <a:pt x="545827" y="2124818"/>
                  </a:lnTo>
                  <a:lnTo>
                    <a:pt x="546310" y="2123888"/>
                  </a:lnTo>
                  <a:lnTo>
                    <a:pt x="546757" y="2122921"/>
                  </a:lnTo>
                  <a:lnTo>
                    <a:pt x="547203" y="2121991"/>
                  </a:lnTo>
                  <a:lnTo>
                    <a:pt x="547650" y="2121023"/>
                  </a:lnTo>
                  <a:lnTo>
                    <a:pt x="548096" y="2120093"/>
                  </a:lnTo>
                  <a:lnTo>
                    <a:pt x="548580" y="2119126"/>
                  </a:lnTo>
                  <a:lnTo>
                    <a:pt x="549473" y="2117191"/>
                  </a:lnTo>
                  <a:lnTo>
                    <a:pt x="549919" y="2116261"/>
                  </a:lnTo>
                  <a:lnTo>
                    <a:pt x="550366" y="2115293"/>
                  </a:lnTo>
                  <a:lnTo>
                    <a:pt x="550850" y="2114326"/>
                  </a:lnTo>
                  <a:lnTo>
                    <a:pt x="552635" y="2110457"/>
                  </a:lnTo>
                  <a:lnTo>
                    <a:pt x="553119" y="2109526"/>
                  </a:lnTo>
                  <a:lnTo>
                    <a:pt x="553566" y="2108522"/>
                  </a:lnTo>
                  <a:lnTo>
                    <a:pt x="555352" y="2104652"/>
                  </a:lnTo>
                  <a:lnTo>
                    <a:pt x="555835" y="2103685"/>
                  </a:lnTo>
                  <a:lnTo>
                    <a:pt x="556728" y="2101750"/>
                  </a:lnTo>
                  <a:lnTo>
                    <a:pt x="557175" y="2100746"/>
                  </a:lnTo>
                  <a:lnTo>
                    <a:pt x="557621" y="2099778"/>
                  </a:lnTo>
                  <a:lnTo>
                    <a:pt x="558105" y="2098811"/>
                  </a:lnTo>
                  <a:lnTo>
                    <a:pt x="558551" y="2097806"/>
                  </a:lnTo>
                  <a:lnTo>
                    <a:pt x="558998" y="2096839"/>
                  </a:lnTo>
                  <a:lnTo>
                    <a:pt x="559444" y="2095834"/>
                  </a:lnTo>
                  <a:lnTo>
                    <a:pt x="559891" y="2094867"/>
                  </a:lnTo>
                  <a:lnTo>
                    <a:pt x="560375" y="2093862"/>
                  </a:lnTo>
                  <a:lnTo>
                    <a:pt x="560821" y="2092895"/>
                  </a:lnTo>
                  <a:lnTo>
                    <a:pt x="561268" y="2091890"/>
                  </a:lnTo>
                  <a:lnTo>
                    <a:pt x="561714" y="2090923"/>
                  </a:lnTo>
                  <a:lnTo>
                    <a:pt x="562160" y="2089918"/>
                  </a:lnTo>
                  <a:lnTo>
                    <a:pt x="562644" y="2088951"/>
                  </a:lnTo>
                  <a:lnTo>
                    <a:pt x="563984" y="2085937"/>
                  </a:lnTo>
                  <a:lnTo>
                    <a:pt x="564430" y="2084970"/>
                  </a:lnTo>
                  <a:lnTo>
                    <a:pt x="564914" y="2083965"/>
                  </a:lnTo>
                  <a:lnTo>
                    <a:pt x="566700" y="2079947"/>
                  </a:lnTo>
                  <a:lnTo>
                    <a:pt x="567183" y="2078942"/>
                  </a:lnTo>
                  <a:lnTo>
                    <a:pt x="568969" y="2074924"/>
                  </a:lnTo>
                  <a:lnTo>
                    <a:pt x="569453" y="2073919"/>
                  </a:lnTo>
                  <a:lnTo>
                    <a:pt x="570346" y="2071910"/>
                  </a:lnTo>
                  <a:lnTo>
                    <a:pt x="570793" y="2070868"/>
                  </a:lnTo>
                  <a:lnTo>
                    <a:pt x="571685" y="2068859"/>
                  </a:lnTo>
                  <a:lnTo>
                    <a:pt x="572169" y="2067854"/>
                  </a:lnTo>
                  <a:lnTo>
                    <a:pt x="572616" y="2066813"/>
                  </a:lnTo>
                  <a:lnTo>
                    <a:pt x="573062" y="2065808"/>
                  </a:lnTo>
                  <a:lnTo>
                    <a:pt x="573509" y="2064766"/>
                  </a:lnTo>
                  <a:lnTo>
                    <a:pt x="573955" y="2063762"/>
                  </a:lnTo>
                  <a:lnTo>
                    <a:pt x="574439" y="2062757"/>
                  </a:lnTo>
                  <a:lnTo>
                    <a:pt x="574885" y="2061715"/>
                  </a:lnTo>
                  <a:lnTo>
                    <a:pt x="575332" y="2060711"/>
                  </a:lnTo>
                  <a:lnTo>
                    <a:pt x="576225" y="2058627"/>
                  </a:lnTo>
                  <a:lnTo>
                    <a:pt x="576708" y="2057623"/>
                  </a:lnTo>
                  <a:lnTo>
                    <a:pt x="577601" y="2055539"/>
                  </a:lnTo>
                  <a:lnTo>
                    <a:pt x="578048" y="2054534"/>
                  </a:lnTo>
                  <a:lnTo>
                    <a:pt x="578494" y="2053493"/>
                  </a:lnTo>
                  <a:lnTo>
                    <a:pt x="578978" y="2052451"/>
                  </a:lnTo>
                  <a:lnTo>
                    <a:pt x="580318" y="2049325"/>
                  </a:lnTo>
                  <a:lnTo>
                    <a:pt x="580764" y="2048321"/>
                  </a:lnTo>
                  <a:lnTo>
                    <a:pt x="581248" y="2047279"/>
                  </a:lnTo>
                  <a:lnTo>
                    <a:pt x="582587" y="2044154"/>
                  </a:lnTo>
                  <a:lnTo>
                    <a:pt x="583034" y="2043075"/>
                  </a:lnTo>
                  <a:lnTo>
                    <a:pt x="583517" y="2042033"/>
                  </a:lnTo>
                  <a:lnTo>
                    <a:pt x="585303" y="2037866"/>
                  </a:lnTo>
                  <a:lnTo>
                    <a:pt x="585787" y="2036787"/>
                  </a:lnTo>
                  <a:lnTo>
                    <a:pt x="586680" y="2034703"/>
                  </a:lnTo>
                  <a:lnTo>
                    <a:pt x="587126" y="2033624"/>
                  </a:lnTo>
                  <a:lnTo>
                    <a:pt x="587573" y="2032582"/>
                  </a:lnTo>
                  <a:lnTo>
                    <a:pt x="588057" y="2031540"/>
                  </a:lnTo>
                  <a:lnTo>
                    <a:pt x="588503" y="2030461"/>
                  </a:lnTo>
                  <a:lnTo>
                    <a:pt x="588950" y="2029420"/>
                  </a:lnTo>
                  <a:lnTo>
                    <a:pt x="589843" y="2027262"/>
                  </a:lnTo>
                  <a:lnTo>
                    <a:pt x="590289" y="2026220"/>
                  </a:lnTo>
                  <a:lnTo>
                    <a:pt x="590773" y="2025141"/>
                  </a:lnTo>
                  <a:lnTo>
                    <a:pt x="591219" y="2024099"/>
                  </a:lnTo>
                  <a:lnTo>
                    <a:pt x="592559" y="2020862"/>
                  </a:lnTo>
                  <a:lnTo>
                    <a:pt x="593042" y="2019820"/>
                  </a:lnTo>
                  <a:lnTo>
                    <a:pt x="594828" y="2015504"/>
                  </a:lnTo>
                  <a:lnTo>
                    <a:pt x="595312" y="2014425"/>
                  </a:lnTo>
                  <a:lnTo>
                    <a:pt x="597098" y="2010109"/>
                  </a:lnTo>
                  <a:lnTo>
                    <a:pt x="597582" y="2009030"/>
                  </a:lnTo>
                  <a:lnTo>
                    <a:pt x="598921" y="2005793"/>
                  </a:lnTo>
                  <a:lnTo>
                    <a:pt x="599368" y="2004677"/>
                  </a:lnTo>
                  <a:lnTo>
                    <a:pt x="599851" y="2003598"/>
                  </a:lnTo>
                  <a:lnTo>
                    <a:pt x="600744" y="2001440"/>
                  </a:lnTo>
                  <a:lnTo>
                    <a:pt x="601191" y="2000324"/>
                  </a:lnTo>
                  <a:lnTo>
                    <a:pt x="601637" y="1999245"/>
                  </a:lnTo>
                  <a:lnTo>
                    <a:pt x="602121" y="1998129"/>
                  </a:lnTo>
                  <a:lnTo>
                    <a:pt x="603014" y="1995971"/>
                  </a:lnTo>
                  <a:lnTo>
                    <a:pt x="603907" y="1993738"/>
                  </a:lnTo>
                  <a:lnTo>
                    <a:pt x="604390" y="1992659"/>
                  </a:lnTo>
                  <a:lnTo>
                    <a:pt x="604837" y="1991543"/>
                  </a:lnTo>
                  <a:lnTo>
                    <a:pt x="605283" y="1990464"/>
                  </a:lnTo>
                  <a:lnTo>
                    <a:pt x="606176" y="1988232"/>
                  </a:lnTo>
                  <a:lnTo>
                    <a:pt x="606623" y="1987153"/>
                  </a:lnTo>
                  <a:lnTo>
                    <a:pt x="607107" y="1986036"/>
                  </a:lnTo>
                  <a:lnTo>
                    <a:pt x="608893" y="1981571"/>
                  </a:lnTo>
                  <a:lnTo>
                    <a:pt x="609376" y="1980492"/>
                  </a:lnTo>
                  <a:lnTo>
                    <a:pt x="611162" y="1976028"/>
                  </a:lnTo>
                  <a:lnTo>
                    <a:pt x="611646" y="1974911"/>
                  </a:lnTo>
                  <a:lnTo>
                    <a:pt x="612092" y="1973758"/>
                  </a:lnTo>
                  <a:lnTo>
                    <a:pt x="613432" y="1970409"/>
                  </a:lnTo>
                  <a:lnTo>
                    <a:pt x="613915" y="1969293"/>
                  </a:lnTo>
                  <a:lnTo>
                    <a:pt x="614362" y="1968140"/>
                  </a:lnTo>
                  <a:lnTo>
                    <a:pt x="615255" y="1965907"/>
                  </a:lnTo>
                  <a:lnTo>
                    <a:pt x="615701" y="1964754"/>
                  </a:lnTo>
                  <a:lnTo>
                    <a:pt x="616185" y="1963638"/>
                  </a:lnTo>
                  <a:lnTo>
                    <a:pt x="616632" y="1962521"/>
                  </a:lnTo>
                  <a:lnTo>
                    <a:pt x="617078" y="1961368"/>
                  </a:lnTo>
                  <a:lnTo>
                    <a:pt x="617525" y="1960252"/>
                  </a:lnTo>
                  <a:lnTo>
                    <a:pt x="617971" y="1959098"/>
                  </a:lnTo>
                  <a:lnTo>
                    <a:pt x="618455" y="1957982"/>
                  </a:lnTo>
                  <a:lnTo>
                    <a:pt x="619348" y="1955675"/>
                  </a:lnTo>
                  <a:lnTo>
                    <a:pt x="619794" y="1954559"/>
                  </a:lnTo>
                  <a:lnTo>
                    <a:pt x="620241" y="1953406"/>
                  </a:lnTo>
                  <a:lnTo>
                    <a:pt x="620724" y="1952252"/>
                  </a:lnTo>
                  <a:lnTo>
                    <a:pt x="621171" y="1951136"/>
                  </a:lnTo>
                  <a:lnTo>
                    <a:pt x="622957" y="1946522"/>
                  </a:lnTo>
                  <a:lnTo>
                    <a:pt x="623440" y="1945406"/>
                  </a:lnTo>
                  <a:lnTo>
                    <a:pt x="625226" y="1940793"/>
                  </a:lnTo>
                  <a:lnTo>
                    <a:pt x="625710" y="1939639"/>
                  </a:lnTo>
                  <a:lnTo>
                    <a:pt x="626157" y="1938486"/>
                  </a:lnTo>
                  <a:lnTo>
                    <a:pt x="626603" y="1937295"/>
                  </a:lnTo>
                  <a:lnTo>
                    <a:pt x="627496" y="1934988"/>
                  </a:lnTo>
                  <a:lnTo>
                    <a:pt x="627980" y="1933835"/>
                  </a:lnTo>
                  <a:lnTo>
                    <a:pt x="628426" y="1932681"/>
                  </a:lnTo>
                  <a:lnTo>
                    <a:pt x="628873" y="1931491"/>
                  </a:lnTo>
                  <a:lnTo>
                    <a:pt x="629766" y="1929184"/>
                  </a:lnTo>
                  <a:lnTo>
                    <a:pt x="630249" y="1927993"/>
                  </a:lnTo>
                  <a:lnTo>
                    <a:pt x="631142" y="1925686"/>
                  </a:lnTo>
                  <a:lnTo>
                    <a:pt x="631589" y="1924496"/>
                  </a:lnTo>
                  <a:lnTo>
                    <a:pt x="632035" y="1923342"/>
                  </a:lnTo>
                  <a:lnTo>
                    <a:pt x="632519" y="1922152"/>
                  </a:lnTo>
                  <a:lnTo>
                    <a:pt x="632965" y="1920998"/>
                  </a:lnTo>
                  <a:lnTo>
                    <a:pt x="633858" y="1918617"/>
                  </a:lnTo>
                  <a:lnTo>
                    <a:pt x="634305" y="1917464"/>
                  </a:lnTo>
                  <a:lnTo>
                    <a:pt x="634789" y="1916273"/>
                  </a:lnTo>
                  <a:lnTo>
                    <a:pt x="635235" y="1915082"/>
                  </a:lnTo>
                  <a:lnTo>
                    <a:pt x="635682" y="1913929"/>
                  </a:lnTo>
                  <a:lnTo>
                    <a:pt x="636575" y="1911548"/>
                  </a:lnTo>
                  <a:lnTo>
                    <a:pt x="637058" y="1910357"/>
                  </a:lnTo>
                  <a:lnTo>
                    <a:pt x="637505" y="1909167"/>
                  </a:lnTo>
                  <a:lnTo>
                    <a:pt x="637951" y="1908013"/>
                  </a:lnTo>
                  <a:lnTo>
                    <a:pt x="639291" y="1904441"/>
                  </a:lnTo>
                  <a:lnTo>
                    <a:pt x="639774" y="1903251"/>
                  </a:lnTo>
                  <a:lnTo>
                    <a:pt x="640667" y="1900869"/>
                  </a:lnTo>
                  <a:lnTo>
                    <a:pt x="641114" y="1899642"/>
                  </a:lnTo>
                  <a:lnTo>
                    <a:pt x="641560" y="1898451"/>
                  </a:lnTo>
                  <a:lnTo>
                    <a:pt x="642044" y="1897260"/>
                  </a:lnTo>
                  <a:lnTo>
                    <a:pt x="643383" y="1893688"/>
                  </a:lnTo>
                  <a:lnTo>
                    <a:pt x="643830" y="1892461"/>
                  </a:lnTo>
                  <a:lnTo>
                    <a:pt x="644314" y="1891270"/>
                  </a:lnTo>
                  <a:lnTo>
                    <a:pt x="644760" y="1890079"/>
                  </a:lnTo>
                  <a:lnTo>
                    <a:pt x="645207" y="1888851"/>
                  </a:lnTo>
                  <a:lnTo>
                    <a:pt x="645653" y="1887661"/>
                  </a:lnTo>
                  <a:lnTo>
                    <a:pt x="646100" y="1886433"/>
                  </a:lnTo>
                  <a:lnTo>
                    <a:pt x="646583" y="1885242"/>
                  </a:lnTo>
                  <a:lnTo>
                    <a:pt x="647030" y="1884015"/>
                  </a:lnTo>
                  <a:lnTo>
                    <a:pt x="647476" y="1882824"/>
                  </a:lnTo>
                  <a:lnTo>
                    <a:pt x="647923" y="1881596"/>
                  </a:lnTo>
                  <a:lnTo>
                    <a:pt x="648369" y="1880405"/>
                  </a:lnTo>
                  <a:lnTo>
                    <a:pt x="648853" y="1879178"/>
                  </a:lnTo>
                  <a:lnTo>
                    <a:pt x="649299" y="1877950"/>
                  </a:lnTo>
                  <a:lnTo>
                    <a:pt x="649746" y="1876759"/>
                  </a:lnTo>
                  <a:lnTo>
                    <a:pt x="650639" y="1874304"/>
                  </a:lnTo>
                  <a:lnTo>
                    <a:pt x="651122" y="1873113"/>
                  </a:lnTo>
                  <a:lnTo>
                    <a:pt x="652908" y="1868202"/>
                  </a:lnTo>
                  <a:lnTo>
                    <a:pt x="653392" y="1866974"/>
                  </a:lnTo>
                  <a:lnTo>
                    <a:pt x="655625" y="1860835"/>
                  </a:lnTo>
                  <a:lnTo>
                    <a:pt x="656108" y="1859607"/>
                  </a:lnTo>
                  <a:lnTo>
                    <a:pt x="657448" y="1855923"/>
                  </a:lnTo>
                  <a:lnTo>
                    <a:pt x="657894" y="1854658"/>
                  </a:lnTo>
                  <a:lnTo>
                    <a:pt x="658378" y="1853430"/>
                  </a:lnTo>
                  <a:lnTo>
                    <a:pt x="658824" y="1852203"/>
                  </a:lnTo>
                  <a:lnTo>
                    <a:pt x="659271" y="1850938"/>
                  </a:lnTo>
                  <a:lnTo>
                    <a:pt x="660164" y="1848482"/>
                  </a:lnTo>
                  <a:lnTo>
                    <a:pt x="660647" y="1847217"/>
                  </a:lnTo>
                  <a:lnTo>
                    <a:pt x="661094" y="1845989"/>
                  </a:lnTo>
                  <a:lnTo>
                    <a:pt x="661540" y="1844724"/>
                  </a:lnTo>
                  <a:lnTo>
                    <a:pt x="661987" y="1843496"/>
                  </a:lnTo>
                  <a:lnTo>
                    <a:pt x="662433" y="1842231"/>
                  </a:lnTo>
                  <a:lnTo>
                    <a:pt x="662917" y="1841003"/>
                  </a:lnTo>
                  <a:lnTo>
                    <a:pt x="663364" y="1839738"/>
                  </a:lnTo>
                  <a:lnTo>
                    <a:pt x="663810" y="1838510"/>
                  </a:lnTo>
                  <a:lnTo>
                    <a:pt x="664703" y="1835980"/>
                  </a:lnTo>
                  <a:lnTo>
                    <a:pt x="665187" y="1834753"/>
                  </a:lnTo>
                  <a:lnTo>
                    <a:pt x="666973" y="1829692"/>
                  </a:lnTo>
                  <a:lnTo>
                    <a:pt x="667456" y="1828465"/>
                  </a:lnTo>
                  <a:lnTo>
                    <a:pt x="669242" y="1823404"/>
                  </a:lnTo>
                  <a:lnTo>
                    <a:pt x="669726" y="1822139"/>
                  </a:lnTo>
                  <a:lnTo>
                    <a:pt x="671512" y="1817079"/>
                  </a:lnTo>
                  <a:lnTo>
                    <a:pt x="671996" y="1815777"/>
                  </a:lnTo>
                  <a:lnTo>
                    <a:pt x="673782" y="1810717"/>
                  </a:lnTo>
                  <a:lnTo>
                    <a:pt x="674228" y="1809415"/>
                  </a:lnTo>
                  <a:lnTo>
                    <a:pt x="674712" y="1808149"/>
                  </a:lnTo>
                  <a:lnTo>
                    <a:pt x="675158" y="1806884"/>
                  </a:lnTo>
                  <a:lnTo>
                    <a:pt x="675605" y="1805582"/>
                  </a:lnTo>
                  <a:lnTo>
                    <a:pt x="676051" y="1804317"/>
                  </a:lnTo>
                  <a:lnTo>
                    <a:pt x="676498" y="1803015"/>
                  </a:lnTo>
                  <a:lnTo>
                    <a:pt x="676981" y="1801750"/>
                  </a:lnTo>
                  <a:lnTo>
                    <a:pt x="677428" y="1800448"/>
                  </a:lnTo>
                  <a:lnTo>
                    <a:pt x="677874" y="1799183"/>
                  </a:lnTo>
                  <a:lnTo>
                    <a:pt x="678321" y="1797880"/>
                  </a:lnTo>
                  <a:lnTo>
                    <a:pt x="678767" y="1796615"/>
                  </a:lnTo>
                  <a:lnTo>
                    <a:pt x="679251" y="1795313"/>
                  </a:lnTo>
                  <a:lnTo>
                    <a:pt x="679697" y="1794011"/>
                  </a:lnTo>
                  <a:lnTo>
                    <a:pt x="680144" y="1792746"/>
                  </a:lnTo>
                  <a:lnTo>
                    <a:pt x="681037" y="1790141"/>
                  </a:lnTo>
                  <a:lnTo>
                    <a:pt x="681521" y="1788876"/>
                  </a:lnTo>
                  <a:lnTo>
                    <a:pt x="683307" y="1783667"/>
                  </a:lnTo>
                  <a:lnTo>
                    <a:pt x="683790" y="1782365"/>
                  </a:lnTo>
                  <a:lnTo>
                    <a:pt x="685576" y="1777156"/>
                  </a:lnTo>
                  <a:lnTo>
                    <a:pt x="686060" y="1775854"/>
                  </a:lnTo>
                  <a:lnTo>
                    <a:pt x="687846" y="1770645"/>
                  </a:lnTo>
                  <a:lnTo>
                    <a:pt x="688330" y="1769343"/>
                  </a:lnTo>
                  <a:lnTo>
                    <a:pt x="688776" y="1768003"/>
                  </a:lnTo>
                  <a:lnTo>
                    <a:pt x="690115" y="1764096"/>
                  </a:lnTo>
                  <a:lnTo>
                    <a:pt x="690562" y="1762757"/>
                  </a:lnTo>
                  <a:lnTo>
                    <a:pt x="691046" y="1761455"/>
                  </a:lnTo>
                  <a:lnTo>
                    <a:pt x="691492" y="1760152"/>
                  </a:lnTo>
                  <a:lnTo>
                    <a:pt x="691939" y="1758813"/>
                  </a:lnTo>
                  <a:lnTo>
                    <a:pt x="692385" y="1757511"/>
                  </a:lnTo>
                  <a:lnTo>
                    <a:pt x="692832" y="1756171"/>
                  </a:lnTo>
                  <a:lnTo>
                    <a:pt x="693315" y="1754869"/>
                  </a:lnTo>
                  <a:lnTo>
                    <a:pt x="693762" y="1753530"/>
                  </a:lnTo>
                  <a:lnTo>
                    <a:pt x="694208" y="1752227"/>
                  </a:lnTo>
                  <a:lnTo>
                    <a:pt x="695101" y="1749548"/>
                  </a:lnTo>
                  <a:lnTo>
                    <a:pt x="695585" y="1748246"/>
                  </a:lnTo>
                  <a:lnTo>
                    <a:pt x="696478" y="1745567"/>
                  </a:lnTo>
                  <a:lnTo>
                    <a:pt x="696924" y="1744265"/>
                  </a:lnTo>
                  <a:lnTo>
                    <a:pt x="697371" y="1742926"/>
                  </a:lnTo>
                  <a:lnTo>
                    <a:pt x="697855" y="1741586"/>
                  </a:lnTo>
                  <a:lnTo>
                    <a:pt x="698747" y="1738907"/>
                  </a:lnTo>
                  <a:lnTo>
                    <a:pt x="699194" y="1737605"/>
                  </a:lnTo>
                  <a:lnTo>
                    <a:pt x="699640" y="1736265"/>
                  </a:lnTo>
                  <a:lnTo>
                    <a:pt x="700124" y="1734926"/>
                  </a:lnTo>
                  <a:lnTo>
                    <a:pt x="701910" y="1729568"/>
                  </a:lnTo>
                  <a:lnTo>
                    <a:pt x="702394" y="1728229"/>
                  </a:lnTo>
                  <a:lnTo>
                    <a:pt x="703287" y="1725550"/>
                  </a:lnTo>
                  <a:lnTo>
                    <a:pt x="703733" y="1724173"/>
                  </a:lnTo>
                  <a:lnTo>
                    <a:pt x="704180" y="1722834"/>
                  </a:lnTo>
                  <a:lnTo>
                    <a:pt x="704663" y="1721494"/>
                  </a:lnTo>
                  <a:lnTo>
                    <a:pt x="705556" y="1718815"/>
                  </a:lnTo>
                  <a:lnTo>
                    <a:pt x="706003" y="1717439"/>
                  </a:lnTo>
                  <a:lnTo>
                    <a:pt x="706896" y="1714760"/>
                  </a:lnTo>
                  <a:lnTo>
                    <a:pt x="707380" y="1713383"/>
                  </a:lnTo>
                  <a:lnTo>
                    <a:pt x="707826" y="1712044"/>
                  </a:lnTo>
                  <a:lnTo>
                    <a:pt x="708272" y="1710667"/>
                  </a:lnTo>
                  <a:lnTo>
                    <a:pt x="709165" y="1707988"/>
                  </a:lnTo>
                  <a:lnTo>
                    <a:pt x="709649" y="1706611"/>
                  </a:lnTo>
                  <a:lnTo>
                    <a:pt x="710096" y="1705272"/>
                  </a:lnTo>
                  <a:lnTo>
                    <a:pt x="710989" y="1702519"/>
                  </a:lnTo>
                  <a:lnTo>
                    <a:pt x="711435" y="1701179"/>
                  </a:lnTo>
                  <a:lnTo>
                    <a:pt x="711919" y="1699803"/>
                  </a:lnTo>
                  <a:lnTo>
                    <a:pt x="712365" y="1698426"/>
                  </a:lnTo>
                  <a:lnTo>
                    <a:pt x="712812" y="1697086"/>
                  </a:lnTo>
                  <a:lnTo>
                    <a:pt x="713705" y="1694333"/>
                  </a:lnTo>
                  <a:lnTo>
                    <a:pt x="714188" y="1692994"/>
                  </a:lnTo>
                  <a:lnTo>
                    <a:pt x="715974" y="1687487"/>
                  </a:lnTo>
                  <a:lnTo>
                    <a:pt x="716458" y="1686110"/>
                  </a:lnTo>
                  <a:lnTo>
                    <a:pt x="717351" y="1683357"/>
                  </a:lnTo>
                  <a:lnTo>
                    <a:pt x="717797" y="1682018"/>
                  </a:lnTo>
                  <a:lnTo>
                    <a:pt x="718244" y="1680604"/>
                  </a:lnTo>
                  <a:lnTo>
                    <a:pt x="718728" y="1679227"/>
                  </a:lnTo>
                  <a:lnTo>
                    <a:pt x="720514" y="1673721"/>
                  </a:lnTo>
                  <a:lnTo>
                    <a:pt x="720997" y="1672344"/>
                  </a:lnTo>
                  <a:lnTo>
                    <a:pt x="721890" y="1669590"/>
                  </a:lnTo>
                  <a:lnTo>
                    <a:pt x="722337" y="1668177"/>
                  </a:lnTo>
                  <a:lnTo>
                    <a:pt x="723230" y="1665423"/>
                  </a:lnTo>
                  <a:lnTo>
                    <a:pt x="723713" y="1664009"/>
                  </a:lnTo>
                  <a:lnTo>
                    <a:pt x="724606" y="1661256"/>
                  </a:lnTo>
                  <a:lnTo>
                    <a:pt x="725053" y="1659842"/>
                  </a:lnTo>
                  <a:lnTo>
                    <a:pt x="725499" y="1658466"/>
                  </a:lnTo>
                  <a:lnTo>
                    <a:pt x="725983" y="1657052"/>
                  </a:lnTo>
                  <a:lnTo>
                    <a:pt x="726430" y="1655675"/>
                  </a:lnTo>
                  <a:lnTo>
                    <a:pt x="726876" y="1654261"/>
                  </a:lnTo>
                  <a:lnTo>
                    <a:pt x="727322" y="1652885"/>
                  </a:lnTo>
                  <a:lnTo>
                    <a:pt x="727769" y="1651471"/>
                  </a:lnTo>
                  <a:lnTo>
                    <a:pt x="728253" y="1650094"/>
                  </a:lnTo>
                  <a:lnTo>
                    <a:pt x="728699" y="1648680"/>
                  </a:lnTo>
                  <a:lnTo>
                    <a:pt x="729146" y="1647303"/>
                  </a:lnTo>
                  <a:lnTo>
                    <a:pt x="730039" y="1644476"/>
                  </a:lnTo>
                  <a:lnTo>
                    <a:pt x="730522" y="1643099"/>
                  </a:lnTo>
                  <a:lnTo>
                    <a:pt x="732308" y="1637444"/>
                  </a:lnTo>
                  <a:lnTo>
                    <a:pt x="732792" y="1636067"/>
                  </a:lnTo>
                  <a:lnTo>
                    <a:pt x="734578" y="1630411"/>
                  </a:lnTo>
                  <a:lnTo>
                    <a:pt x="735062" y="1628998"/>
                  </a:lnTo>
                  <a:lnTo>
                    <a:pt x="736847" y="1623342"/>
                  </a:lnTo>
                  <a:lnTo>
                    <a:pt x="737331" y="1621928"/>
                  </a:lnTo>
                  <a:lnTo>
                    <a:pt x="738671" y="1617687"/>
                  </a:lnTo>
                  <a:lnTo>
                    <a:pt x="739117" y="1616236"/>
                  </a:lnTo>
                  <a:lnTo>
                    <a:pt x="739564" y="1614822"/>
                  </a:lnTo>
                  <a:lnTo>
                    <a:pt x="740047" y="1613408"/>
                  </a:lnTo>
                  <a:lnTo>
                    <a:pt x="740494" y="1611994"/>
                  </a:lnTo>
                  <a:lnTo>
                    <a:pt x="740940" y="1610543"/>
                  </a:lnTo>
                  <a:lnTo>
                    <a:pt x="741833" y="1607715"/>
                  </a:lnTo>
                  <a:lnTo>
                    <a:pt x="742317" y="1606301"/>
                  </a:lnTo>
                  <a:lnTo>
                    <a:pt x="742763" y="1604850"/>
                  </a:lnTo>
                  <a:lnTo>
                    <a:pt x="743210" y="1603436"/>
                  </a:lnTo>
                  <a:lnTo>
                    <a:pt x="743656" y="1601985"/>
                  </a:lnTo>
                  <a:lnTo>
                    <a:pt x="744103" y="1600571"/>
                  </a:lnTo>
                  <a:lnTo>
                    <a:pt x="744587" y="1599120"/>
                  </a:lnTo>
                  <a:lnTo>
                    <a:pt x="745033" y="1597707"/>
                  </a:lnTo>
                  <a:lnTo>
                    <a:pt x="745480" y="1596255"/>
                  </a:lnTo>
                  <a:lnTo>
                    <a:pt x="745926" y="1594842"/>
                  </a:lnTo>
                  <a:lnTo>
                    <a:pt x="746372" y="1593390"/>
                  </a:lnTo>
                  <a:lnTo>
                    <a:pt x="746856" y="1591977"/>
                  </a:lnTo>
                  <a:lnTo>
                    <a:pt x="747749" y="1589075"/>
                  </a:lnTo>
                  <a:lnTo>
                    <a:pt x="748196" y="1587661"/>
                  </a:lnTo>
                  <a:lnTo>
                    <a:pt x="748642" y="1586210"/>
                  </a:lnTo>
                  <a:lnTo>
                    <a:pt x="749126" y="1584758"/>
                  </a:lnTo>
                  <a:lnTo>
                    <a:pt x="749572" y="1583345"/>
                  </a:lnTo>
                  <a:lnTo>
                    <a:pt x="750912" y="1578991"/>
                  </a:lnTo>
                  <a:lnTo>
                    <a:pt x="751395" y="1577578"/>
                  </a:lnTo>
                  <a:lnTo>
                    <a:pt x="753181" y="1571773"/>
                  </a:lnTo>
                  <a:lnTo>
                    <a:pt x="753665" y="1570322"/>
                  </a:lnTo>
                  <a:lnTo>
                    <a:pt x="755451" y="1564518"/>
                  </a:lnTo>
                  <a:lnTo>
                    <a:pt x="755935" y="1563067"/>
                  </a:lnTo>
                  <a:lnTo>
                    <a:pt x="757721" y="1557262"/>
                  </a:lnTo>
                  <a:lnTo>
                    <a:pt x="758167" y="1555774"/>
                  </a:lnTo>
                  <a:lnTo>
                    <a:pt x="758651" y="1554323"/>
                  </a:lnTo>
                  <a:lnTo>
                    <a:pt x="759990" y="1549970"/>
                  </a:lnTo>
                  <a:lnTo>
                    <a:pt x="760437" y="1548482"/>
                  </a:lnTo>
                  <a:lnTo>
                    <a:pt x="760920" y="1547030"/>
                  </a:lnTo>
                  <a:lnTo>
                    <a:pt x="761367" y="1545579"/>
                  </a:lnTo>
                  <a:lnTo>
                    <a:pt x="761813" y="1544091"/>
                  </a:lnTo>
                  <a:lnTo>
                    <a:pt x="762706" y="1541189"/>
                  </a:lnTo>
                  <a:lnTo>
                    <a:pt x="763190" y="1539701"/>
                  </a:lnTo>
                  <a:lnTo>
                    <a:pt x="763637" y="1538250"/>
                  </a:lnTo>
                  <a:lnTo>
                    <a:pt x="764083" y="1536761"/>
                  </a:lnTo>
                  <a:lnTo>
                    <a:pt x="764530" y="1535310"/>
                  </a:lnTo>
                  <a:lnTo>
                    <a:pt x="764976" y="1533822"/>
                  </a:lnTo>
                  <a:lnTo>
                    <a:pt x="765460" y="1532371"/>
                  </a:lnTo>
                  <a:lnTo>
                    <a:pt x="765906" y="1530883"/>
                  </a:lnTo>
                  <a:lnTo>
                    <a:pt x="766353" y="1529432"/>
                  </a:lnTo>
                  <a:lnTo>
                    <a:pt x="767246" y="1526455"/>
                  </a:lnTo>
                  <a:lnTo>
                    <a:pt x="767729" y="1525004"/>
                  </a:lnTo>
                  <a:lnTo>
                    <a:pt x="768176" y="1523516"/>
                  </a:lnTo>
                  <a:lnTo>
                    <a:pt x="768622" y="1522065"/>
                  </a:lnTo>
                  <a:lnTo>
                    <a:pt x="769515" y="1519088"/>
                  </a:lnTo>
                  <a:lnTo>
                    <a:pt x="769999" y="1517600"/>
                  </a:lnTo>
                  <a:lnTo>
                    <a:pt x="770445" y="1516149"/>
                  </a:lnTo>
                  <a:lnTo>
                    <a:pt x="771785" y="1511684"/>
                  </a:lnTo>
                  <a:lnTo>
                    <a:pt x="772269" y="1510196"/>
                  </a:lnTo>
                  <a:lnTo>
                    <a:pt x="772715" y="1508707"/>
                  </a:lnTo>
                  <a:lnTo>
                    <a:pt x="773162" y="1507256"/>
                  </a:lnTo>
                  <a:lnTo>
                    <a:pt x="774501" y="1502791"/>
                  </a:lnTo>
                  <a:lnTo>
                    <a:pt x="774985" y="1501303"/>
                  </a:lnTo>
                  <a:lnTo>
                    <a:pt x="776771" y="1495350"/>
                  </a:lnTo>
                  <a:lnTo>
                    <a:pt x="777254" y="1493862"/>
                  </a:lnTo>
                  <a:lnTo>
                    <a:pt x="777701" y="1492373"/>
                  </a:lnTo>
                  <a:lnTo>
                    <a:pt x="778147" y="1490848"/>
                  </a:lnTo>
                  <a:lnTo>
                    <a:pt x="779040" y="1487871"/>
                  </a:lnTo>
                  <a:lnTo>
                    <a:pt x="779524" y="1486383"/>
                  </a:lnTo>
                  <a:lnTo>
                    <a:pt x="780417" y="1483407"/>
                  </a:lnTo>
                  <a:lnTo>
                    <a:pt x="780863" y="1481881"/>
                  </a:lnTo>
                  <a:lnTo>
                    <a:pt x="781310" y="1480393"/>
                  </a:lnTo>
                  <a:lnTo>
                    <a:pt x="781794" y="1478904"/>
                  </a:lnTo>
                  <a:lnTo>
                    <a:pt x="782240" y="1477416"/>
                  </a:lnTo>
                  <a:lnTo>
                    <a:pt x="782687" y="1475891"/>
                  </a:lnTo>
                  <a:lnTo>
                    <a:pt x="783580" y="1472914"/>
                  </a:lnTo>
                  <a:lnTo>
                    <a:pt x="784063" y="1471389"/>
                  </a:lnTo>
                  <a:lnTo>
                    <a:pt x="784510" y="1469900"/>
                  </a:lnTo>
                  <a:lnTo>
                    <a:pt x="784956" y="1468375"/>
                  </a:lnTo>
                  <a:lnTo>
                    <a:pt x="785849" y="1465398"/>
                  </a:lnTo>
                  <a:lnTo>
                    <a:pt x="786333" y="1463873"/>
                  </a:lnTo>
                  <a:lnTo>
                    <a:pt x="786779" y="1462385"/>
                  </a:lnTo>
                  <a:lnTo>
                    <a:pt x="787226" y="1460859"/>
                  </a:lnTo>
                  <a:lnTo>
                    <a:pt x="787672" y="1459371"/>
                  </a:lnTo>
                  <a:lnTo>
                    <a:pt x="788119" y="1457845"/>
                  </a:lnTo>
                  <a:lnTo>
                    <a:pt x="788602" y="1456320"/>
                  </a:lnTo>
                  <a:lnTo>
                    <a:pt x="789049" y="1454832"/>
                  </a:lnTo>
                  <a:lnTo>
                    <a:pt x="789495" y="1453306"/>
                  </a:lnTo>
                  <a:lnTo>
                    <a:pt x="789942" y="1451818"/>
                  </a:lnTo>
                  <a:lnTo>
                    <a:pt x="790835" y="1448767"/>
                  </a:lnTo>
                  <a:lnTo>
                    <a:pt x="791319" y="1447279"/>
                  </a:lnTo>
                  <a:lnTo>
                    <a:pt x="792658" y="1442702"/>
                  </a:lnTo>
                  <a:lnTo>
                    <a:pt x="793105" y="1441214"/>
                  </a:lnTo>
                  <a:lnTo>
                    <a:pt x="793588" y="1439688"/>
                  </a:lnTo>
                  <a:lnTo>
                    <a:pt x="794928" y="1435112"/>
                  </a:lnTo>
                  <a:lnTo>
                    <a:pt x="795374" y="1433623"/>
                  </a:lnTo>
                  <a:lnTo>
                    <a:pt x="795858" y="1432098"/>
                  </a:lnTo>
                  <a:lnTo>
                    <a:pt x="797644" y="1425996"/>
                  </a:lnTo>
                  <a:lnTo>
                    <a:pt x="798127" y="1424471"/>
                  </a:lnTo>
                  <a:lnTo>
                    <a:pt x="799913" y="1418369"/>
                  </a:lnTo>
                  <a:lnTo>
                    <a:pt x="800397" y="1416843"/>
                  </a:lnTo>
                  <a:lnTo>
                    <a:pt x="802183" y="1410741"/>
                  </a:lnTo>
                  <a:lnTo>
                    <a:pt x="802667" y="1409216"/>
                  </a:lnTo>
                  <a:lnTo>
                    <a:pt x="803113" y="1407690"/>
                  </a:lnTo>
                  <a:lnTo>
                    <a:pt x="803560" y="1406128"/>
                  </a:lnTo>
                  <a:lnTo>
                    <a:pt x="804453" y="1403077"/>
                  </a:lnTo>
                  <a:lnTo>
                    <a:pt x="804936" y="1401551"/>
                  </a:lnTo>
                  <a:lnTo>
                    <a:pt x="805383" y="1400026"/>
                  </a:lnTo>
                  <a:lnTo>
                    <a:pt x="805829" y="1398463"/>
                  </a:lnTo>
                  <a:lnTo>
                    <a:pt x="806722" y="1395412"/>
                  </a:lnTo>
                  <a:lnTo>
                    <a:pt x="807169" y="1393849"/>
                  </a:lnTo>
                  <a:lnTo>
                    <a:pt x="807652" y="1392324"/>
                  </a:lnTo>
                  <a:lnTo>
                    <a:pt x="808099" y="1390798"/>
                  </a:lnTo>
                  <a:lnTo>
                    <a:pt x="808545" y="1389236"/>
                  </a:lnTo>
                  <a:lnTo>
                    <a:pt x="809438" y="1386185"/>
                  </a:lnTo>
                  <a:lnTo>
                    <a:pt x="809922" y="1384622"/>
                  </a:lnTo>
                  <a:lnTo>
                    <a:pt x="810369" y="1383096"/>
                  </a:lnTo>
                  <a:lnTo>
                    <a:pt x="810815" y="1381534"/>
                  </a:lnTo>
                  <a:lnTo>
                    <a:pt x="811708" y="1378483"/>
                  </a:lnTo>
                  <a:lnTo>
                    <a:pt x="812192" y="1376920"/>
                  </a:lnTo>
                  <a:lnTo>
                    <a:pt x="812638" y="1375394"/>
                  </a:lnTo>
                  <a:lnTo>
                    <a:pt x="813085" y="1373832"/>
                  </a:lnTo>
                  <a:lnTo>
                    <a:pt x="813531" y="1372306"/>
                  </a:lnTo>
                  <a:lnTo>
                    <a:pt x="813978" y="1370744"/>
                  </a:lnTo>
                  <a:lnTo>
                    <a:pt x="814461" y="1369181"/>
                  </a:lnTo>
                  <a:lnTo>
                    <a:pt x="814908" y="1367655"/>
                  </a:lnTo>
                  <a:lnTo>
                    <a:pt x="815354" y="1366093"/>
                  </a:lnTo>
                  <a:lnTo>
                    <a:pt x="815801" y="1364567"/>
                  </a:lnTo>
                  <a:lnTo>
                    <a:pt x="816247" y="1363005"/>
                  </a:lnTo>
                  <a:lnTo>
                    <a:pt x="816731" y="1361442"/>
                  </a:lnTo>
                  <a:lnTo>
                    <a:pt x="817177" y="1359916"/>
                  </a:lnTo>
                  <a:lnTo>
                    <a:pt x="818070" y="1356791"/>
                  </a:lnTo>
                  <a:lnTo>
                    <a:pt x="818517" y="1355265"/>
                  </a:lnTo>
                  <a:lnTo>
                    <a:pt x="819001" y="1353703"/>
                  </a:lnTo>
                  <a:lnTo>
                    <a:pt x="819447" y="1352140"/>
                  </a:lnTo>
                  <a:lnTo>
                    <a:pt x="819894" y="1350615"/>
                  </a:lnTo>
                  <a:lnTo>
                    <a:pt x="820787" y="1347489"/>
                  </a:lnTo>
                  <a:lnTo>
                    <a:pt x="821270" y="1345927"/>
                  </a:lnTo>
                  <a:lnTo>
                    <a:pt x="821717" y="1344364"/>
                  </a:lnTo>
                  <a:lnTo>
                    <a:pt x="822163" y="1342838"/>
                  </a:lnTo>
                  <a:lnTo>
                    <a:pt x="823503" y="1338150"/>
                  </a:lnTo>
                  <a:lnTo>
                    <a:pt x="823986" y="1336588"/>
                  </a:lnTo>
                  <a:lnTo>
                    <a:pt x="824879" y="1333462"/>
                  </a:lnTo>
                  <a:lnTo>
                    <a:pt x="825326" y="1331937"/>
                  </a:lnTo>
                  <a:lnTo>
                    <a:pt x="825772" y="1330374"/>
                  </a:lnTo>
                  <a:lnTo>
                    <a:pt x="826256" y="1328811"/>
                  </a:lnTo>
                  <a:lnTo>
                    <a:pt x="828042" y="1322561"/>
                  </a:lnTo>
                  <a:lnTo>
                    <a:pt x="828526" y="1320998"/>
                  </a:lnTo>
                  <a:lnTo>
                    <a:pt x="830312" y="1314747"/>
                  </a:lnTo>
                  <a:lnTo>
                    <a:pt x="830795" y="1313147"/>
                  </a:lnTo>
                  <a:lnTo>
                    <a:pt x="832581" y="1306896"/>
                  </a:lnTo>
                  <a:lnTo>
                    <a:pt x="833065" y="1305334"/>
                  </a:lnTo>
                  <a:lnTo>
                    <a:pt x="833958" y="1302208"/>
                  </a:lnTo>
                  <a:lnTo>
                    <a:pt x="834404" y="1300608"/>
                  </a:lnTo>
                  <a:lnTo>
                    <a:pt x="834851" y="1299046"/>
                  </a:lnTo>
                  <a:lnTo>
                    <a:pt x="835334" y="1297483"/>
                  </a:lnTo>
                  <a:lnTo>
                    <a:pt x="836227" y="1294358"/>
                  </a:lnTo>
                  <a:lnTo>
                    <a:pt x="836674" y="1292758"/>
                  </a:lnTo>
                  <a:lnTo>
                    <a:pt x="837120" y="1291195"/>
                  </a:lnTo>
                  <a:lnTo>
                    <a:pt x="837604" y="1289632"/>
                  </a:lnTo>
                  <a:lnTo>
                    <a:pt x="838051" y="1288032"/>
                  </a:lnTo>
                  <a:lnTo>
                    <a:pt x="839390" y="1283344"/>
                  </a:lnTo>
                  <a:lnTo>
                    <a:pt x="839874" y="1281744"/>
                  </a:lnTo>
                  <a:lnTo>
                    <a:pt x="840767" y="1278619"/>
                  </a:lnTo>
                  <a:lnTo>
                    <a:pt x="841213" y="1277019"/>
                  </a:lnTo>
                  <a:lnTo>
                    <a:pt x="841660" y="1275456"/>
                  </a:lnTo>
                  <a:lnTo>
                    <a:pt x="842106" y="1273857"/>
                  </a:lnTo>
                  <a:lnTo>
                    <a:pt x="842590" y="1272294"/>
                  </a:lnTo>
                  <a:lnTo>
                    <a:pt x="843036" y="1270731"/>
                  </a:lnTo>
                  <a:lnTo>
                    <a:pt x="843483" y="1269131"/>
                  </a:lnTo>
                  <a:lnTo>
                    <a:pt x="843929" y="1267569"/>
                  </a:lnTo>
                  <a:lnTo>
                    <a:pt x="844376" y="1265969"/>
                  </a:lnTo>
                  <a:lnTo>
                    <a:pt x="844859" y="1264406"/>
                  </a:lnTo>
                  <a:lnTo>
                    <a:pt x="845306" y="1262806"/>
                  </a:lnTo>
                  <a:lnTo>
                    <a:pt x="845752" y="1261243"/>
                  </a:lnTo>
                  <a:lnTo>
                    <a:pt x="846199" y="1259643"/>
                  </a:lnTo>
                  <a:lnTo>
                    <a:pt x="846645" y="1258081"/>
                  </a:lnTo>
                  <a:lnTo>
                    <a:pt x="847129" y="1256481"/>
                  </a:lnTo>
                  <a:lnTo>
                    <a:pt x="847576" y="1254918"/>
                  </a:lnTo>
                  <a:lnTo>
                    <a:pt x="848022" y="1253318"/>
                  </a:lnTo>
                  <a:lnTo>
                    <a:pt x="848469" y="1251756"/>
                  </a:lnTo>
                  <a:lnTo>
                    <a:pt x="848915" y="1250156"/>
                  </a:lnTo>
                  <a:lnTo>
                    <a:pt x="849399" y="1248593"/>
                  </a:lnTo>
                  <a:lnTo>
                    <a:pt x="849845" y="1246993"/>
                  </a:lnTo>
                  <a:lnTo>
                    <a:pt x="850292" y="1245430"/>
                  </a:lnTo>
                  <a:lnTo>
                    <a:pt x="851185" y="1242231"/>
                  </a:lnTo>
                  <a:lnTo>
                    <a:pt x="851668" y="1240668"/>
                  </a:lnTo>
                  <a:lnTo>
                    <a:pt x="852115" y="1239068"/>
                  </a:lnTo>
                  <a:lnTo>
                    <a:pt x="852561" y="1237505"/>
                  </a:lnTo>
                  <a:lnTo>
                    <a:pt x="853454" y="1234305"/>
                  </a:lnTo>
                  <a:lnTo>
                    <a:pt x="853938" y="1232743"/>
                  </a:lnTo>
                  <a:lnTo>
                    <a:pt x="854831" y="1229543"/>
                  </a:lnTo>
                  <a:lnTo>
                    <a:pt x="855277" y="1227980"/>
                  </a:lnTo>
                  <a:lnTo>
                    <a:pt x="855724" y="1226380"/>
                  </a:lnTo>
                  <a:lnTo>
                    <a:pt x="856208" y="1224780"/>
                  </a:lnTo>
                  <a:lnTo>
                    <a:pt x="856654" y="1223181"/>
                  </a:lnTo>
                  <a:lnTo>
                    <a:pt x="857101" y="1221618"/>
                  </a:lnTo>
                  <a:lnTo>
                    <a:pt x="858440" y="1216818"/>
                  </a:lnTo>
                  <a:lnTo>
                    <a:pt x="858924" y="1215255"/>
                  </a:lnTo>
                  <a:lnTo>
                    <a:pt x="860263" y="1210456"/>
                  </a:lnTo>
                  <a:lnTo>
                    <a:pt x="860710" y="1208893"/>
                  </a:lnTo>
                  <a:lnTo>
                    <a:pt x="861193" y="1207293"/>
                  </a:lnTo>
                  <a:lnTo>
                    <a:pt x="862979" y="1200894"/>
                  </a:lnTo>
                  <a:lnTo>
                    <a:pt x="863463" y="1199331"/>
                  </a:lnTo>
                  <a:lnTo>
                    <a:pt x="865249" y="1192931"/>
                  </a:lnTo>
                  <a:lnTo>
                    <a:pt x="865733" y="1191331"/>
                  </a:lnTo>
                  <a:lnTo>
                    <a:pt x="866626" y="1188132"/>
                  </a:lnTo>
                  <a:lnTo>
                    <a:pt x="867072" y="1186569"/>
                  </a:lnTo>
                  <a:lnTo>
                    <a:pt x="867519" y="1184969"/>
                  </a:lnTo>
                  <a:lnTo>
                    <a:pt x="868002" y="1183369"/>
                  </a:lnTo>
                  <a:lnTo>
                    <a:pt x="869788" y="1176969"/>
                  </a:lnTo>
                  <a:lnTo>
                    <a:pt x="870272" y="1175370"/>
                  </a:lnTo>
                  <a:lnTo>
                    <a:pt x="872058" y="1168970"/>
                  </a:lnTo>
                  <a:lnTo>
                    <a:pt x="872542" y="1167370"/>
                  </a:lnTo>
                  <a:lnTo>
                    <a:pt x="874774" y="1159371"/>
                  </a:lnTo>
                  <a:lnTo>
                    <a:pt x="875258" y="1157771"/>
                  </a:lnTo>
                  <a:lnTo>
                    <a:pt x="877044" y="1151371"/>
                  </a:lnTo>
                  <a:lnTo>
                    <a:pt x="877527" y="1149771"/>
                  </a:lnTo>
                  <a:lnTo>
                    <a:pt x="879313" y="1143371"/>
                  </a:lnTo>
                  <a:lnTo>
                    <a:pt x="879797" y="1141772"/>
                  </a:lnTo>
                  <a:lnTo>
                    <a:pt x="880243" y="1140134"/>
                  </a:lnTo>
                  <a:lnTo>
                    <a:pt x="881583" y="1135335"/>
                  </a:lnTo>
                  <a:lnTo>
                    <a:pt x="882067" y="1133735"/>
                  </a:lnTo>
                  <a:lnTo>
                    <a:pt x="883852" y="1127335"/>
                  </a:lnTo>
                  <a:lnTo>
                    <a:pt x="884336" y="1125698"/>
                  </a:lnTo>
                  <a:lnTo>
                    <a:pt x="886122" y="1119299"/>
                  </a:lnTo>
                  <a:lnTo>
                    <a:pt x="886606" y="1117699"/>
                  </a:lnTo>
                  <a:lnTo>
                    <a:pt x="887052" y="1116099"/>
                  </a:lnTo>
                  <a:lnTo>
                    <a:pt x="887499" y="1114462"/>
                  </a:lnTo>
                  <a:lnTo>
                    <a:pt x="888392" y="1111262"/>
                  </a:lnTo>
                  <a:lnTo>
                    <a:pt x="888875" y="1109662"/>
                  </a:lnTo>
                  <a:lnTo>
                    <a:pt x="889768" y="1106462"/>
                  </a:lnTo>
                  <a:lnTo>
                    <a:pt x="890215" y="1104825"/>
                  </a:lnTo>
                  <a:lnTo>
                    <a:pt x="891108" y="1101625"/>
                  </a:lnTo>
                  <a:lnTo>
                    <a:pt x="891592" y="1100025"/>
                  </a:lnTo>
                  <a:lnTo>
                    <a:pt x="892038" y="1098425"/>
                  </a:lnTo>
                  <a:lnTo>
                    <a:pt x="892484" y="1096788"/>
                  </a:lnTo>
                  <a:lnTo>
                    <a:pt x="893377" y="1093588"/>
                  </a:lnTo>
                  <a:lnTo>
                    <a:pt x="893861" y="1091989"/>
                  </a:lnTo>
                  <a:lnTo>
                    <a:pt x="894308" y="1090389"/>
                  </a:lnTo>
                  <a:lnTo>
                    <a:pt x="894754" y="1088752"/>
                  </a:lnTo>
                  <a:lnTo>
                    <a:pt x="895647" y="1085552"/>
                  </a:lnTo>
                  <a:lnTo>
                    <a:pt x="896131" y="1083952"/>
                  </a:lnTo>
                  <a:lnTo>
                    <a:pt x="896577" y="1082352"/>
                  </a:lnTo>
                  <a:lnTo>
                    <a:pt x="897024" y="1080715"/>
                  </a:lnTo>
                  <a:lnTo>
                    <a:pt x="897917" y="1077515"/>
                  </a:lnTo>
                  <a:lnTo>
                    <a:pt x="898400" y="1075915"/>
                  </a:lnTo>
                  <a:lnTo>
                    <a:pt x="898847" y="1074278"/>
                  </a:lnTo>
                  <a:lnTo>
                    <a:pt x="900186" y="1069478"/>
                  </a:lnTo>
                  <a:lnTo>
                    <a:pt x="900670" y="1067878"/>
                  </a:lnTo>
                  <a:lnTo>
                    <a:pt x="901117" y="1066241"/>
                  </a:lnTo>
                  <a:lnTo>
                    <a:pt x="902456" y="1061442"/>
                  </a:lnTo>
                  <a:lnTo>
                    <a:pt x="902940" y="1059804"/>
                  </a:lnTo>
                  <a:lnTo>
                    <a:pt x="904279" y="1055005"/>
                  </a:lnTo>
                  <a:lnTo>
                    <a:pt x="904726" y="1053368"/>
                  </a:lnTo>
                  <a:lnTo>
                    <a:pt x="905209" y="1051768"/>
                  </a:lnTo>
                  <a:lnTo>
                    <a:pt x="906102" y="1048568"/>
                  </a:lnTo>
                  <a:lnTo>
                    <a:pt x="906549" y="1046931"/>
                  </a:lnTo>
                  <a:lnTo>
                    <a:pt x="907442" y="1043731"/>
                  </a:lnTo>
                  <a:lnTo>
                    <a:pt x="907925" y="1042131"/>
                  </a:lnTo>
                  <a:lnTo>
                    <a:pt x="908372" y="1040531"/>
                  </a:lnTo>
                  <a:lnTo>
                    <a:pt x="908818" y="1038894"/>
                  </a:lnTo>
                  <a:lnTo>
                    <a:pt x="909711" y="1035694"/>
                  </a:lnTo>
                  <a:lnTo>
                    <a:pt x="910195" y="1034094"/>
                  </a:lnTo>
                  <a:lnTo>
                    <a:pt x="910642" y="1032457"/>
                  </a:lnTo>
                  <a:lnTo>
                    <a:pt x="911981" y="1027658"/>
                  </a:lnTo>
                  <a:lnTo>
                    <a:pt x="912465" y="1026021"/>
                  </a:lnTo>
                  <a:lnTo>
                    <a:pt x="913804" y="1021221"/>
                  </a:lnTo>
                  <a:lnTo>
                    <a:pt x="914251" y="1019584"/>
                  </a:lnTo>
                  <a:lnTo>
                    <a:pt x="914734" y="1017984"/>
                  </a:lnTo>
                  <a:lnTo>
                    <a:pt x="916074" y="1013184"/>
                  </a:lnTo>
                  <a:lnTo>
                    <a:pt x="916520" y="1011547"/>
                  </a:lnTo>
                  <a:lnTo>
                    <a:pt x="917004" y="1009947"/>
                  </a:lnTo>
                  <a:lnTo>
                    <a:pt x="917897" y="1006747"/>
                  </a:lnTo>
                  <a:lnTo>
                    <a:pt x="918343" y="1005110"/>
                  </a:lnTo>
                  <a:lnTo>
                    <a:pt x="918790" y="1003510"/>
                  </a:lnTo>
                  <a:lnTo>
                    <a:pt x="919274" y="1001910"/>
                  </a:lnTo>
                  <a:lnTo>
                    <a:pt x="920167" y="998711"/>
                  </a:lnTo>
                  <a:lnTo>
                    <a:pt x="920613" y="997073"/>
                  </a:lnTo>
                  <a:lnTo>
                    <a:pt x="921059" y="995474"/>
                  </a:lnTo>
                  <a:lnTo>
                    <a:pt x="921543" y="993874"/>
                  </a:lnTo>
                  <a:lnTo>
                    <a:pt x="922436" y="990674"/>
                  </a:lnTo>
                  <a:lnTo>
                    <a:pt x="922883" y="989037"/>
                  </a:lnTo>
                  <a:lnTo>
                    <a:pt x="923329" y="987437"/>
                  </a:lnTo>
                  <a:lnTo>
                    <a:pt x="923813" y="985837"/>
                  </a:lnTo>
                  <a:lnTo>
                    <a:pt x="924706" y="982637"/>
                  </a:lnTo>
                  <a:lnTo>
                    <a:pt x="925152" y="981000"/>
                  </a:lnTo>
                  <a:lnTo>
                    <a:pt x="926045" y="977800"/>
                  </a:lnTo>
                  <a:lnTo>
                    <a:pt x="926529" y="976200"/>
                  </a:lnTo>
                  <a:lnTo>
                    <a:pt x="927422" y="973000"/>
                  </a:lnTo>
                  <a:lnTo>
                    <a:pt x="927868" y="971363"/>
                  </a:lnTo>
                  <a:lnTo>
                    <a:pt x="928315" y="969763"/>
                  </a:lnTo>
                  <a:lnTo>
                    <a:pt x="928799" y="968164"/>
                  </a:lnTo>
                  <a:lnTo>
                    <a:pt x="930584" y="961764"/>
                  </a:lnTo>
                  <a:lnTo>
                    <a:pt x="931068" y="960127"/>
                  </a:lnTo>
                  <a:lnTo>
                    <a:pt x="932854" y="953727"/>
                  </a:lnTo>
                  <a:lnTo>
                    <a:pt x="933338" y="952127"/>
                  </a:lnTo>
                  <a:lnTo>
                    <a:pt x="935124" y="945728"/>
                  </a:lnTo>
                  <a:lnTo>
                    <a:pt x="935607" y="944128"/>
                  </a:lnTo>
                  <a:lnTo>
                    <a:pt x="936054" y="942491"/>
                  </a:lnTo>
                  <a:lnTo>
                    <a:pt x="937393" y="937691"/>
                  </a:lnTo>
                  <a:lnTo>
                    <a:pt x="937877" y="936091"/>
                  </a:lnTo>
                  <a:lnTo>
                    <a:pt x="939663" y="929692"/>
                  </a:lnTo>
                  <a:lnTo>
                    <a:pt x="940147" y="928092"/>
                  </a:lnTo>
                  <a:lnTo>
                    <a:pt x="942379" y="920092"/>
                  </a:lnTo>
                  <a:lnTo>
                    <a:pt x="942863" y="918492"/>
                  </a:lnTo>
                  <a:lnTo>
                    <a:pt x="944649" y="912093"/>
                  </a:lnTo>
                  <a:lnTo>
                    <a:pt x="945132" y="910493"/>
                  </a:lnTo>
                  <a:lnTo>
                    <a:pt x="946025" y="907293"/>
                  </a:lnTo>
                  <a:lnTo>
                    <a:pt x="946472" y="905730"/>
                  </a:lnTo>
                  <a:lnTo>
                    <a:pt x="946918" y="904130"/>
                  </a:lnTo>
                  <a:lnTo>
                    <a:pt x="947402" y="902530"/>
                  </a:lnTo>
                  <a:lnTo>
                    <a:pt x="949188" y="896131"/>
                  </a:lnTo>
                  <a:lnTo>
                    <a:pt x="949672" y="894531"/>
                  </a:lnTo>
                  <a:lnTo>
                    <a:pt x="950118" y="892968"/>
                  </a:lnTo>
                  <a:lnTo>
                    <a:pt x="951458" y="888168"/>
                  </a:lnTo>
                  <a:lnTo>
                    <a:pt x="951941" y="886569"/>
                  </a:lnTo>
                  <a:lnTo>
                    <a:pt x="952388" y="884969"/>
                  </a:lnTo>
                  <a:lnTo>
                    <a:pt x="952834" y="883406"/>
                  </a:lnTo>
                  <a:lnTo>
                    <a:pt x="953727" y="880206"/>
                  </a:lnTo>
                  <a:lnTo>
                    <a:pt x="954211" y="878606"/>
                  </a:lnTo>
                  <a:lnTo>
                    <a:pt x="954657" y="877006"/>
                  </a:lnTo>
                  <a:lnTo>
                    <a:pt x="955104" y="875444"/>
                  </a:lnTo>
                  <a:lnTo>
                    <a:pt x="955997" y="872244"/>
                  </a:lnTo>
                  <a:lnTo>
                    <a:pt x="956481" y="870681"/>
                  </a:lnTo>
                  <a:lnTo>
                    <a:pt x="957820" y="865881"/>
                  </a:lnTo>
                  <a:lnTo>
                    <a:pt x="958267" y="864319"/>
                  </a:lnTo>
                  <a:lnTo>
                    <a:pt x="958713" y="862719"/>
                  </a:lnTo>
                  <a:lnTo>
                    <a:pt x="959197" y="861119"/>
                  </a:lnTo>
                  <a:lnTo>
                    <a:pt x="959643" y="859556"/>
                  </a:lnTo>
                  <a:lnTo>
                    <a:pt x="960536" y="856356"/>
                  </a:lnTo>
                  <a:lnTo>
                    <a:pt x="960983" y="854794"/>
                  </a:lnTo>
                  <a:lnTo>
                    <a:pt x="961466" y="853194"/>
                  </a:lnTo>
                  <a:lnTo>
                    <a:pt x="961913" y="851631"/>
                  </a:lnTo>
                  <a:lnTo>
                    <a:pt x="962806" y="848431"/>
                  </a:lnTo>
                  <a:lnTo>
                    <a:pt x="963252" y="846869"/>
                  </a:lnTo>
                  <a:lnTo>
                    <a:pt x="963736" y="845269"/>
                  </a:lnTo>
                  <a:lnTo>
                    <a:pt x="964182" y="843706"/>
                  </a:lnTo>
                  <a:lnTo>
                    <a:pt x="964629" y="842106"/>
                  </a:lnTo>
                  <a:lnTo>
                    <a:pt x="965075" y="840543"/>
                  </a:lnTo>
                  <a:lnTo>
                    <a:pt x="965522" y="838944"/>
                  </a:lnTo>
                  <a:lnTo>
                    <a:pt x="966006" y="837381"/>
                  </a:lnTo>
                  <a:lnTo>
                    <a:pt x="966452" y="835781"/>
                  </a:lnTo>
                  <a:lnTo>
                    <a:pt x="966899" y="834218"/>
                  </a:lnTo>
                  <a:lnTo>
                    <a:pt x="967345" y="832618"/>
                  </a:lnTo>
                  <a:lnTo>
                    <a:pt x="967792" y="831056"/>
                  </a:lnTo>
                  <a:lnTo>
                    <a:pt x="968275" y="829456"/>
                  </a:lnTo>
                  <a:lnTo>
                    <a:pt x="969168" y="826330"/>
                  </a:lnTo>
                  <a:lnTo>
                    <a:pt x="969615" y="824730"/>
                  </a:lnTo>
                  <a:lnTo>
                    <a:pt x="970061" y="823168"/>
                  </a:lnTo>
                  <a:lnTo>
                    <a:pt x="970545" y="821568"/>
                  </a:lnTo>
                  <a:lnTo>
                    <a:pt x="971438" y="818442"/>
                  </a:lnTo>
                  <a:lnTo>
                    <a:pt x="971884" y="816843"/>
                  </a:lnTo>
                  <a:lnTo>
                    <a:pt x="972331" y="815280"/>
                  </a:lnTo>
                  <a:lnTo>
                    <a:pt x="972814" y="813717"/>
                  </a:lnTo>
                  <a:lnTo>
                    <a:pt x="973261" y="812117"/>
                  </a:lnTo>
                  <a:lnTo>
                    <a:pt x="974600" y="807429"/>
                  </a:lnTo>
                  <a:lnTo>
                    <a:pt x="975047" y="805829"/>
                  </a:lnTo>
                  <a:lnTo>
                    <a:pt x="975531" y="804267"/>
                  </a:lnTo>
                  <a:lnTo>
                    <a:pt x="976424" y="801141"/>
                  </a:lnTo>
                  <a:lnTo>
                    <a:pt x="976870" y="799541"/>
                  </a:lnTo>
                  <a:lnTo>
                    <a:pt x="977317" y="797979"/>
                  </a:lnTo>
                  <a:lnTo>
                    <a:pt x="977800" y="796416"/>
                  </a:lnTo>
                  <a:lnTo>
                    <a:pt x="979586" y="790165"/>
                  </a:lnTo>
                  <a:lnTo>
                    <a:pt x="980070" y="788565"/>
                  </a:lnTo>
                  <a:lnTo>
                    <a:pt x="981856" y="782314"/>
                  </a:lnTo>
                  <a:lnTo>
                    <a:pt x="982339" y="780752"/>
                  </a:lnTo>
                  <a:lnTo>
                    <a:pt x="984125" y="774501"/>
                  </a:lnTo>
                  <a:lnTo>
                    <a:pt x="984609" y="772938"/>
                  </a:lnTo>
                  <a:lnTo>
                    <a:pt x="985056" y="771376"/>
                  </a:lnTo>
                  <a:lnTo>
                    <a:pt x="985502" y="769850"/>
                  </a:lnTo>
                  <a:lnTo>
                    <a:pt x="986395" y="766725"/>
                  </a:lnTo>
                  <a:lnTo>
                    <a:pt x="986879" y="765162"/>
                  </a:lnTo>
                  <a:lnTo>
                    <a:pt x="988218" y="760474"/>
                  </a:lnTo>
                  <a:lnTo>
                    <a:pt x="988665" y="758948"/>
                  </a:lnTo>
                  <a:lnTo>
                    <a:pt x="989148" y="757386"/>
                  </a:lnTo>
                  <a:lnTo>
                    <a:pt x="990041" y="754260"/>
                  </a:lnTo>
                  <a:lnTo>
                    <a:pt x="990488" y="752735"/>
                  </a:lnTo>
                  <a:lnTo>
                    <a:pt x="991381" y="749610"/>
                  </a:lnTo>
                  <a:lnTo>
                    <a:pt x="991864" y="748084"/>
                  </a:lnTo>
                  <a:lnTo>
                    <a:pt x="992757" y="744959"/>
                  </a:lnTo>
                  <a:lnTo>
                    <a:pt x="993204" y="743433"/>
                  </a:lnTo>
                  <a:lnTo>
                    <a:pt x="993650" y="741870"/>
                  </a:lnTo>
                  <a:lnTo>
                    <a:pt x="994134" y="740308"/>
                  </a:lnTo>
                  <a:lnTo>
                    <a:pt x="994581" y="738782"/>
                  </a:lnTo>
                  <a:lnTo>
                    <a:pt x="995027" y="737220"/>
                  </a:lnTo>
                  <a:lnTo>
                    <a:pt x="995474" y="735694"/>
                  </a:lnTo>
                  <a:lnTo>
                    <a:pt x="995920" y="734131"/>
                  </a:lnTo>
                  <a:lnTo>
                    <a:pt x="996404" y="732606"/>
                  </a:lnTo>
                  <a:lnTo>
                    <a:pt x="996850" y="731043"/>
                  </a:lnTo>
                  <a:lnTo>
                    <a:pt x="997297" y="729518"/>
                  </a:lnTo>
                  <a:lnTo>
                    <a:pt x="997743" y="727955"/>
                  </a:lnTo>
                  <a:lnTo>
                    <a:pt x="998190" y="726430"/>
                  </a:lnTo>
                  <a:lnTo>
                    <a:pt x="998673" y="724904"/>
                  </a:lnTo>
                  <a:lnTo>
                    <a:pt x="999120" y="723341"/>
                  </a:lnTo>
                  <a:lnTo>
                    <a:pt x="999566" y="721816"/>
                  </a:lnTo>
                  <a:lnTo>
                    <a:pt x="1000013" y="720253"/>
                  </a:lnTo>
                  <a:lnTo>
                    <a:pt x="1000459" y="718728"/>
                  </a:lnTo>
                  <a:lnTo>
                    <a:pt x="1000943" y="717202"/>
                  </a:lnTo>
                  <a:lnTo>
                    <a:pt x="1001389" y="715677"/>
                  </a:lnTo>
                  <a:lnTo>
                    <a:pt x="1001836" y="714114"/>
                  </a:lnTo>
                  <a:lnTo>
                    <a:pt x="1002729" y="711063"/>
                  </a:lnTo>
                  <a:lnTo>
                    <a:pt x="1003213" y="709538"/>
                  </a:lnTo>
                  <a:lnTo>
                    <a:pt x="1003659" y="707975"/>
                  </a:lnTo>
                  <a:lnTo>
                    <a:pt x="1004999" y="703398"/>
                  </a:lnTo>
                  <a:lnTo>
                    <a:pt x="1005482" y="701873"/>
                  </a:lnTo>
                  <a:lnTo>
                    <a:pt x="1007268" y="695771"/>
                  </a:lnTo>
                  <a:lnTo>
                    <a:pt x="1007752" y="694245"/>
                  </a:lnTo>
                  <a:lnTo>
                    <a:pt x="1009984" y="686618"/>
                  </a:lnTo>
                  <a:lnTo>
                    <a:pt x="1010468" y="685093"/>
                  </a:lnTo>
                  <a:lnTo>
                    <a:pt x="1011807" y="680516"/>
                  </a:lnTo>
                  <a:lnTo>
                    <a:pt x="1012254" y="679028"/>
                  </a:lnTo>
                  <a:lnTo>
                    <a:pt x="1012738" y="677502"/>
                  </a:lnTo>
                  <a:lnTo>
                    <a:pt x="1013631" y="674451"/>
                  </a:lnTo>
                  <a:lnTo>
                    <a:pt x="1014077" y="672963"/>
                  </a:lnTo>
                  <a:lnTo>
                    <a:pt x="1014524" y="671438"/>
                  </a:lnTo>
                  <a:lnTo>
                    <a:pt x="1015007" y="669912"/>
                  </a:lnTo>
                  <a:lnTo>
                    <a:pt x="1015454" y="668424"/>
                  </a:lnTo>
                  <a:lnTo>
                    <a:pt x="1016347" y="665373"/>
                  </a:lnTo>
                  <a:lnTo>
                    <a:pt x="1016793" y="663885"/>
                  </a:lnTo>
                  <a:lnTo>
                    <a:pt x="1017277" y="662359"/>
                  </a:lnTo>
                  <a:lnTo>
                    <a:pt x="1017723" y="660871"/>
                  </a:lnTo>
                  <a:lnTo>
                    <a:pt x="1018170" y="659345"/>
                  </a:lnTo>
                  <a:lnTo>
                    <a:pt x="1018616" y="657857"/>
                  </a:lnTo>
                  <a:lnTo>
                    <a:pt x="1019063" y="656331"/>
                  </a:lnTo>
                  <a:lnTo>
                    <a:pt x="1019546" y="654843"/>
                  </a:lnTo>
                  <a:lnTo>
                    <a:pt x="1019993" y="653318"/>
                  </a:lnTo>
                  <a:lnTo>
                    <a:pt x="1020886" y="650341"/>
                  </a:lnTo>
                  <a:lnTo>
                    <a:pt x="1021332" y="648816"/>
                  </a:lnTo>
                  <a:lnTo>
                    <a:pt x="1021816" y="647327"/>
                  </a:lnTo>
                  <a:lnTo>
                    <a:pt x="1022263" y="645839"/>
                  </a:lnTo>
                  <a:lnTo>
                    <a:pt x="1022709" y="644314"/>
                  </a:lnTo>
                  <a:lnTo>
                    <a:pt x="1023602" y="641337"/>
                  </a:lnTo>
                  <a:lnTo>
                    <a:pt x="1024086" y="639849"/>
                  </a:lnTo>
                  <a:lnTo>
                    <a:pt x="1024532" y="638323"/>
                  </a:lnTo>
                  <a:lnTo>
                    <a:pt x="1026318" y="632370"/>
                  </a:lnTo>
                  <a:lnTo>
                    <a:pt x="1026802" y="630882"/>
                  </a:lnTo>
                  <a:lnTo>
                    <a:pt x="1028588" y="624929"/>
                  </a:lnTo>
                  <a:lnTo>
                    <a:pt x="1029071" y="623440"/>
                  </a:lnTo>
                  <a:lnTo>
                    <a:pt x="1030857" y="617487"/>
                  </a:lnTo>
                  <a:lnTo>
                    <a:pt x="1031341" y="616036"/>
                  </a:lnTo>
                  <a:lnTo>
                    <a:pt x="1032681" y="611571"/>
                  </a:lnTo>
                  <a:lnTo>
                    <a:pt x="1033127" y="610120"/>
                  </a:lnTo>
                  <a:lnTo>
                    <a:pt x="1033611" y="608632"/>
                  </a:lnTo>
                  <a:lnTo>
                    <a:pt x="1034057" y="607144"/>
                  </a:lnTo>
                  <a:lnTo>
                    <a:pt x="1034504" y="605693"/>
                  </a:lnTo>
                  <a:lnTo>
                    <a:pt x="1034950" y="604204"/>
                  </a:lnTo>
                  <a:lnTo>
                    <a:pt x="1035397" y="602753"/>
                  </a:lnTo>
                  <a:lnTo>
                    <a:pt x="1035880" y="601265"/>
                  </a:lnTo>
                  <a:lnTo>
                    <a:pt x="1036327" y="599814"/>
                  </a:lnTo>
                  <a:lnTo>
                    <a:pt x="1036773" y="598326"/>
                  </a:lnTo>
                  <a:lnTo>
                    <a:pt x="1037220" y="596875"/>
                  </a:lnTo>
                  <a:lnTo>
                    <a:pt x="1037666" y="595386"/>
                  </a:lnTo>
                  <a:lnTo>
                    <a:pt x="1038150" y="593935"/>
                  </a:lnTo>
                  <a:lnTo>
                    <a:pt x="1038596" y="592447"/>
                  </a:lnTo>
                  <a:lnTo>
                    <a:pt x="1039489" y="589545"/>
                  </a:lnTo>
                  <a:lnTo>
                    <a:pt x="1039936" y="588057"/>
                  </a:lnTo>
                  <a:lnTo>
                    <a:pt x="1040420" y="586606"/>
                  </a:lnTo>
                  <a:lnTo>
                    <a:pt x="1041313" y="583703"/>
                  </a:lnTo>
                  <a:lnTo>
                    <a:pt x="1041759" y="582215"/>
                  </a:lnTo>
                  <a:lnTo>
                    <a:pt x="1042652" y="579313"/>
                  </a:lnTo>
                  <a:lnTo>
                    <a:pt x="1043136" y="577862"/>
                  </a:lnTo>
                  <a:lnTo>
                    <a:pt x="1044922" y="572058"/>
                  </a:lnTo>
                  <a:lnTo>
                    <a:pt x="1045405" y="570606"/>
                  </a:lnTo>
                  <a:lnTo>
                    <a:pt x="1047191" y="564802"/>
                  </a:lnTo>
                  <a:lnTo>
                    <a:pt x="1047675" y="563388"/>
                  </a:lnTo>
                  <a:lnTo>
                    <a:pt x="1049014" y="559035"/>
                  </a:lnTo>
                  <a:lnTo>
                    <a:pt x="1049461" y="557621"/>
                  </a:lnTo>
                  <a:lnTo>
                    <a:pt x="1049945" y="556170"/>
                  </a:lnTo>
                  <a:lnTo>
                    <a:pt x="1050391" y="554719"/>
                  </a:lnTo>
                  <a:lnTo>
                    <a:pt x="1050838" y="553305"/>
                  </a:lnTo>
                  <a:lnTo>
                    <a:pt x="1051284" y="551854"/>
                  </a:lnTo>
                  <a:lnTo>
                    <a:pt x="1051731" y="550440"/>
                  </a:lnTo>
                  <a:lnTo>
                    <a:pt x="1052214" y="548989"/>
                  </a:lnTo>
                  <a:lnTo>
                    <a:pt x="1052661" y="547575"/>
                  </a:lnTo>
                  <a:lnTo>
                    <a:pt x="1053107" y="546124"/>
                  </a:lnTo>
                  <a:lnTo>
                    <a:pt x="1053554" y="544710"/>
                  </a:lnTo>
                  <a:lnTo>
                    <a:pt x="1054000" y="543259"/>
                  </a:lnTo>
                  <a:lnTo>
                    <a:pt x="1054484" y="541845"/>
                  </a:lnTo>
                  <a:lnTo>
                    <a:pt x="1054930" y="540432"/>
                  </a:lnTo>
                  <a:lnTo>
                    <a:pt x="1055377" y="538981"/>
                  </a:lnTo>
                  <a:lnTo>
                    <a:pt x="1056270" y="536153"/>
                  </a:lnTo>
                  <a:lnTo>
                    <a:pt x="1056754" y="534739"/>
                  </a:lnTo>
                  <a:lnTo>
                    <a:pt x="1057200" y="533288"/>
                  </a:lnTo>
                  <a:lnTo>
                    <a:pt x="1058986" y="527632"/>
                  </a:lnTo>
                  <a:lnTo>
                    <a:pt x="1059470" y="526219"/>
                  </a:lnTo>
                  <a:lnTo>
                    <a:pt x="1061256" y="520563"/>
                  </a:lnTo>
                  <a:lnTo>
                    <a:pt x="1061739" y="519149"/>
                  </a:lnTo>
                  <a:lnTo>
                    <a:pt x="1062186" y="517773"/>
                  </a:lnTo>
                  <a:lnTo>
                    <a:pt x="1063525" y="513531"/>
                  </a:lnTo>
                  <a:lnTo>
                    <a:pt x="1064009" y="512154"/>
                  </a:lnTo>
                  <a:lnTo>
                    <a:pt x="1064902" y="509327"/>
                  </a:lnTo>
                  <a:lnTo>
                    <a:pt x="1065348" y="507950"/>
                  </a:lnTo>
                  <a:lnTo>
                    <a:pt x="1065795" y="506536"/>
                  </a:lnTo>
                  <a:lnTo>
                    <a:pt x="1066279" y="505159"/>
                  </a:lnTo>
                  <a:lnTo>
                    <a:pt x="1066725" y="503745"/>
                  </a:lnTo>
                  <a:lnTo>
                    <a:pt x="1067171" y="502369"/>
                  </a:lnTo>
                  <a:lnTo>
                    <a:pt x="1067618" y="500955"/>
                  </a:lnTo>
                  <a:lnTo>
                    <a:pt x="1068064" y="499578"/>
                  </a:lnTo>
                  <a:lnTo>
                    <a:pt x="1068548" y="498164"/>
                  </a:lnTo>
                  <a:lnTo>
                    <a:pt x="1069441" y="495411"/>
                  </a:lnTo>
                  <a:lnTo>
                    <a:pt x="1069888" y="493997"/>
                  </a:lnTo>
                  <a:lnTo>
                    <a:pt x="1070334" y="492621"/>
                  </a:lnTo>
                  <a:lnTo>
                    <a:pt x="1070818" y="491244"/>
                  </a:lnTo>
                  <a:lnTo>
                    <a:pt x="1072604" y="485737"/>
                  </a:lnTo>
                  <a:lnTo>
                    <a:pt x="1073087" y="484361"/>
                  </a:lnTo>
                  <a:lnTo>
                    <a:pt x="1075320" y="477477"/>
                  </a:lnTo>
                  <a:lnTo>
                    <a:pt x="1075804" y="476101"/>
                  </a:lnTo>
                  <a:lnTo>
                    <a:pt x="1076250" y="474724"/>
                  </a:lnTo>
                  <a:lnTo>
                    <a:pt x="1076696" y="473385"/>
                  </a:lnTo>
                  <a:lnTo>
                    <a:pt x="1077589" y="470631"/>
                  </a:lnTo>
                  <a:lnTo>
                    <a:pt x="1078073" y="469292"/>
                  </a:lnTo>
                  <a:lnTo>
                    <a:pt x="1078966" y="466538"/>
                  </a:lnTo>
                  <a:lnTo>
                    <a:pt x="1079413" y="465199"/>
                  </a:lnTo>
                  <a:lnTo>
                    <a:pt x="1079859" y="463822"/>
                  </a:lnTo>
                  <a:lnTo>
                    <a:pt x="1080343" y="462483"/>
                  </a:lnTo>
                  <a:lnTo>
                    <a:pt x="1080789" y="461143"/>
                  </a:lnTo>
                  <a:lnTo>
                    <a:pt x="1081236" y="459767"/>
                  </a:lnTo>
                  <a:lnTo>
                    <a:pt x="1082129" y="457088"/>
                  </a:lnTo>
                  <a:lnTo>
                    <a:pt x="1082612" y="455711"/>
                  </a:lnTo>
                  <a:lnTo>
                    <a:pt x="1084398" y="450353"/>
                  </a:lnTo>
                  <a:lnTo>
                    <a:pt x="1084882" y="448977"/>
                  </a:lnTo>
                  <a:lnTo>
                    <a:pt x="1086221" y="444958"/>
                  </a:lnTo>
                  <a:lnTo>
                    <a:pt x="1086668" y="443656"/>
                  </a:lnTo>
                  <a:lnTo>
                    <a:pt x="1087152" y="442317"/>
                  </a:lnTo>
                  <a:lnTo>
                    <a:pt x="1088938" y="436959"/>
                  </a:lnTo>
                  <a:lnTo>
                    <a:pt x="1089421" y="435657"/>
                  </a:lnTo>
                  <a:lnTo>
                    <a:pt x="1090314" y="432978"/>
                  </a:lnTo>
                  <a:lnTo>
                    <a:pt x="1090761" y="431675"/>
                  </a:lnTo>
                  <a:lnTo>
                    <a:pt x="1091207" y="430336"/>
                  </a:lnTo>
                  <a:lnTo>
                    <a:pt x="1091691" y="429034"/>
                  </a:lnTo>
                  <a:lnTo>
                    <a:pt x="1092137" y="427694"/>
                  </a:lnTo>
                  <a:lnTo>
                    <a:pt x="1092584" y="426392"/>
                  </a:lnTo>
                  <a:lnTo>
                    <a:pt x="1093030" y="425053"/>
                  </a:lnTo>
                  <a:lnTo>
                    <a:pt x="1093923" y="422448"/>
                  </a:lnTo>
                  <a:lnTo>
                    <a:pt x="1094407" y="421109"/>
                  </a:lnTo>
                  <a:lnTo>
                    <a:pt x="1096193" y="415900"/>
                  </a:lnTo>
                  <a:lnTo>
                    <a:pt x="1096677" y="414597"/>
                  </a:lnTo>
                  <a:lnTo>
                    <a:pt x="1098463" y="409388"/>
                  </a:lnTo>
                  <a:lnTo>
                    <a:pt x="1098946" y="408086"/>
                  </a:lnTo>
                  <a:lnTo>
                    <a:pt x="1100286" y="404179"/>
                  </a:lnTo>
                  <a:lnTo>
                    <a:pt x="1100732" y="402914"/>
                  </a:lnTo>
                  <a:lnTo>
                    <a:pt x="1101216" y="401612"/>
                  </a:lnTo>
                  <a:lnTo>
                    <a:pt x="1101662" y="400310"/>
                  </a:lnTo>
                  <a:lnTo>
                    <a:pt x="1102109" y="399045"/>
                  </a:lnTo>
                  <a:lnTo>
                    <a:pt x="1102555" y="397743"/>
                  </a:lnTo>
                  <a:lnTo>
                    <a:pt x="1103002" y="396478"/>
                  </a:lnTo>
                  <a:lnTo>
                    <a:pt x="1103486" y="395175"/>
                  </a:lnTo>
                  <a:lnTo>
                    <a:pt x="1103932" y="393910"/>
                  </a:lnTo>
                  <a:lnTo>
                    <a:pt x="1104378" y="392608"/>
                  </a:lnTo>
                  <a:lnTo>
                    <a:pt x="1105271" y="390078"/>
                  </a:lnTo>
                  <a:lnTo>
                    <a:pt x="1105755" y="388776"/>
                  </a:lnTo>
                  <a:lnTo>
                    <a:pt x="1107541" y="383716"/>
                  </a:lnTo>
                  <a:lnTo>
                    <a:pt x="1108025" y="382451"/>
                  </a:lnTo>
                  <a:lnTo>
                    <a:pt x="1108471" y="381148"/>
                  </a:lnTo>
                  <a:lnTo>
                    <a:pt x="1108918" y="379920"/>
                  </a:lnTo>
                  <a:lnTo>
                    <a:pt x="1110257" y="376125"/>
                  </a:lnTo>
                  <a:lnTo>
                    <a:pt x="1110741" y="374860"/>
                  </a:lnTo>
                  <a:lnTo>
                    <a:pt x="1111634" y="372330"/>
                  </a:lnTo>
                  <a:lnTo>
                    <a:pt x="1112080" y="371102"/>
                  </a:lnTo>
                  <a:lnTo>
                    <a:pt x="1112527" y="369837"/>
                  </a:lnTo>
                  <a:lnTo>
                    <a:pt x="1113011" y="368610"/>
                  </a:lnTo>
                  <a:lnTo>
                    <a:pt x="1113903" y="366079"/>
                  </a:lnTo>
                  <a:lnTo>
                    <a:pt x="1114796" y="363624"/>
                  </a:lnTo>
                  <a:lnTo>
                    <a:pt x="1115280" y="362359"/>
                  </a:lnTo>
                  <a:lnTo>
                    <a:pt x="1116173" y="359903"/>
                  </a:lnTo>
                  <a:lnTo>
                    <a:pt x="1116620" y="358638"/>
                  </a:lnTo>
                  <a:lnTo>
                    <a:pt x="1117066" y="357410"/>
                  </a:lnTo>
                  <a:lnTo>
                    <a:pt x="1117550" y="356182"/>
                  </a:lnTo>
                  <a:lnTo>
                    <a:pt x="1119336" y="351271"/>
                  </a:lnTo>
                  <a:lnTo>
                    <a:pt x="1119819" y="350043"/>
                  </a:lnTo>
                  <a:lnTo>
                    <a:pt x="1121605" y="345132"/>
                  </a:lnTo>
                  <a:lnTo>
                    <a:pt x="1122089" y="343941"/>
                  </a:lnTo>
                  <a:lnTo>
                    <a:pt x="1122982" y="341486"/>
                  </a:lnTo>
                  <a:lnTo>
                    <a:pt x="1123428" y="340295"/>
                  </a:lnTo>
                  <a:lnTo>
                    <a:pt x="1123875" y="339067"/>
                  </a:lnTo>
                  <a:lnTo>
                    <a:pt x="1124359" y="337877"/>
                  </a:lnTo>
                  <a:lnTo>
                    <a:pt x="1124805" y="336649"/>
                  </a:lnTo>
                  <a:lnTo>
                    <a:pt x="1125698" y="334267"/>
                  </a:lnTo>
                  <a:lnTo>
                    <a:pt x="1126145" y="333040"/>
                  </a:lnTo>
                  <a:lnTo>
                    <a:pt x="1126591" y="331849"/>
                  </a:lnTo>
                  <a:lnTo>
                    <a:pt x="1127075" y="330658"/>
                  </a:lnTo>
                  <a:lnTo>
                    <a:pt x="1127521" y="329468"/>
                  </a:lnTo>
                  <a:lnTo>
                    <a:pt x="1127968" y="328240"/>
                  </a:lnTo>
                  <a:lnTo>
                    <a:pt x="1128861" y="325859"/>
                  </a:lnTo>
                  <a:lnTo>
                    <a:pt x="1129344" y="324668"/>
                  </a:lnTo>
                  <a:lnTo>
                    <a:pt x="1130237" y="322287"/>
                  </a:lnTo>
                  <a:lnTo>
                    <a:pt x="1130684" y="321133"/>
                  </a:lnTo>
                  <a:lnTo>
                    <a:pt x="1131130" y="319943"/>
                  </a:lnTo>
                  <a:lnTo>
                    <a:pt x="1131614" y="318752"/>
                  </a:lnTo>
                  <a:lnTo>
                    <a:pt x="1132061" y="317561"/>
                  </a:lnTo>
                  <a:lnTo>
                    <a:pt x="1132507" y="316408"/>
                  </a:lnTo>
                  <a:lnTo>
                    <a:pt x="1133400" y="314027"/>
                  </a:lnTo>
                  <a:lnTo>
                    <a:pt x="1133884" y="312873"/>
                  </a:lnTo>
                  <a:lnTo>
                    <a:pt x="1134330" y="311683"/>
                  </a:lnTo>
                  <a:lnTo>
                    <a:pt x="1135223" y="309376"/>
                  </a:lnTo>
                  <a:lnTo>
                    <a:pt x="1135670" y="308185"/>
                  </a:lnTo>
                  <a:lnTo>
                    <a:pt x="1136153" y="307032"/>
                  </a:lnTo>
                  <a:lnTo>
                    <a:pt x="1137046" y="304725"/>
                  </a:lnTo>
                  <a:lnTo>
                    <a:pt x="1137493" y="303534"/>
                  </a:lnTo>
                  <a:lnTo>
                    <a:pt x="1137939" y="302381"/>
                  </a:lnTo>
                  <a:lnTo>
                    <a:pt x="1138423" y="301228"/>
                  </a:lnTo>
                  <a:lnTo>
                    <a:pt x="1139762" y="297767"/>
                  </a:lnTo>
                  <a:lnTo>
                    <a:pt x="1140209" y="296651"/>
                  </a:lnTo>
                  <a:lnTo>
                    <a:pt x="1140693" y="295498"/>
                  </a:lnTo>
                  <a:lnTo>
                    <a:pt x="1141586" y="293191"/>
                  </a:lnTo>
                  <a:lnTo>
                    <a:pt x="1142032" y="292075"/>
                  </a:lnTo>
                  <a:lnTo>
                    <a:pt x="1142925" y="289768"/>
                  </a:lnTo>
                  <a:lnTo>
                    <a:pt x="1143409" y="288652"/>
                  </a:lnTo>
                  <a:lnTo>
                    <a:pt x="1143855" y="287498"/>
                  </a:lnTo>
                  <a:lnTo>
                    <a:pt x="1144748" y="285266"/>
                  </a:lnTo>
                  <a:lnTo>
                    <a:pt x="1145195" y="284112"/>
                  </a:lnTo>
                  <a:lnTo>
                    <a:pt x="1145678" y="282996"/>
                  </a:lnTo>
                  <a:lnTo>
                    <a:pt x="1146571" y="280764"/>
                  </a:lnTo>
                  <a:lnTo>
                    <a:pt x="1147018" y="279610"/>
                  </a:lnTo>
                  <a:lnTo>
                    <a:pt x="1147464" y="278494"/>
                  </a:lnTo>
                  <a:lnTo>
                    <a:pt x="1147948" y="277378"/>
                  </a:lnTo>
                  <a:lnTo>
                    <a:pt x="1148841" y="275145"/>
                  </a:lnTo>
                  <a:lnTo>
                    <a:pt x="1149287" y="274066"/>
                  </a:lnTo>
                  <a:lnTo>
                    <a:pt x="1149734" y="272950"/>
                  </a:lnTo>
                  <a:lnTo>
                    <a:pt x="1150218" y="271834"/>
                  </a:lnTo>
                  <a:lnTo>
                    <a:pt x="1150664" y="270718"/>
                  </a:lnTo>
                  <a:lnTo>
                    <a:pt x="1151111" y="269639"/>
                  </a:lnTo>
                  <a:lnTo>
                    <a:pt x="1152003" y="267406"/>
                  </a:lnTo>
                  <a:lnTo>
                    <a:pt x="1152487" y="266327"/>
                  </a:lnTo>
                  <a:lnTo>
                    <a:pt x="1152934" y="265211"/>
                  </a:lnTo>
                  <a:lnTo>
                    <a:pt x="1153380" y="264132"/>
                  </a:lnTo>
                  <a:lnTo>
                    <a:pt x="1153827" y="263016"/>
                  </a:lnTo>
                  <a:lnTo>
                    <a:pt x="1154273" y="261937"/>
                  </a:lnTo>
                  <a:lnTo>
                    <a:pt x="1154757" y="260858"/>
                  </a:lnTo>
                  <a:lnTo>
                    <a:pt x="1155650" y="258700"/>
                  </a:lnTo>
                  <a:lnTo>
                    <a:pt x="1156096" y="257584"/>
                  </a:lnTo>
                  <a:lnTo>
                    <a:pt x="1156543" y="256505"/>
                  </a:lnTo>
                  <a:lnTo>
                    <a:pt x="1157027" y="255426"/>
                  </a:lnTo>
                  <a:lnTo>
                    <a:pt x="1157919" y="253268"/>
                  </a:lnTo>
                  <a:lnTo>
                    <a:pt x="1158366" y="252226"/>
                  </a:lnTo>
                  <a:lnTo>
                    <a:pt x="1159259" y="250068"/>
                  </a:lnTo>
                  <a:lnTo>
                    <a:pt x="1159743" y="248989"/>
                  </a:lnTo>
                  <a:lnTo>
                    <a:pt x="1160189" y="247947"/>
                  </a:lnTo>
                  <a:lnTo>
                    <a:pt x="1161082" y="245789"/>
                  </a:lnTo>
                  <a:lnTo>
                    <a:pt x="1161528" y="244747"/>
                  </a:lnTo>
                  <a:lnTo>
                    <a:pt x="1162012" y="243668"/>
                  </a:lnTo>
                  <a:lnTo>
                    <a:pt x="1162905" y="241585"/>
                  </a:lnTo>
                  <a:lnTo>
                    <a:pt x="1163352" y="240506"/>
                  </a:lnTo>
                  <a:lnTo>
                    <a:pt x="1163798" y="239464"/>
                  </a:lnTo>
                  <a:lnTo>
                    <a:pt x="1164282" y="238422"/>
                  </a:lnTo>
                  <a:lnTo>
                    <a:pt x="1166068" y="234255"/>
                  </a:lnTo>
                  <a:lnTo>
                    <a:pt x="1166552" y="233213"/>
                  </a:lnTo>
                  <a:lnTo>
                    <a:pt x="1167891" y="230088"/>
                  </a:lnTo>
                  <a:lnTo>
                    <a:pt x="1168337" y="229083"/>
                  </a:lnTo>
                  <a:lnTo>
                    <a:pt x="1168821" y="228041"/>
                  </a:lnTo>
                  <a:lnTo>
                    <a:pt x="1169268" y="227000"/>
                  </a:lnTo>
                  <a:lnTo>
                    <a:pt x="1169714" y="225995"/>
                  </a:lnTo>
                  <a:lnTo>
                    <a:pt x="1170161" y="224953"/>
                  </a:lnTo>
                  <a:lnTo>
                    <a:pt x="1170607" y="223949"/>
                  </a:lnTo>
                  <a:lnTo>
                    <a:pt x="1171091" y="222944"/>
                  </a:lnTo>
                  <a:lnTo>
                    <a:pt x="1171537" y="221902"/>
                  </a:lnTo>
                  <a:lnTo>
                    <a:pt x="1172877" y="218888"/>
                  </a:lnTo>
                  <a:lnTo>
                    <a:pt x="1173360" y="217847"/>
                  </a:lnTo>
                  <a:lnTo>
                    <a:pt x="1174700" y="214833"/>
                  </a:lnTo>
                  <a:lnTo>
                    <a:pt x="1175146" y="213865"/>
                  </a:lnTo>
                  <a:lnTo>
                    <a:pt x="1175630" y="212861"/>
                  </a:lnTo>
                  <a:lnTo>
                    <a:pt x="1176969" y="209847"/>
                  </a:lnTo>
                  <a:lnTo>
                    <a:pt x="1177416" y="208880"/>
                  </a:lnTo>
                  <a:lnTo>
                    <a:pt x="1177862" y="207875"/>
                  </a:lnTo>
                  <a:lnTo>
                    <a:pt x="1178346" y="206908"/>
                  </a:lnTo>
                  <a:lnTo>
                    <a:pt x="1178793" y="205903"/>
                  </a:lnTo>
                  <a:lnTo>
                    <a:pt x="1179686" y="203968"/>
                  </a:lnTo>
                  <a:lnTo>
                    <a:pt x="1180132" y="202964"/>
                  </a:lnTo>
                  <a:lnTo>
                    <a:pt x="1180616" y="201996"/>
                  </a:lnTo>
                  <a:lnTo>
                    <a:pt x="1182402" y="198127"/>
                  </a:lnTo>
                  <a:lnTo>
                    <a:pt x="1182885" y="197160"/>
                  </a:lnTo>
                  <a:lnTo>
                    <a:pt x="1184671" y="193290"/>
                  </a:lnTo>
                  <a:lnTo>
                    <a:pt x="1185155" y="192360"/>
                  </a:lnTo>
                  <a:lnTo>
                    <a:pt x="1186048" y="190425"/>
                  </a:lnTo>
                  <a:lnTo>
                    <a:pt x="1186494" y="189495"/>
                  </a:lnTo>
                  <a:lnTo>
                    <a:pt x="1186941" y="188528"/>
                  </a:lnTo>
                  <a:lnTo>
                    <a:pt x="1187425" y="187597"/>
                  </a:lnTo>
                  <a:lnTo>
                    <a:pt x="1187871" y="186667"/>
                  </a:lnTo>
                  <a:lnTo>
                    <a:pt x="1188318" y="185700"/>
                  </a:lnTo>
                  <a:lnTo>
                    <a:pt x="1189211" y="183839"/>
                  </a:lnTo>
                  <a:lnTo>
                    <a:pt x="1189694" y="182909"/>
                  </a:lnTo>
                  <a:lnTo>
                    <a:pt x="1191480" y="179189"/>
                  </a:lnTo>
                  <a:lnTo>
                    <a:pt x="1191964" y="178258"/>
                  </a:lnTo>
                  <a:lnTo>
                    <a:pt x="1192410" y="177328"/>
                  </a:lnTo>
                  <a:lnTo>
                    <a:pt x="1192857" y="176435"/>
                  </a:lnTo>
                  <a:lnTo>
                    <a:pt x="1193750" y="174575"/>
                  </a:lnTo>
                  <a:lnTo>
                    <a:pt x="1194196" y="173682"/>
                  </a:lnTo>
                  <a:lnTo>
                    <a:pt x="1194680" y="172752"/>
                  </a:lnTo>
                  <a:lnTo>
                    <a:pt x="1195573" y="170966"/>
                  </a:lnTo>
                  <a:lnTo>
                    <a:pt x="1196019" y="170036"/>
                  </a:lnTo>
                  <a:lnTo>
                    <a:pt x="1196466" y="169143"/>
                  </a:lnTo>
                  <a:lnTo>
                    <a:pt x="1196950" y="168250"/>
                  </a:lnTo>
                  <a:lnTo>
                    <a:pt x="1198736" y="164678"/>
                  </a:lnTo>
                  <a:lnTo>
                    <a:pt x="1199219" y="163785"/>
                  </a:lnTo>
                  <a:lnTo>
                    <a:pt x="1200559" y="161106"/>
                  </a:lnTo>
                  <a:lnTo>
                    <a:pt x="1201005" y="160250"/>
                  </a:lnTo>
                  <a:lnTo>
                    <a:pt x="1201489" y="159357"/>
                  </a:lnTo>
                  <a:lnTo>
                    <a:pt x="1201935" y="158464"/>
                  </a:lnTo>
                  <a:lnTo>
                    <a:pt x="1202382" y="157608"/>
                  </a:lnTo>
                  <a:lnTo>
                    <a:pt x="1202828" y="156716"/>
                  </a:lnTo>
                  <a:lnTo>
                    <a:pt x="1203275" y="155860"/>
                  </a:lnTo>
                  <a:lnTo>
                    <a:pt x="1203759" y="155004"/>
                  </a:lnTo>
                  <a:lnTo>
                    <a:pt x="1204205" y="154148"/>
                  </a:lnTo>
                  <a:lnTo>
                    <a:pt x="1204652" y="153255"/>
                  </a:lnTo>
                  <a:lnTo>
                    <a:pt x="1205544" y="151544"/>
                  </a:lnTo>
                  <a:lnTo>
                    <a:pt x="1206028" y="150688"/>
                  </a:lnTo>
                  <a:lnTo>
                    <a:pt x="1207368" y="148121"/>
                  </a:lnTo>
                  <a:lnTo>
                    <a:pt x="1207814" y="147302"/>
                  </a:lnTo>
                  <a:lnTo>
                    <a:pt x="1208298" y="146446"/>
                  </a:lnTo>
                  <a:lnTo>
                    <a:pt x="1208744" y="145591"/>
                  </a:lnTo>
                  <a:lnTo>
                    <a:pt x="1209191" y="144772"/>
                  </a:lnTo>
                  <a:lnTo>
                    <a:pt x="1210084" y="143061"/>
                  </a:lnTo>
                  <a:lnTo>
                    <a:pt x="1210530" y="142242"/>
                  </a:lnTo>
                  <a:lnTo>
                    <a:pt x="1211014" y="141423"/>
                  </a:lnTo>
                  <a:lnTo>
                    <a:pt x="1211460" y="140568"/>
                  </a:lnTo>
                  <a:lnTo>
                    <a:pt x="1212800" y="138112"/>
                  </a:lnTo>
                  <a:lnTo>
                    <a:pt x="1213284" y="137293"/>
                  </a:lnTo>
                  <a:lnTo>
                    <a:pt x="1215069" y="134019"/>
                  </a:lnTo>
                  <a:lnTo>
                    <a:pt x="1215553" y="133201"/>
                  </a:lnTo>
                  <a:lnTo>
                    <a:pt x="1216000" y="132419"/>
                  </a:lnTo>
                  <a:lnTo>
                    <a:pt x="1216893" y="130782"/>
                  </a:lnTo>
                  <a:lnTo>
                    <a:pt x="1217339" y="130001"/>
                  </a:lnTo>
                  <a:lnTo>
                    <a:pt x="1217823" y="129182"/>
                  </a:lnTo>
                  <a:lnTo>
                    <a:pt x="1218716" y="127620"/>
                  </a:lnTo>
                  <a:lnTo>
                    <a:pt x="1219162" y="126801"/>
                  </a:lnTo>
                  <a:lnTo>
                    <a:pt x="1219609" y="126020"/>
                  </a:lnTo>
                  <a:lnTo>
                    <a:pt x="1220092" y="125238"/>
                  </a:lnTo>
                  <a:lnTo>
                    <a:pt x="1221878" y="122113"/>
                  </a:lnTo>
                  <a:lnTo>
                    <a:pt x="1222362" y="121332"/>
                  </a:lnTo>
                  <a:lnTo>
                    <a:pt x="1222809" y="120550"/>
                  </a:lnTo>
                  <a:lnTo>
                    <a:pt x="1223255" y="119806"/>
                  </a:lnTo>
                  <a:lnTo>
                    <a:pt x="1224148" y="118243"/>
                  </a:lnTo>
                  <a:lnTo>
                    <a:pt x="1224632" y="117499"/>
                  </a:lnTo>
                  <a:lnTo>
                    <a:pt x="1225078" y="116718"/>
                  </a:lnTo>
                  <a:lnTo>
                    <a:pt x="1225971" y="115230"/>
                  </a:lnTo>
                  <a:lnTo>
                    <a:pt x="1226418" y="114448"/>
                  </a:lnTo>
                  <a:lnTo>
                    <a:pt x="1226864" y="113704"/>
                  </a:lnTo>
                  <a:lnTo>
                    <a:pt x="1227348" y="112960"/>
                  </a:lnTo>
                  <a:lnTo>
                    <a:pt x="1229134" y="109983"/>
                  </a:lnTo>
                  <a:lnTo>
                    <a:pt x="1229617" y="109239"/>
                  </a:lnTo>
                  <a:lnTo>
                    <a:pt x="1230510" y="107751"/>
                  </a:lnTo>
                  <a:lnTo>
                    <a:pt x="1230957" y="107044"/>
                  </a:lnTo>
                  <a:lnTo>
                    <a:pt x="1231403" y="106300"/>
                  </a:lnTo>
                  <a:lnTo>
                    <a:pt x="1231887" y="105593"/>
                  </a:lnTo>
                  <a:lnTo>
                    <a:pt x="1232334" y="104849"/>
                  </a:lnTo>
                  <a:lnTo>
                    <a:pt x="1232780" y="104142"/>
                  </a:lnTo>
                  <a:lnTo>
                    <a:pt x="1233226" y="103398"/>
                  </a:lnTo>
                  <a:lnTo>
                    <a:pt x="1233673" y="102691"/>
                  </a:lnTo>
                  <a:lnTo>
                    <a:pt x="1234157" y="101984"/>
                  </a:lnTo>
                  <a:lnTo>
                    <a:pt x="1235943" y="99156"/>
                  </a:lnTo>
                  <a:lnTo>
                    <a:pt x="1236426" y="98449"/>
                  </a:lnTo>
                  <a:lnTo>
                    <a:pt x="1237766" y="96328"/>
                  </a:lnTo>
                  <a:lnTo>
                    <a:pt x="1238212" y="95659"/>
                  </a:lnTo>
                  <a:lnTo>
                    <a:pt x="1238696" y="94952"/>
                  </a:lnTo>
                  <a:lnTo>
                    <a:pt x="1239142" y="94282"/>
                  </a:lnTo>
                  <a:lnTo>
                    <a:pt x="1239589" y="93575"/>
                  </a:lnTo>
                  <a:lnTo>
                    <a:pt x="1240035" y="92905"/>
                  </a:lnTo>
                  <a:lnTo>
                    <a:pt x="1240482" y="92199"/>
                  </a:lnTo>
                  <a:lnTo>
                    <a:pt x="1240966" y="91529"/>
                  </a:lnTo>
                  <a:lnTo>
                    <a:pt x="1243198" y="88180"/>
                  </a:lnTo>
                  <a:lnTo>
                    <a:pt x="1243682" y="87510"/>
                  </a:lnTo>
                  <a:lnTo>
                    <a:pt x="1244575" y="86171"/>
                  </a:lnTo>
                  <a:lnTo>
                    <a:pt x="1245021" y="85538"/>
                  </a:lnTo>
                  <a:lnTo>
                    <a:pt x="1245468" y="84869"/>
                  </a:lnTo>
                  <a:lnTo>
                    <a:pt x="1245951" y="84199"/>
                  </a:lnTo>
                  <a:lnTo>
                    <a:pt x="1246398" y="83566"/>
                  </a:lnTo>
                  <a:lnTo>
                    <a:pt x="1246844" y="82897"/>
                  </a:lnTo>
                  <a:lnTo>
                    <a:pt x="1247737" y="81632"/>
                  </a:lnTo>
                  <a:lnTo>
                    <a:pt x="1248221" y="80962"/>
                  </a:lnTo>
                  <a:lnTo>
                    <a:pt x="1250007" y="78432"/>
                  </a:lnTo>
                  <a:lnTo>
                    <a:pt x="1250491" y="77799"/>
                  </a:lnTo>
                  <a:lnTo>
                    <a:pt x="1250937" y="77167"/>
                  </a:lnTo>
                  <a:lnTo>
                    <a:pt x="1251384" y="76572"/>
                  </a:lnTo>
                  <a:lnTo>
                    <a:pt x="1252276" y="75307"/>
                  </a:lnTo>
                  <a:lnTo>
                    <a:pt x="1252760" y="74711"/>
                  </a:lnTo>
                  <a:lnTo>
                    <a:pt x="1253207" y="74079"/>
                  </a:lnTo>
                  <a:lnTo>
                    <a:pt x="1253653" y="73483"/>
                  </a:lnTo>
                  <a:lnTo>
                    <a:pt x="1254100" y="72851"/>
                  </a:lnTo>
                  <a:lnTo>
                    <a:pt x="1254546" y="72256"/>
                  </a:lnTo>
                  <a:lnTo>
                    <a:pt x="1255030" y="71660"/>
                  </a:lnTo>
                  <a:lnTo>
                    <a:pt x="1255476" y="71028"/>
                  </a:lnTo>
                  <a:lnTo>
                    <a:pt x="1256816" y="69242"/>
                  </a:lnTo>
                  <a:lnTo>
                    <a:pt x="1257299" y="68646"/>
                  </a:lnTo>
                  <a:lnTo>
                    <a:pt x="1257746" y="68051"/>
                  </a:lnTo>
                  <a:lnTo>
                    <a:pt x="1258192" y="67493"/>
                  </a:lnTo>
                  <a:lnTo>
                    <a:pt x="1259085" y="66302"/>
                  </a:lnTo>
                  <a:lnTo>
                    <a:pt x="1259569" y="65744"/>
                  </a:lnTo>
                  <a:lnTo>
                    <a:pt x="1260016" y="65149"/>
                  </a:lnTo>
                  <a:lnTo>
                    <a:pt x="1260462" y="64591"/>
                  </a:lnTo>
                  <a:lnTo>
                    <a:pt x="1260909" y="63996"/>
                  </a:lnTo>
                  <a:lnTo>
                    <a:pt x="1261801" y="62879"/>
                  </a:lnTo>
                  <a:lnTo>
                    <a:pt x="1262285" y="62284"/>
                  </a:lnTo>
                  <a:lnTo>
                    <a:pt x="1264071" y="60052"/>
                  </a:lnTo>
                  <a:lnTo>
                    <a:pt x="1264555" y="59494"/>
                  </a:lnTo>
                  <a:lnTo>
                    <a:pt x="1265001" y="58935"/>
                  </a:lnTo>
                  <a:lnTo>
                    <a:pt x="1265448" y="58415"/>
                  </a:lnTo>
                  <a:lnTo>
                    <a:pt x="1266341" y="57298"/>
                  </a:lnTo>
                  <a:lnTo>
                    <a:pt x="1266824" y="56777"/>
                  </a:lnTo>
                  <a:lnTo>
                    <a:pt x="1267271" y="56219"/>
                  </a:lnTo>
                  <a:lnTo>
                    <a:pt x="1268164" y="55178"/>
                  </a:lnTo>
                  <a:lnTo>
                    <a:pt x="1268610" y="54619"/>
                  </a:lnTo>
                  <a:lnTo>
                    <a:pt x="1269094" y="54099"/>
                  </a:lnTo>
                  <a:lnTo>
                    <a:pt x="1270880" y="52015"/>
                  </a:lnTo>
                  <a:lnTo>
                    <a:pt x="1271364" y="51494"/>
                  </a:lnTo>
                  <a:lnTo>
                    <a:pt x="1271810" y="50973"/>
                  </a:lnTo>
                  <a:lnTo>
                    <a:pt x="1272257" y="50489"/>
                  </a:lnTo>
                  <a:lnTo>
                    <a:pt x="1273150" y="49448"/>
                  </a:lnTo>
                  <a:lnTo>
                    <a:pt x="1273633" y="48964"/>
                  </a:lnTo>
                  <a:lnTo>
                    <a:pt x="1274080" y="48443"/>
                  </a:lnTo>
                  <a:lnTo>
                    <a:pt x="1274973" y="47476"/>
                  </a:lnTo>
                  <a:lnTo>
                    <a:pt x="1275419" y="46955"/>
                  </a:lnTo>
                  <a:lnTo>
                    <a:pt x="1275903" y="46471"/>
                  </a:lnTo>
                  <a:lnTo>
                    <a:pt x="1278135" y="44053"/>
                  </a:lnTo>
                  <a:lnTo>
                    <a:pt x="1279066" y="43122"/>
                  </a:lnTo>
                  <a:lnTo>
                    <a:pt x="1279959" y="42155"/>
                  </a:lnTo>
                  <a:lnTo>
                    <a:pt x="1281782" y="40332"/>
                  </a:lnTo>
                  <a:lnTo>
                    <a:pt x="1282228" y="39848"/>
                  </a:lnTo>
                  <a:lnTo>
                    <a:pt x="1282675" y="39402"/>
                  </a:lnTo>
                  <a:lnTo>
                    <a:pt x="1283158" y="38955"/>
                  </a:lnTo>
                  <a:lnTo>
                    <a:pt x="1284944" y="37169"/>
                  </a:lnTo>
                  <a:lnTo>
                    <a:pt x="1285428" y="36723"/>
                  </a:lnTo>
                  <a:lnTo>
                    <a:pt x="1285874" y="36314"/>
                  </a:lnTo>
                  <a:lnTo>
                    <a:pt x="1286321" y="35867"/>
                  </a:lnTo>
                  <a:lnTo>
                    <a:pt x="1286767" y="35458"/>
                  </a:lnTo>
                  <a:lnTo>
                    <a:pt x="1287214" y="35011"/>
                  </a:lnTo>
                  <a:lnTo>
                    <a:pt x="1287698" y="34602"/>
                  </a:lnTo>
                  <a:lnTo>
                    <a:pt x="1288144" y="34156"/>
                  </a:lnTo>
                  <a:lnTo>
                    <a:pt x="1289484" y="32928"/>
                  </a:lnTo>
                  <a:lnTo>
                    <a:pt x="1289967" y="32518"/>
                  </a:lnTo>
                  <a:lnTo>
                    <a:pt x="1290414" y="32072"/>
                  </a:lnTo>
                  <a:lnTo>
                    <a:pt x="1290860" y="31700"/>
                  </a:lnTo>
                  <a:lnTo>
                    <a:pt x="1291753" y="30881"/>
                  </a:lnTo>
                  <a:lnTo>
                    <a:pt x="1292237" y="30472"/>
                  </a:lnTo>
                  <a:lnTo>
                    <a:pt x="1292683" y="30063"/>
                  </a:lnTo>
                  <a:lnTo>
                    <a:pt x="1293130" y="29691"/>
                  </a:lnTo>
                  <a:lnTo>
                    <a:pt x="1293576" y="29281"/>
                  </a:lnTo>
                  <a:lnTo>
                    <a:pt x="1294023" y="28909"/>
                  </a:lnTo>
                  <a:lnTo>
                    <a:pt x="1294469" y="28500"/>
                  </a:lnTo>
                  <a:lnTo>
                    <a:pt x="1294953" y="28128"/>
                  </a:lnTo>
                  <a:lnTo>
                    <a:pt x="1295846" y="27384"/>
                  </a:lnTo>
                  <a:lnTo>
                    <a:pt x="1296292" y="26975"/>
                  </a:lnTo>
                  <a:lnTo>
                    <a:pt x="1296739" y="26603"/>
                  </a:lnTo>
                  <a:lnTo>
                    <a:pt x="1297223" y="26230"/>
                  </a:lnTo>
                  <a:lnTo>
                    <a:pt x="1297669" y="25896"/>
                  </a:lnTo>
                  <a:lnTo>
                    <a:pt x="1299009" y="24779"/>
                  </a:lnTo>
                  <a:lnTo>
                    <a:pt x="1299492" y="24445"/>
                  </a:lnTo>
                  <a:lnTo>
                    <a:pt x="1300385" y="23700"/>
                  </a:lnTo>
                  <a:lnTo>
                    <a:pt x="1301278" y="23031"/>
                  </a:lnTo>
                  <a:lnTo>
                    <a:pt x="1301762" y="22659"/>
                  </a:lnTo>
                  <a:lnTo>
                    <a:pt x="1303548" y="21319"/>
                  </a:lnTo>
                  <a:lnTo>
                    <a:pt x="1304031" y="20984"/>
                  </a:lnTo>
                  <a:lnTo>
                    <a:pt x="1304924" y="20315"/>
                  </a:lnTo>
                  <a:lnTo>
                    <a:pt x="1305371" y="20017"/>
                  </a:lnTo>
                  <a:lnTo>
                    <a:pt x="1305817" y="19682"/>
                  </a:lnTo>
                  <a:lnTo>
                    <a:pt x="1306301" y="19347"/>
                  </a:lnTo>
                  <a:lnTo>
                    <a:pt x="1306748" y="19049"/>
                  </a:lnTo>
                  <a:lnTo>
                    <a:pt x="1307194" y="18715"/>
                  </a:lnTo>
                  <a:lnTo>
                    <a:pt x="1308087" y="18119"/>
                  </a:lnTo>
                  <a:lnTo>
                    <a:pt x="1308571" y="17784"/>
                  </a:lnTo>
                  <a:lnTo>
                    <a:pt x="1310803" y="16296"/>
                  </a:lnTo>
                  <a:lnTo>
                    <a:pt x="1311287" y="15999"/>
                  </a:lnTo>
                  <a:lnTo>
                    <a:pt x="1311733" y="15738"/>
                  </a:lnTo>
                  <a:lnTo>
                    <a:pt x="1312626" y="15143"/>
                  </a:lnTo>
                  <a:lnTo>
                    <a:pt x="1313073" y="14882"/>
                  </a:lnTo>
                  <a:lnTo>
                    <a:pt x="1313556" y="14585"/>
                  </a:lnTo>
                  <a:lnTo>
                    <a:pt x="1314003" y="14324"/>
                  </a:lnTo>
                  <a:lnTo>
                    <a:pt x="1314449" y="14027"/>
                  </a:lnTo>
                  <a:lnTo>
                    <a:pt x="1315342" y="13506"/>
                  </a:lnTo>
                  <a:lnTo>
                    <a:pt x="1315826" y="13245"/>
                  </a:lnTo>
                  <a:lnTo>
                    <a:pt x="1317612" y="12203"/>
                  </a:lnTo>
                  <a:lnTo>
                    <a:pt x="1318096" y="11943"/>
                  </a:lnTo>
                  <a:lnTo>
                    <a:pt x="1318542" y="11720"/>
                  </a:lnTo>
                  <a:lnTo>
                    <a:pt x="1319435" y="11199"/>
                  </a:lnTo>
                  <a:lnTo>
                    <a:pt x="1319882" y="10976"/>
                  </a:lnTo>
                  <a:lnTo>
                    <a:pt x="1320365" y="10715"/>
                  </a:lnTo>
                  <a:lnTo>
                    <a:pt x="1321705" y="10045"/>
                  </a:lnTo>
                  <a:lnTo>
                    <a:pt x="1322151" y="9785"/>
                  </a:lnTo>
                  <a:lnTo>
                    <a:pt x="1322635" y="9562"/>
                  </a:lnTo>
                  <a:lnTo>
                    <a:pt x="1323528" y="9115"/>
                  </a:lnTo>
                  <a:lnTo>
                    <a:pt x="1323974" y="8929"/>
                  </a:lnTo>
                  <a:lnTo>
                    <a:pt x="1324421" y="8706"/>
                  </a:lnTo>
                  <a:lnTo>
                    <a:pt x="1324905" y="8483"/>
                  </a:lnTo>
                  <a:lnTo>
                    <a:pt x="1325351" y="8259"/>
                  </a:lnTo>
                  <a:lnTo>
                    <a:pt x="1325798" y="8073"/>
                  </a:lnTo>
                  <a:lnTo>
                    <a:pt x="1326244" y="7850"/>
                  </a:lnTo>
                  <a:lnTo>
                    <a:pt x="1326691" y="7664"/>
                  </a:lnTo>
                  <a:lnTo>
                    <a:pt x="1327137" y="7441"/>
                  </a:lnTo>
                  <a:lnTo>
                    <a:pt x="1327621" y="7255"/>
                  </a:lnTo>
                  <a:lnTo>
                    <a:pt x="1329407" y="6511"/>
                  </a:lnTo>
                  <a:lnTo>
                    <a:pt x="1329890" y="6325"/>
                  </a:lnTo>
                  <a:lnTo>
                    <a:pt x="1331230" y="5767"/>
                  </a:lnTo>
                  <a:lnTo>
                    <a:pt x="1331676" y="5618"/>
                  </a:lnTo>
                  <a:lnTo>
                    <a:pt x="1332160" y="5432"/>
                  </a:lnTo>
                  <a:lnTo>
                    <a:pt x="1332606" y="5283"/>
                  </a:lnTo>
                  <a:lnTo>
                    <a:pt x="1333053" y="5097"/>
                  </a:lnTo>
                  <a:lnTo>
                    <a:pt x="1333499" y="4948"/>
                  </a:lnTo>
                  <a:lnTo>
                    <a:pt x="1333946" y="4762"/>
                  </a:lnTo>
                  <a:lnTo>
                    <a:pt x="1334430" y="4613"/>
                  </a:lnTo>
                  <a:lnTo>
                    <a:pt x="1336216" y="4018"/>
                  </a:lnTo>
                  <a:lnTo>
                    <a:pt x="1336699" y="3869"/>
                  </a:lnTo>
                  <a:lnTo>
                    <a:pt x="1337146" y="3720"/>
                  </a:lnTo>
                  <a:lnTo>
                    <a:pt x="1337592" y="3609"/>
                  </a:lnTo>
                  <a:lnTo>
                    <a:pt x="1338485" y="3311"/>
                  </a:lnTo>
                  <a:lnTo>
                    <a:pt x="1338969" y="3199"/>
                  </a:lnTo>
                  <a:lnTo>
                    <a:pt x="1339415" y="3050"/>
                  </a:lnTo>
                  <a:lnTo>
                    <a:pt x="1340308" y="2827"/>
                  </a:lnTo>
                  <a:lnTo>
                    <a:pt x="1340755" y="2678"/>
                  </a:lnTo>
                  <a:lnTo>
                    <a:pt x="1341238" y="2567"/>
                  </a:lnTo>
                  <a:lnTo>
                    <a:pt x="1343024" y="2120"/>
                  </a:lnTo>
                  <a:lnTo>
                    <a:pt x="1343508" y="2009"/>
                  </a:lnTo>
                  <a:lnTo>
                    <a:pt x="1343955" y="1934"/>
                  </a:lnTo>
                  <a:lnTo>
                    <a:pt x="1344848" y="1711"/>
                  </a:lnTo>
                  <a:lnTo>
                    <a:pt x="1345294" y="1637"/>
                  </a:lnTo>
                  <a:lnTo>
                    <a:pt x="1345741" y="1525"/>
                  </a:lnTo>
                  <a:lnTo>
                    <a:pt x="1346224" y="1451"/>
                  </a:lnTo>
                  <a:lnTo>
                    <a:pt x="1346671" y="1376"/>
                  </a:lnTo>
                  <a:lnTo>
                    <a:pt x="1347117" y="1265"/>
                  </a:lnTo>
                  <a:lnTo>
                    <a:pt x="1348010" y="1116"/>
                  </a:lnTo>
                  <a:lnTo>
                    <a:pt x="1348494" y="1041"/>
                  </a:lnTo>
                  <a:lnTo>
                    <a:pt x="1349387" y="892"/>
                  </a:lnTo>
                  <a:lnTo>
                    <a:pt x="1349833" y="855"/>
                  </a:lnTo>
                  <a:lnTo>
                    <a:pt x="1350280" y="781"/>
                  </a:lnTo>
                  <a:lnTo>
                    <a:pt x="1350763" y="706"/>
                  </a:lnTo>
                  <a:lnTo>
                    <a:pt x="1351210" y="632"/>
                  </a:lnTo>
                  <a:lnTo>
                    <a:pt x="1352103" y="558"/>
                  </a:lnTo>
                  <a:lnTo>
                    <a:pt x="1352549" y="483"/>
                  </a:lnTo>
                  <a:lnTo>
                    <a:pt x="1353033" y="446"/>
                  </a:lnTo>
                  <a:lnTo>
                    <a:pt x="1353480" y="409"/>
                  </a:lnTo>
                  <a:lnTo>
                    <a:pt x="1353926" y="334"/>
                  </a:lnTo>
                  <a:lnTo>
                    <a:pt x="1354819" y="260"/>
                  </a:lnTo>
                  <a:lnTo>
                    <a:pt x="1355303" y="223"/>
                  </a:lnTo>
                  <a:lnTo>
                    <a:pt x="1355749" y="186"/>
                  </a:lnTo>
                  <a:lnTo>
                    <a:pt x="1356196" y="186"/>
                  </a:lnTo>
                  <a:lnTo>
                    <a:pt x="1357089" y="111"/>
                  </a:lnTo>
                  <a:lnTo>
                    <a:pt x="1357572" y="111"/>
                  </a:lnTo>
                  <a:lnTo>
                    <a:pt x="1358019" y="74"/>
                  </a:lnTo>
                  <a:lnTo>
                    <a:pt x="1358465" y="74"/>
                  </a:lnTo>
                  <a:lnTo>
                    <a:pt x="1358912" y="37"/>
                  </a:lnTo>
                  <a:lnTo>
                    <a:pt x="1359842" y="37"/>
                  </a:lnTo>
                  <a:lnTo>
                    <a:pt x="1360288" y="0"/>
                  </a:lnTo>
                  <a:lnTo>
                    <a:pt x="1362074" y="0"/>
                  </a:lnTo>
                  <a:lnTo>
                    <a:pt x="1362558" y="37"/>
                  </a:lnTo>
                  <a:lnTo>
                    <a:pt x="1363451" y="37"/>
                  </a:lnTo>
                  <a:lnTo>
                    <a:pt x="1363898" y="74"/>
                  </a:lnTo>
                  <a:lnTo>
                    <a:pt x="1364344" y="74"/>
                  </a:lnTo>
                  <a:lnTo>
                    <a:pt x="1364828" y="111"/>
                  </a:lnTo>
                  <a:lnTo>
                    <a:pt x="1365274" y="111"/>
                  </a:lnTo>
                  <a:lnTo>
                    <a:pt x="1366167" y="186"/>
                  </a:lnTo>
                  <a:lnTo>
                    <a:pt x="1366614" y="186"/>
                  </a:lnTo>
                  <a:lnTo>
                    <a:pt x="1367097" y="223"/>
                  </a:lnTo>
                  <a:lnTo>
                    <a:pt x="1368437" y="334"/>
                  </a:lnTo>
                  <a:lnTo>
                    <a:pt x="1368883" y="409"/>
                  </a:lnTo>
                  <a:lnTo>
                    <a:pt x="1369367" y="446"/>
                  </a:lnTo>
                  <a:lnTo>
                    <a:pt x="1369813" y="483"/>
                  </a:lnTo>
                  <a:lnTo>
                    <a:pt x="1370260" y="558"/>
                  </a:lnTo>
                  <a:lnTo>
                    <a:pt x="1371153" y="632"/>
                  </a:lnTo>
                  <a:lnTo>
                    <a:pt x="1371637" y="706"/>
                  </a:lnTo>
                  <a:lnTo>
                    <a:pt x="1372530" y="855"/>
                  </a:lnTo>
                  <a:lnTo>
                    <a:pt x="1372976" y="892"/>
                  </a:lnTo>
                  <a:lnTo>
                    <a:pt x="1373423" y="967"/>
                  </a:lnTo>
                  <a:lnTo>
                    <a:pt x="1373906" y="1041"/>
                  </a:lnTo>
                  <a:lnTo>
                    <a:pt x="1375246" y="1265"/>
                  </a:lnTo>
                  <a:lnTo>
                    <a:pt x="1375692" y="1376"/>
                  </a:lnTo>
                  <a:lnTo>
                    <a:pt x="1376176" y="1451"/>
                  </a:lnTo>
                  <a:lnTo>
                    <a:pt x="1376622" y="1525"/>
                  </a:lnTo>
                  <a:lnTo>
                    <a:pt x="1377069" y="1637"/>
                  </a:lnTo>
                  <a:lnTo>
                    <a:pt x="1377515" y="1711"/>
                  </a:lnTo>
                  <a:lnTo>
                    <a:pt x="1378408" y="1934"/>
                  </a:lnTo>
                  <a:lnTo>
                    <a:pt x="1378892" y="2009"/>
                  </a:lnTo>
                  <a:lnTo>
                    <a:pt x="1380678" y="2455"/>
                  </a:lnTo>
                  <a:lnTo>
                    <a:pt x="1381162" y="2567"/>
                  </a:lnTo>
                  <a:lnTo>
                    <a:pt x="1381608" y="2678"/>
                  </a:lnTo>
                  <a:lnTo>
                    <a:pt x="1382055" y="2827"/>
                  </a:lnTo>
                  <a:lnTo>
                    <a:pt x="1382948" y="3050"/>
                  </a:lnTo>
                  <a:lnTo>
                    <a:pt x="1383431" y="3199"/>
                  </a:lnTo>
                  <a:lnTo>
                    <a:pt x="1383878" y="3311"/>
                  </a:lnTo>
                  <a:lnTo>
                    <a:pt x="1384771" y="3609"/>
                  </a:lnTo>
                  <a:lnTo>
                    <a:pt x="1385217" y="3720"/>
                  </a:lnTo>
                  <a:lnTo>
                    <a:pt x="1385701" y="3869"/>
                  </a:lnTo>
                  <a:lnTo>
                    <a:pt x="1387487" y="4464"/>
                  </a:lnTo>
                  <a:lnTo>
                    <a:pt x="1387970" y="4613"/>
                  </a:lnTo>
                  <a:lnTo>
                    <a:pt x="1388417" y="4762"/>
                  </a:lnTo>
                  <a:lnTo>
                    <a:pt x="1388863" y="4948"/>
                  </a:lnTo>
                  <a:lnTo>
                    <a:pt x="1389310" y="5097"/>
                  </a:lnTo>
                  <a:lnTo>
                    <a:pt x="1389756" y="5283"/>
                  </a:lnTo>
                  <a:lnTo>
                    <a:pt x="1390240" y="5432"/>
                  </a:lnTo>
                  <a:lnTo>
                    <a:pt x="1390687" y="5618"/>
                  </a:lnTo>
                  <a:lnTo>
                    <a:pt x="1391133" y="5767"/>
                  </a:lnTo>
                  <a:lnTo>
                    <a:pt x="1392026" y="6139"/>
                  </a:lnTo>
                  <a:lnTo>
                    <a:pt x="1392510" y="6325"/>
                  </a:lnTo>
                  <a:lnTo>
                    <a:pt x="1394742" y="7255"/>
                  </a:lnTo>
                  <a:lnTo>
                    <a:pt x="1395226" y="7441"/>
                  </a:lnTo>
                  <a:lnTo>
                    <a:pt x="1395672" y="7664"/>
                  </a:lnTo>
                  <a:lnTo>
                    <a:pt x="1396119" y="7850"/>
                  </a:lnTo>
                  <a:lnTo>
                    <a:pt x="1396565" y="8073"/>
                  </a:lnTo>
                  <a:lnTo>
                    <a:pt x="1397012" y="8259"/>
                  </a:lnTo>
                  <a:lnTo>
                    <a:pt x="1397495" y="8483"/>
                  </a:lnTo>
                  <a:lnTo>
                    <a:pt x="1398388" y="8929"/>
                  </a:lnTo>
                  <a:lnTo>
                    <a:pt x="1398835" y="9115"/>
                  </a:lnTo>
                  <a:lnTo>
                    <a:pt x="1399281" y="9338"/>
                  </a:lnTo>
                  <a:lnTo>
                    <a:pt x="1399765" y="9562"/>
                  </a:lnTo>
                  <a:lnTo>
                    <a:pt x="1400212" y="9785"/>
                  </a:lnTo>
                  <a:lnTo>
                    <a:pt x="1400658" y="10045"/>
                  </a:lnTo>
                  <a:lnTo>
                    <a:pt x="1401551" y="10492"/>
                  </a:lnTo>
                  <a:lnTo>
                    <a:pt x="1402035" y="10715"/>
                  </a:lnTo>
                  <a:lnTo>
                    <a:pt x="1402481" y="10976"/>
                  </a:lnTo>
                  <a:lnTo>
                    <a:pt x="1402928" y="11199"/>
                  </a:lnTo>
                  <a:lnTo>
                    <a:pt x="1403821" y="11720"/>
                  </a:lnTo>
                  <a:lnTo>
                    <a:pt x="1404304" y="11943"/>
                  </a:lnTo>
                  <a:lnTo>
                    <a:pt x="1406090" y="12985"/>
                  </a:lnTo>
                  <a:lnTo>
                    <a:pt x="1406574" y="13245"/>
                  </a:lnTo>
                  <a:lnTo>
                    <a:pt x="1407913" y="14027"/>
                  </a:lnTo>
                  <a:lnTo>
                    <a:pt x="1408360" y="14324"/>
                  </a:lnTo>
                  <a:lnTo>
                    <a:pt x="1408844" y="14585"/>
                  </a:lnTo>
                  <a:lnTo>
                    <a:pt x="1409290" y="14882"/>
                  </a:lnTo>
                  <a:lnTo>
                    <a:pt x="1409737" y="15143"/>
                  </a:lnTo>
                  <a:lnTo>
                    <a:pt x="1410630" y="15738"/>
                  </a:lnTo>
                  <a:lnTo>
                    <a:pt x="1411076" y="15999"/>
                  </a:lnTo>
                  <a:lnTo>
                    <a:pt x="1411560" y="16296"/>
                  </a:lnTo>
                  <a:lnTo>
                    <a:pt x="1413346" y="17487"/>
                  </a:lnTo>
                  <a:lnTo>
                    <a:pt x="1413829" y="17784"/>
                  </a:lnTo>
                  <a:lnTo>
                    <a:pt x="1414276" y="18119"/>
                  </a:lnTo>
                  <a:lnTo>
                    <a:pt x="1415169" y="18715"/>
                  </a:lnTo>
                  <a:lnTo>
                    <a:pt x="1415615" y="19049"/>
                  </a:lnTo>
                  <a:lnTo>
                    <a:pt x="1416099" y="19347"/>
                  </a:lnTo>
                  <a:lnTo>
                    <a:pt x="1416992" y="20017"/>
                  </a:lnTo>
                  <a:lnTo>
                    <a:pt x="1417438" y="20315"/>
                  </a:lnTo>
                  <a:lnTo>
                    <a:pt x="1417885" y="20649"/>
                  </a:lnTo>
                  <a:lnTo>
                    <a:pt x="1418369" y="20984"/>
                  </a:lnTo>
                  <a:lnTo>
                    <a:pt x="1420155" y="22324"/>
                  </a:lnTo>
                  <a:lnTo>
                    <a:pt x="1420638" y="22659"/>
                  </a:lnTo>
                  <a:lnTo>
                    <a:pt x="1421085" y="23031"/>
                  </a:lnTo>
                  <a:lnTo>
                    <a:pt x="1421978" y="23700"/>
                  </a:lnTo>
                  <a:lnTo>
                    <a:pt x="1422424" y="24072"/>
                  </a:lnTo>
                  <a:lnTo>
                    <a:pt x="1422908" y="24445"/>
                  </a:lnTo>
                  <a:lnTo>
                    <a:pt x="1423354" y="24779"/>
                  </a:lnTo>
                  <a:lnTo>
                    <a:pt x="1424694" y="25896"/>
                  </a:lnTo>
                  <a:lnTo>
                    <a:pt x="1425178" y="26230"/>
                  </a:lnTo>
                  <a:lnTo>
                    <a:pt x="1426070" y="26975"/>
                  </a:lnTo>
                  <a:lnTo>
                    <a:pt x="1426517" y="27384"/>
                  </a:lnTo>
                  <a:lnTo>
                    <a:pt x="1426963" y="27756"/>
                  </a:lnTo>
                  <a:lnTo>
                    <a:pt x="1427447" y="28128"/>
                  </a:lnTo>
                  <a:lnTo>
                    <a:pt x="1427894" y="28500"/>
                  </a:lnTo>
                  <a:lnTo>
                    <a:pt x="1428340" y="28909"/>
                  </a:lnTo>
                  <a:lnTo>
                    <a:pt x="1428787" y="29281"/>
                  </a:lnTo>
                  <a:lnTo>
                    <a:pt x="1429233" y="29691"/>
                  </a:lnTo>
                  <a:lnTo>
                    <a:pt x="1429680" y="30063"/>
                  </a:lnTo>
                  <a:lnTo>
                    <a:pt x="1430163" y="30472"/>
                  </a:lnTo>
                  <a:lnTo>
                    <a:pt x="1431503" y="31700"/>
                  </a:lnTo>
                  <a:lnTo>
                    <a:pt x="1431949" y="32072"/>
                  </a:lnTo>
                  <a:lnTo>
                    <a:pt x="1432433" y="32518"/>
                  </a:lnTo>
                  <a:lnTo>
                    <a:pt x="1434219" y="34156"/>
                  </a:lnTo>
                  <a:lnTo>
                    <a:pt x="1434703" y="34602"/>
                  </a:lnTo>
                  <a:lnTo>
                    <a:pt x="1435149" y="35011"/>
                  </a:lnTo>
                  <a:lnTo>
                    <a:pt x="1435595" y="35458"/>
                  </a:lnTo>
                  <a:lnTo>
                    <a:pt x="1436042" y="35867"/>
                  </a:lnTo>
                  <a:lnTo>
                    <a:pt x="1436488" y="36314"/>
                  </a:lnTo>
                  <a:lnTo>
                    <a:pt x="1436972" y="36723"/>
                  </a:lnTo>
                  <a:lnTo>
                    <a:pt x="1438758" y="38509"/>
                  </a:lnTo>
                  <a:lnTo>
                    <a:pt x="1439242" y="38955"/>
                  </a:lnTo>
                  <a:lnTo>
                    <a:pt x="1440135" y="39848"/>
                  </a:lnTo>
                  <a:lnTo>
                    <a:pt x="1440581" y="40332"/>
                  </a:lnTo>
                  <a:lnTo>
                    <a:pt x="1441028" y="40778"/>
                  </a:lnTo>
                  <a:lnTo>
                    <a:pt x="1441511" y="41225"/>
                  </a:lnTo>
                  <a:lnTo>
                    <a:pt x="1441958" y="41709"/>
                  </a:lnTo>
                  <a:lnTo>
                    <a:pt x="1442404" y="42155"/>
                  </a:lnTo>
                  <a:lnTo>
                    <a:pt x="1443297" y="43122"/>
                  </a:lnTo>
                  <a:lnTo>
                    <a:pt x="1443781" y="43569"/>
                  </a:lnTo>
                  <a:lnTo>
                    <a:pt x="1446013" y="45987"/>
                  </a:lnTo>
                  <a:lnTo>
                    <a:pt x="1446497" y="46471"/>
                  </a:lnTo>
                  <a:lnTo>
                    <a:pt x="1446944" y="46955"/>
                  </a:lnTo>
                  <a:lnTo>
                    <a:pt x="1447390" y="47476"/>
                  </a:lnTo>
                  <a:lnTo>
                    <a:pt x="1448283" y="48443"/>
                  </a:lnTo>
                  <a:lnTo>
                    <a:pt x="1448767" y="48964"/>
                  </a:lnTo>
                  <a:lnTo>
                    <a:pt x="1449213" y="49448"/>
                  </a:lnTo>
                  <a:lnTo>
                    <a:pt x="1450106" y="50489"/>
                  </a:lnTo>
                  <a:lnTo>
                    <a:pt x="1450553" y="50973"/>
                  </a:lnTo>
                  <a:lnTo>
                    <a:pt x="1451036" y="51494"/>
                  </a:lnTo>
                  <a:lnTo>
                    <a:pt x="1452822" y="53578"/>
                  </a:lnTo>
                  <a:lnTo>
                    <a:pt x="1453306" y="54099"/>
                  </a:lnTo>
                  <a:lnTo>
                    <a:pt x="1453753" y="54619"/>
                  </a:lnTo>
                  <a:lnTo>
                    <a:pt x="1454199" y="55178"/>
                  </a:lnTo>
                  <a:lnTo>
                    <a:pt x="1455092" y="56219"/>
                  </a:lnTo>
                  <a:lnTo>
                    <a:pt x="1455576" y="56777"/>
                  </a:lnTo>
                  <a:lnTo>
                    <a:pt x="1456022" y="57298"/>
                  </a:lnTo>
                  <a:lnTo>
                    <a:pt x="1456915" y="58415"/>
                  </a:lnTo>
                  <a:lnTo>
                    <a:pt x="1457362" y="58935"/>
                  </a:lnTo>
                  <a:lnTo>
                    <a:pt x="1457845" y="59494"/>
                  </a:lnTo>
                  <a:lnTo>
                    <a:pt x="1459631" y="61726"/>
                  </a:lnTo>
                  <a:lnTo>
                    <a:pt x="1460115" y="62284"/>
                  </a:lnTo>
                  <a:lnTo>
                    <a:pt x="1460561" y="62879"/>
                  </a:lnTo>
                  <a:lnTo>
                    <a:pt x="1461454" y="63996"/>
                  </a:lnTo>
                  <a:lnTo>
                    <a:pt x="1461901" y="64591"/>
                  </a:lnTo>
                  <a:lnTo>
                    <a:pt x="1462347" y="65149"/>
                  </a:lnTo>
                  <a:lnTo>
                    <a:pt x="1462831" y="65744"/>
                  </a:lnTo>
                  <a:lnTo>
                    <a:pt x="1463278" y="66302"/>
                  </a:lnTo>
                  <a:lnTo>
                    <a:pt x="1464170" y="67493"/>
                  </a:lnTo>
                  <a:lnTo>
                    <a:pt x="1464617" y="68051"/>
                  </a:lnTo>
                  <a:lnTo>
                    <a:pt x="1465101" y="68646"/>
                  </a:lnTo>
                  <a:lnTo>
                    <a:pt x="1466887" y="71028"/>
                  </a:lnTo>
                  <a:lnTo>
                    <a:pt x="1467370" y="71660"/>
                  </a:lnTo>
                  <a:lnTo>
                    <a:pt x="1468263" y="72851"/>
                  </a:lnTo>
                  <a:lnTo>
                    <a:pt x="1468710" y="73483"/>
                  </a:lnTo>
                  <a:lnTo>
                    <a:pt x="1469156" y="74079"/>
                  </a:lnTo>
                  <a:lnTo>
                    <a:pt x="1469640" y="74711"/>
                  </a:lnTo>
                  <a:lnTo>
                    <a:pt x="1470086" y="75307"/>
                  </a:lnTo>
                  <a:lnTo>
                    <a:pt x="1470979" y="76572"/>
                  </a:lnTo>
                  <a:lnTo>
                    <a:pt x="1471426" y="77167"/>
                  </a:lnTo>
                  <a:lnTo>
                    <a:pt x="1471910" y="77799"/>
                  </a:lnTo>
                  <a:lnTo>
                    <a:pt x="1473695" y="80329"/>
                  </a:lnTo>
                  <a:lnTo>
                    <a:pt x="1474179" y="80962"/>
                  </a:lnTo>
                  <a:lnTo>
                    <a:pt x="1474626" y="81632"/>
                  </a:lnTo>
                  <a:lnTo>
                    <a:pt x="1475519" y="82897"/>
                  </a:lnTo>
                  <a:lnTo>
                    <a:pt x="1475965" y="83566"/>
                  </a:lnTo>
                  <a:lnTo>
                    <a:pt x="1476449" y="84199"/>
                  </a:lnTo>
                  <a:lnTo>
                    <a:pt x="1477342" y="85538"/>
                  </a:lnTo>
                  <a:lnTo>
                    <a:pt x="1477788" y="86171"/>
                  </a:lnTo>
                  <a:lnTo>
                    <a:pt x="1478681" y="87510"/>
                  </a:lnTo>
                  <a:lnTo>
                    <a:pt x="1479165" y="88180"/>
                  </a:lnTo>
                  <a:lnTo>
                    <a:pt x="1480951" y="90859"/>
                  </a:lnTo>
                  <a:lnTo>
                    <a:pt x="1481435" y="91529"/>
                  </a:lnTo>
                  <a:lnTo>
                    <a:pt x="1481881" y="92199"/>
                  </a:lnTo>
                  <a:lnTo>
                    <a:pt x="1482328" y="92905"/>
                  </a:lnTo>
                  <a:lnTo>
                    <a:pt x="1482774" y="93575"/>
                  </a:lnTo>
                  <a:lnTo>
                    <a:pt x="1483220" y="94282"/>
                  </a:lnTo>
                  <a:lnTo>
                    <a:pt x="1483704" y="94952"/>
                  </a:lnTo>
                  <a:lnTo>
                    <a:pt x="1484151" y="95659"/>
                  </a:lnTo>
                  <a:lnTo>
                    <a:pt x="1484597" y="96328"/>
                  </a:lnTo>
                  <a:lnTo>
                    <a:pt x="1485490" y="97742"/>
                  </a:lnTo>
                  <a:lnTo>
                    <a:pt x="1485974" y="98449"/>
                  </a:lnTo>
                  <a:lnTo>
                    <a:pt x="1487760" y="101277"/>
                  </a:lnTo>
                  <a:lnTo>
                    <a:pt x="1488243" y="101984"/>
                  </a:lnTo>
                  <a:lnTo>
                    <a:pt x="1489136" y="103398"/>
                  </a:lnTo>
                  <a:lnTo>
                    <a:pt x="1489583" y="104142"/>
                  </a:lnTo>
                  <a:lnTo>
                    <a:pt x="1490029" y="104849"/>
                  </a:lnTo>
                  <a:lnTo>
                    <a:pt x="1490513" y="105593"/>
                  </a:lnTo>
                  <a:lnTo>
                    <a:pt x="1490960" y="106300"/>
                  </a:lnTo>
                  <a:lnTo>
                    <a:pt x="1491406" y="107044"/>
                  </a:lnTo>
                  <a:lnTo>
                    <a:pt x="1491853" y="107751"/>
                  </a:lnTo>
                  <a:lnTo>
                    <a:pt x="1492299" y="108495"/>
                  </a:lnTo>
                  <a:lnTo>
                    <a:pt x="1492783" y="109239"/>
                  </a:lnTo>
                  <a:lnTo>
                    <a:pt x="1495015" y="112960"/>
                  </a:lnTo>
                  <a:lnTo>
                    <a:pt x="1495499" y="113704"/>
                  </a:lnTo>
                  <a:lnTo>
                    <a:pt x="1495945" y="114448"/>
                  </a:lnTo>
                  <a:lnTo>
                    <a:pt x="1496392" y="115230"/>
                  </a:lnTo>
                  <a:lnTo>
                    <a:pt x="1497285" y="116718"/>
                  </a:lnTo>
                  <a:lnTo>
                    <a:pt x="1497768" y="117499"/>
                  </a:lnTo>
                  <a:lnTo>
                    <a:pt x="1498215" y="118243"/>
                  </a:lnTo>
                  <a:lnTo>
                    <a:pt x="1499108" y="119806"/>
                  </a:lnTo>
                  <a:lnTo>
                    <a:pt x="1499554" y="120550"/>
                  </a:lnTo>
                  <a:lnTo>
                    <a:pt x="1500038" y="121332"/>
                  </a:lnTo>
                  <a:lnTo>
                    <a:pt x="1501824" y="124457"/>
                  </a:lnTo>
                  <a:lnTo>
                    <a:pt x="1502308" y="125238"/>
                  </a:lnTo>
                  <a:lnTo>
                    <a:pt x="1503201" y="126801"/>
                  </a:lnTo>
                  <a:lnTo>
                    <a:pt x="1503647" y="127620"/>
                  </a:lnTo>
                  <a:lnTo>
                    <a:pt x="1504094" y="128401"/>
                  </a:lnTo>
                  <a:lnTo>
                    <a:pt x="1504577" y="129182"/>
                  </a:lnTo>
                  <a:lnTo>
                    <a:pt x="1505024" y="130001"/>
                  </a:lnTo>
                  <a:lnTo>
                    <a:pt x="1505470" y="130782"/>
                  </a:lnTo>
                  <a:lnTo>
                    <a:pt x="1506363" y="132419"/>
                  </a:lnTo>
                  <a:lnTo>
                    <a:pt x="1506847" y="133201"/>
                  </a:lnTo>
                  <a:lnTo>
                    <a:pt x="1508633" y="136475"/>
                  </a:lnTo>
                  <a:lnTo>
                    <a:pt x="1509117" y="137293"/>
                  </a:lnTo>
                  <a:lnTo>
                    <a:pt x="1510903" y="140568"/>
                  </a:lnTo>
                  <a:lnTo>
                    <a:pt x="1511386" y="141423"/>
                  </a:lnTo>
                  <a:lnTo>
                    <a:pt x="1512279" y="143061"/>
                  </a:lnTo>
                  <a:lnTo>
                    <a:pt x="1513172" y="144772"/>
                  </a:lnTo>
                  <a:lnTo>
                    <a:pt x="1513619" y="145591"/>
                  </a:lnTo>
                  <a:lnTo>
                    <a:pt x="1514102" y="146446"/>
                  </a:lnTo>
                  <a:lnTo>
                    <a:pt x="1514549" y="147302"/>
                  </a:lnTo>
                  <a:lnTo>
                    <a:pt x="1514995" y="148121"/>
                  </a:lnTo>
                  <a:lnTo>
                    <a:pt x="1515888" y="149832"/>
                  </a:lnTo>
                  <a:lnTo>
                    <a:pt x="1516372" y="150688"/>
                  </a:lnTo>
                  <a:lnTo>
                    <a:pt x="1517711" y="153255"/>
                  </a:lnTo>
                  <a:lnTo>
                    <a:pt x="1518158" y="154148"/>
                  </a:lnTo>
                  <a:lnTo>
                    <a:pt x="1518642" y="155004"/>
                  </a:lnTo>
                  <a:lnTo>
                    <a:pt x="1519535" y="156716"/>
                  </a:lnTo>
                  <a:lnTo>
                    <a:pt x="1519981" y="157608"/>
                  </a:lnTo>
                  <a:lnTo>
                    <a:pt x="1520428" y="158464"/>
                  </a:lnTo>
                  <a:lnTo>
                    <a:pt x="1520911" y="159357"/>
                  </a:lnTo>
                  <a:lnTo>
                    <a:pt x="1521358" y="160250"/>
                  </a:lnTo>
                  <a:lnTo>
                    <a:pt x="1521804" y="161106"/>
                  </a:lnTo>
                  <a:lnTo>
                    <a:pt x="1522697" y="162892"/>
                  </a:lnTo>
                  <a:lnTo>
                    <a:pt x="1523181" y="163785"/>
                  </a:lnTo>
                  <a:lnTo>
                    <a:pt x="1524967" y="167357"/>
                  </a:lnTo>
                  <a:lnTo>
                    <a:pt x="1525450" y="168250"/>
                  </a:lnTo>
                  <a:lnTo>
                    <a:pt x="1526343" y="170036"/>
                  </a:lnTo>
                  <a:lnTo>
                    <a:pt x="1526790" y="170966"/>
                  </a:lnTo>
                  <a:lnTo>
                    <a:pt x="1527236" y="171859"/>
                  </a:lnTo>
                  <a:lnTo>
                    <a:pt x="1527720" y="172752"/>
                  </a:lnTo>
                  <a:lnTo>
                    <a:pt x="1528167" y="173682"/>
                  </a:lnTo>
                  <a:lnTo>
                    <a:pt x="1528613" y="174575"/>
                  </a:lnTo>
                  <a:lnTo>
                    <a:pt x="1529506" y="176435"/>
                  </a:lnTo>
                  <a:lnTo>
                    <a:pt x="1529953" y="177328"/>
                  </a:lnTo>
                  <a:lnTo>
                    <a:pt x="1530436" y="178258"/>
                  </a:lnTo>
                  <a:lnTo>
                    <a:pt x="1532222" y="181979"/>
                  </a:lnTo>
                  <a:lnTo>
                    <a:pt x="1532706" y="182909"/>
                  </a:lnTo>
                  <a:lnTo>
                    <a:pt x="1534045" y="185700"/>
                  </a:lnTo>
                  <a:lnTo>
                    <a:pt x="1534492" y="186667"/>
                  </a:lnTo>
                  <a:lnTo>
                    <a:pt x="1534975" y="187597"/>
                  </a:lnTo>
                  <a:lnTo>
                    <a:pt x="1535422" y="188528"/>
                  </a:lnTo>
                  <a:lnTo>
                    <a:pt x="1535868" y="189495"/>
                  </a:lnTo>
                  <a:lnTo>
                    <a:pt x="1536315" y="190425"/>
                  </a:lnTo>
                  <a:lnTo>
                    <a:pt x="1536761" y="191392"/>
                  </a:lnTo>
                  <a:lnTo>
                    <a:pt x="1537245" y="192360"/>
                  </a:lnTo>
                  <a:lnTo>
                    <a:pt x="1537692" y="193290"/>
                  </a:lnTo>
                  <a:lnTo>
                    <a:pt x="1539031" y="196192"/>
                  </a:lnTo>
                  <a:lnTo>
                    <a:pt x="1539515" y="197160"/>
                  </a:lnTo>
                  <a:lnTo>
                    <a:pt x="1541301" y="201029"/>
                  </a:lnTo>
                  <a:lnTo>
                    <a:pt x="1541784" y="201996"/>
                  </a:lnTo>
                  <a:lnTo>
                    <a:pt x="1542231" y="202964"/>
                  </a:lnTo>
                  <a:lnTo>
                    <a:pt x="1542677" y="203968"/>
                  </a:lnTo>
                  <a:lnTo>
                    <a:pt x="1543570" y="205903"/>
                  </a:lnTo>
                  <a:lnTo>
                    <a:pt x="1544054" y="206908"/>
                  </a:lnTo>
                  <a:lnTo>
                    <a:pt x="1544500" y="207875"/>
                  </a:lnTo>
                  <a:lnTo>
                    <a:pt x="1544947" y="208880"/>
                  </a:lnTo>
                  <a:lnTo>
                    <a:pt x="1545393" y="209847"/>
                  </a:lnTo>
                  <a:lnTo>
                    <a:pt x="1546286" y="211856"/>
                  </a:lnTo>
                  <a:lnTo>
                    <a:pt x="1546770" y="212861"/>
                  </a:lnTo>
                  <a:lnTo>
                    <a:pt x="1547217" y="213865"/>
                  </a:lnTo>
                  <a:lnTo>
                    <a:pt x="1547663" y="214833"/>
                  </a:lnTo>
                  <a:lnTo>
                    <a:pt x="1548556" y="216842"/>
                  </a:lnTo>
                  <a:lnTo>
                    <a:pt x="1549040" y="217847"/>
                  </a:lnTo>
                  <a:lnTo>
                    <a:pt x="1549486" y="218888"/>
                  </a:lnTo>
                  <a:lnTo>
                    <a:pt x="1550826" y="221902"/>
                  </a:lnTo>
                  <a:lnTo>
                    <a:pt x="1551309" y="222944"/>
                  </a:lnTo>
                  <a:lnTo>
                    <a:pt x="1552202" y="224953"/>
                  </a:lnTo>
                  <a:lnTo>
                    <a:pt x="1552649" y="225995"/>
                  </a:lnTo>
                  <a:lnTo>
                    <a:pt x="1553095" y="227000"/>
                  </a:lnTo>
                  <a:lnTo>
                    <a:pt x="1553579" y="228041"/>
                  </a:lnTo>
                  <a:lnTo>
                    <a:pt x="1554025" y="229083"/>
                  </a:lnTo>
                  <a:lnTo>
                    <a:pt x="1554472" y="230088"/>
                  </a:lnTo>
                  <a:lnTo>
                    <a:pt x="1555365" y="232171"/>
                  </a:lnTo>
                  <a:lnTo>
                    <a:pt x="1555849" y="233213"/>
                  </a:lnTo>
                  <a:lnTo>
                    <a:pt x="1557635" y="237380"/>
                  </a:lnTo>
                  <a:lnTo>
                    <a:pt x="1558118" y="238422"/>
                  </a:lnTo>
                  <a:lnTo>
                    <a:pt x="1559011" y="240506"/>
                  </a:lnTo>
                  <a:lnTo>
                    <a:pt x="1559458" y="241585"/>
                  </a:lnTo>
                  <a:lnTo>
                    <a:pt x="1559904" y="242627"/>
                  </a:lnTo>
                  <a:lnTo>
                    <a:pt x="1560388" y="243668"/>
                  </a:lnTo>
                  <a:lnTo>
                    <a:pt x="1560834" y="244747"/>
                  </a:lnTo>
                  <a:lnTo>
                    <a:pt x="1561281" y="245789"/>
                  </a:lnTo>
                  <a:lnTo>
                    <a:pt x="1562174" y="247947"/>
                  </a:lnTo>
                  <a:lnTo>
                    <a:pt x="1562620" y="248989"/>
                  </a:lnTo>
                  <a:lnTo>
                    <a:pt x="1563104" y="250068"/>
                  </a:lnTo>
                  <a:lnTo>
                    <a:pt x="1563997" y="252226"/>
                  </a:lnTo>
                  <a:lnTo>
                    <a:pt x="1564443" y="253268"/>
                  </a:lnTo>
                  <a:lnTo>
                    <a:pt x="1564890" y="254347"/>
                  </a:lnTo>
                  <a:lnTo>
                    <a:pt x="1565374" y="255426"/>
                  </a:lnTo>
                  <a:lnTo>
                    <a:pt x="1566267" y="257584"/>
                  </a:lnTo>
                  <a:lnTo>
                    <a:pt x="1566713" y="258700"/>
                  </a:lnTo>
                  <a:lnTo>
                    <a:pt x="1567160" y="259779"/>
                  </a:lnTo>
                  <a:lnTo>
                    <a:pt x="1567643" y="260858"/>
                  </a:lnTo>
                  <a:lnTo>
                    <a:pt x="1568536" y="263016"/>
                  </a:lnTo>
                  <a:lnTo>
                    <a:pt x="1568983" y="264132"/>
                  </a:lnTo>
                  <a:lnTo>
                    <a:pt x="1569429" y="265211"/>
                  </a:lnTo>
                  <a:lnTo>
                    <a:pt x="1569913" y="266327"/>
                  </a:lnTo>
                  <a:lnTo>
                    <a:pt x="1570359" y="267406"/>
                  </a:lnTo>
                  <a:lnTo>
                    <a:pt x="1571252" y="269639"/>
                  </a:lnTo>
                  <a:lnTo>
                    <a:pt x="1571699" y="270718"/>
                  </a:lnTo>
                  <a:lnTo>
                    <a:pt x="1572182" y="271834"/>
                  </a:lnTo>
                  <a:lnTo>
                    <a:pt x="1573075" y="274066"/>
                  </a:lnTo>
                  <a:lnTo>
                    <a:pt x="1573522" y="275145"/>
                  </a:lnTo>
                  <a:lnTo>
                    <a:pt x="1573968" y="276262"/>
                  </a:lnTo>
                  <a:lnTo>
                    <a:pt x="1574452" y="277378"/>
                  </a:lnTo>
                  <a:lnTo>
                    <a:pt x="1575345" y="279610"/>
                  </a:lnTo>
                  <a:lnTo>
                    <a:pt x="1575792" y="280764"/>
                  </a:lnTo>
                  <a:lnTo>
                    <a:pt x="1576238" y="281880"/>
                  </a:lnTo>
                  <a:lnTo>
                    <a:pt x="1576722" y="282996"/>
                  </a:lnTo>
                  <a:lnTo>
                    <a:pt x="1577168" y="284112"/>
                  </a:lnTo>
                  <a:lnTo>
                    <a:pt x="1577615" y="285266"/>
                  </a:lnTo>
                  <a:lnTo>
                    <a:pt x="1578508" y="287498"/>
                  </a:lnTo>
                  <a:lnTo>
                    <a:pt x="1578954" y="288652"/>
                  </a:lnTo>
                  <a:lnTo>
                    <a:pt x="1579438" y="289768"/>
                  </a:lnTo>
                  <a:lnTo>
                    <a:pt x="1580331" y="292075"/>
                  </a:lnTo>
                  <a:lnTo>
                    <a:pt x="1580777" y="293191"/>
                  </a:lnTo>
                  <a:lnTo>
                    <a:pt x="1581224" y="294344"/>
                  </a:lnTo>
                  <a:lnTo>
                    <a:pt x="1581707" y="295498"/>
                  </a:lnTo>
                  <a:lnTo>
                    <a:pt x="1582154" y="296651"/>
                  </a:lnTo>
                  <a:lnTo>
                    <a:pt x="1582600" y="297767"/>
                  </a:lnTo>
                  <a:lnTo>
                    <a:pt x="1583493" y="300074"/>
                  </a:lnTo>
                  <a:lnTo>
                    <a:pt x="1583977" y="301228"/>
                  </a:lnTo>
                  <a:lnTo>
                    <a:pt x="1584870" y="303534"/>
                  </a:lnTo>
                  <a:lnTo>
                    <a:pt x="1585317" y="304725"/>
                  </a:lnTo>
                  <a:lnTo>
                    <a:pt x="1585763" y="305878"/>
                  </a:lnTo>
                  <a:lnTo>
                    <a:pt x="1586247" y="307032"/>
                  </a:lnTo>
                  <a:lnTo>
                    <a:pt x="1586693" y="308185"/>
                  </a:lnTo>
                  <a:lnTo>
                    <a:pt x="1587140" y="309376"/>
                  </a:lnTo>
                  <a:lnTo>
                    <a:pt x="1588033" y="311683"/>
                  </a:lnTo>
                  <a:lnTo>
                    <a:pt x="1588516" y="312873"/>
                  </a:lnTo>
                  <a:lnTo>
                    <a:pt x="1588963" y="314027"/>
                  </a:lnTo>
                  <a:lnTo>
                    <a:pt x="1589856" y="316408"/>
                  </a:lnTo>
                  <a:lnTo>
                    <a:pt x="1590302" y="317561"/>
                  </a:lnTo>
                  <a:lnTo>
                    <a:pt x="1590786" y="318752"/>
                  </a:lnTo>
                  <a:lnTo>
                    <a:pt x="1591679" y="321133"/>
                  </a:lnTo>
                  <a:lnTo>
                    <a:pt x="1592125" y="322287"/>
                  </a:lnTo>
                  <a:lnTo>
                    <a:pt x="1592572" y="323477"/>
                  </a:lnTo>
                  <a:lnTo>
                    <a:pt x="1593056" y="324668"/>
                  </a:lnTo>
                  <a:lnTo>
                    <a:pt x="1594395" y="328240"/>
                  </a:lnTo>
                  <a:lnTo>
                    <a:pt x="1594842" y="329468"/>
                  </a:lnTo>
                  <a:lnTo>
                    <a:pt x="1595325" y="330658"/>
                  </a:lnTo>
                  <a:lnTo>
                    <a:pt x="1596218" y="333040"/>
                  </a:lnTo>
                  <a:lnTo>
                    <a:pt x="1596665" y="334267"/>
                  </a:lnTo>
                  <a:lnTo>
                    <a:pt x="1597558" y="336649"/>
                  </a:lnTo>
                  <a:lnTo>
                    <a:pt x="1598041" y="337877"/>
                  </a:lnTo>
                  <a:lnTo>
                    <a:pt x="1598488" y="339067"/>
                  </a:lnTo>
                  <a:lnTo>
                    <a:pt x="1598934" y="340295"/>
                  </a:lnTo>
                  <a:lnTo>
                    <a:pt x="1599381" y="341486"/>
                  </a:lnTo>
                  <a:lnTo>
                    <a:pt x="1599827" y="342713"/>
                  </a:lnTo>
                  <a:lnTo>
                    <a:pt x="1600311" y="343941"/>
                  </a:lnTo>
                  <a:lnTo>
                    <a:pt x="1600757" y="345132"/>
                  </a:lnTo>
                  <a:lnTo>
                    <a:pt x="1602097" y="348815"/>
                  </a:lnTo>
                  <a:lnTo>
                    <a:pt x="1602581" y="350043"/>
                  </a:lnTo>
                  <a:lnTo>
                    <a:pt x="1604367" y="354955"/>
                  </a:lnTo>
                  <a:lnTo>
                    <a:pt x="1604850" y="356182"/>
                  </a:lnTo>
                  <a:lnTo>
                    <a:pt x="1605743" y="358638"/>
                  </a:lnTo>
                  <a:lnTo>
                    <a:pt x="1606190" y="359903"/>
                  </a:lnTo>
                  <a:lnTo>
                    <a:pt x="1606636" y="361131"/>
                  </a:lnTo>
                  <a:lnTo>
                    <a:pt x="1607120" y="362359"/>
                  </a:lnTo>
                  <a:lnTo>
                    <a:pt x="1607566" y="363624"/>
                  </a:lnTo>
                  <a:lnTo>
                    <a:pt x="1608459" y="366079"/>
                  </a:lnTo>
                  <a:lnTo>
                    <a:pt x="1608906" y="367344"/>
                  </a:lnTo>
                  <a:lnTo>
                    <a:pt x="1609389" y="368610"/>
                  </a:lnTo>
                  <a:lnTo>
                    <a:pt x="1609836" y="369837"/>
                  </a:lnTo>
                  <a:lnTo>
                    <a:pt x="1610282" y="371102"/>
                  </a:lnTo>
                  <a:lnTo>
                    <a:pt x="1610729" y="372330"/>
                  </a:lnTo>
                  <a:lnTo>
                    <a:pt x="1611175" y="373595"/>
                  </a:lnTo>
                  <a:lnTo>
                    <a:pt x="1611659" y="374860"/>
                  </a:lnTo>
                  <a:lnTo>
                    <a:pt x="1613445" y="379920"/>
                  </a:lnTo>
                  <a:lnTo>
                    <a:pt x="1613892" y="381148"/>
                  </a:lnTo>
                  <a:lnTo>
                    <a:pt x="1614375" y="382451"/>
                  </a:lnTo>
                  <a:lnTo>
                    <a:pt x="1616161" y="387511"/>
                  </a:lnTo>
                  <a:lnTo>
                    <a:pt x="1616645" y="388776"/>
                  </a:lnTo>
                  <a:lnTo>
                    <a:pt x="1617091" y="390078"/>
                  </a:lnTo>
                  <a:lnTo>
                    <a:pt x="1617984" y="392608"/>
                  </a:lnTo>
                  <a:lnTo>
                    <a:pt x="1618431" y="393910"/>
                  </a:lnTo>
                  <a:lnTo>
                    <a:pt x="1618914" y="395175"/>
                  </a:lnTo>
                  <a:lnTo>
                    <a:pt x="1619361" y="396478"/>
                  </a:lnTo>
                  <a:lnTo>
                    <a:pt x="1619807" y="397743"/>
                  </a:lnTo>
                  <a:lnTo>
                    <a:pt x="1620254" y="399045"/>
                  </a:lnTo>
                  <a:lnTo>
                    <a:pt x="1620700" y="400310"/>
                  </a:lnTo>
                  <a:lnTo>
                    <a:pt x="1621184" y="401612"/>
                  </a:lnTo>
                  <a:lnTo>
                    <a:pt x="1621631" y="402914"/>
                  </a:lnTo>
                  <a:lnTo>
                    <a:pt x="1622077" y="404179"/>
                  </a:lnTo>
                  <a:lnTo>
                    <a:pt x="1622970" y="406784"/>
                  </a:lnTo>
                  <a:lnTo>
                    <a:pt x="1623454" y="408086"/>
                  </a:lnTo>
                  <a:lnTo>
                    <a:pt x="1625240" y="413295"/>
                  </a:lnTo>
                  <a:lnTo>
                    <a:pt x="1625723" y="414597"/>
                  </a:lnTo>
                  <a:lnTo>
                    <a:pt x="1627509" y="419806"/>
                  </a:lnTo>
                  <a:lnTo>
                    <a:pt x="1627993" y="421109"/>
                  </a:lnTo>
                  <a:lnTo>
                    <a:pt x="1628439" y="422448"/>
                  </a:lnTo>
                  <a:lnTo>
                    <a:pt x="1629332" y="425053"/>
                  </a:lnTo>
                  <a:lnTo>
                    <a:pt x="1629779" y="426392"/>
                  </a:lnTo>
                  <a:lnTo>
                    <a:pt x="1630225" y="427694"/>
                  </a:lnTo>
                  <a:lnTo>
                    <a:pt x="1630709" y="429034"/>
                  </a:lnTo>
                  <a:lnTo>
                    <a:pt x="1631156" y="430336"/>
                  </a:lnTo>
                  <a:lnTo>
                    <a:pt x="1631602" y="431675"/>
                  </a:lnTo>
                  <a:lnTo>
                    <a:pt x="1632049" y="432978"/>
                  </a:lnTo>
                  <a:lnTo>
                    <a:pt x="1632495" y="434317"/>
                  </a:lnTo>
                  <a:lnTo>
                    <a:pt x="1632979" y="435657"/>
                  </a:lnTo>
                  <a:lnTo>
                    <a:pt x="1633425" y="436959"/>
                  </a:lnTo>
                  <a:lnTo>
                    <a:pt x="1634765" y="440977"/>
                  </a:lnTo>
                  <a:lnTo>
                    <a:pt x="1635248" y="442317"/>
                  </a:lnTo>
                  <a:lnTo>
                    <a:pt x="1635695" y="443656"/>
                  </a:lnTo>
                  <a:lnTo>
                    <a:pt x="1636141" y="444958"/>
                  </a:lnTo>
                  <a:lnTo>
                    <a:pt x="1637034" y="447637"/>
                  </a:lnTo>
                  <a:lnTo>
                    <a:pt x="1637518" y="448977"/>
                  </a:lnTo>
                  <a:lnTo>
                    <a:pt x="1637964" y="450353"/>
                  </a:lnTo>
                  <a:lnTo>
                    <a:pt x="1639304" y="454372"/>
                  </a:lnTo>
                  <a:lnTo>
                    <a:pt x="1639788" y="455711"/>
                  </a:lnTo>
                  <a:lnTo>
                    <a:pt x="1640234" y="457088"/>
                  </a:lnTo>
                  <a:lnTo>
                    <a:pt x="1641127" y="459767"/>
                  </a:lnTo>
                  <a:lnTo>
                    <a:pt x="1641574" y="461143"/>
                  </a:lnTo>
                  <a:lnTo>
                    <a:pt x="1642057" y="462483"/>
                  </a:lnTo>
                  <a:lnTo>
                    <a:pt x="1642504" y="463822"/>
                  </a:lnTo>
                  <a:lnTo>
                    <a:pt x="1642950" y="465199"/>
                  </a:lnTo>
                  <a:lnTo>
                    <a:pt x="1643397" y="466538"/>
                  </a:lnTo>
                  <a:lnTo>
                    <a:pt x="1643843" y="467915"/>
                  </a:lnTo>
                  <a:lnTo>
                    <a:pt x="1644327" y="469292"/>
                  </a:lnTo>
                  <a:lnTo>
                    <a:pt x="1644773" y="470631"/>
                  </a:lnTo>
                  <a:lnTo>
                    <a:pt x="1645666" y="473385"/>
                  </a:lnTo>
                  <a:lnTo>
                    <a:pt x="1646113" y="474724"/>
                  </a:lnTo>
                  <a:lnTo>
                    <a:pt x="1646559" y="476101"/>
                  </a:lnTo>
                  <a:lnTo>
                    <a:pt x="1647043" y="477477"/>
                  </a:lnTo>
                  <a:lnTo>
                    <a:pt x="1648829" y="482984"/>
                  </a:lnTo>
                  <a:lnTo>
                    <a:pt x="1649313" y="484361"/>
                  </a:lnTo>
                  <a:lnTo>
                    <a:pt x="1651099" y="489867"/>
                  </a:lnTo>
                  <a:lnTo>
                    <a:pt x="1651582" y="491244"/>
                  </a:lnTo>
                  <a:lnTo>
                    <a:pt x="1652475" y="493997"/>
                  </a:lnTo>
                  <a:lnTo>
                    <a:pt x="1652922" y="495411"/>
                  </a:lnTo>
                  <a:lnTo>
                    <a:pt x="1653368" y="496788"/>
                  </a:lnTo>
                  <a:lnTo>
                    <a:pt x="1653852" y="498164"/>
                  </a:lnTo>
                  <a:lnTo>
                    <a:pt x="1654298" y="499578"/>
                  </a:lnTo>
                  <a:lnTo>
                    <a:pt x="1654745" y="500955"/>
                  </a:lnTo>
                  <a:lnTo>
                    <a:pt x="1655191" y="502369"/>
                  </a:lnTo>
                  <a:lnTo>
                    <a:pt x="1655638" y="503745"/>
                  </a:lnTo>
                  <a:lnTo>
                    <a:pt x="1656122" y="505159"/>
                  </a:lnTo>
                  <a:lnTo>
                    <a:pt x="1656568" y="506536"/>
                  </a:lnTo>
                  <a:lnTo>
                    <a:pt x="1657014" y="507950"/>
                  </a:lnTo>
                  <a:lnTo>
                    <a:pt x="1657461" y="509327"/>
                  </a:lnTo>
                  <a:lnTo>
                    <a:pt x="1657907" y="510740"/>
                  </a:lnTo>
                  <a:lnTo>
                    <a:pt x="1658391" y="512154"/>
                  </a:lnTo>
                  <a:lnTo>
                    <a:pt x="1658838" y="513531"/>
                  </a:lnTo>
                  <a:lnTo>
                    <a:pt x="1660177" y="517773"/>
                  </a:lnTo>
                  <a:lnTo>
                    <a:pt x="1660661" y="519149"/>
                  </a:lnTo>
                  <a:lnTo>
                    <a:pt x="1662893" y="526219"/>
                  </a:lnTo>
                  <a:lnTo>
                    <a:pt x="1663377" y="527632"/>
                  </a:lnTo>
                  <a:lnTo>
                    <a:pt x="1665163" y="533288"/>
                  </a:lnTo>
                  <a:lnTo>
                    <a:pt x="1665647" y="534739"/>
                  </a:lnTo>
                  <a:lnTo>
                    <a:pt x="1666986" y="538981"/>
                  </a:lnTo>
                  <a:lnTo>
                    <a:pt x="1667432" y="540432"/>
                  </a:lnTo>
                  <a:lnTo>
                    <a:pt x="1667916" y="541845"/>
                  </a:lnTo>
                  <a:lnTo>
                    <a:pt x="1668363" y="543259"/>
                  </a:lnTo>
                  <a:lnTo>
                    <a:pt x="1668809" y="544710"/>
                  </a:lnTo>
                  <a:lnTo>
                    <a:pt x="1669256" y="546124"/>
                  </a:lnTo>
                  <a:lnTo>
                    <a:pt x="1669702" y="547575"/>
                  </a:lnTo>
                  <a:lnTo>
                    <a:pt x="1670186" y="548989"/>
                  </a:lnTo>
                  <a:lnTo>
                    <a:pt x="1670632" y="550440"/>
                  </a:lnTo>
                  <a:lnTo>
                    <a:pt x="1671079" y="551854"/>
                  </a:lnTo>
                  <a:lnTo>
                    <a:pt x="1671525" y="553305"/>
                  </a:lnTo>
                  <a:lnTo>
                    <a:pt x="1671972" y="554719"/>
                  </a:lnTo>
                  <a:lnTo>
                    <a:pt x="1672455" y="556170"/>
                  </a:lnTo>
                  <a:lnTo>
                    <a:pt x="1672902" y="557621"/>
                  </a:lnTo>
                  <a:lnTo>
                    <a:pt x="1673348" y="559035"/>
                  </a:lnTo>
                  <a:lnTo>
                    <a:pt x="1674241" y="561937"/>
                  </a:lnTo>
                  <a:lnTo>
                    <a:pt x="1674725" y="563388"/>
                  </a:lnTo>
                  <a:lnTo>
                    <a:pt x="1675172" y="564802"/>
                  </a:lnTo>
                  <a:lnTo>
                    <a:pt x="1676511" y="569155"/>
                  </a:lnTo>
                  <a:lnTo>
                    <a:pt x="1676995" y="570606"/>
                  </a:lnTo>
                  <a:lnTo>
                    <a:pt x="1678781" y="576411"/>
                  </a:lnTo>
                  <a:lnTo>
                    <a:pt x="1679264" y="577862"/>
                  </a:lnTo>
                  <a:lnTo>
                    <a:pt x="1680604" y="582215"/>
                  </a:lnTo>
                  <a:lnTo>
                    <a:pt x="1681050" y="583703"/>
                  </a:lnTo>
                  <a:lnTo>
                    <a:pt x="1681497" y="585154"/>
                  </a:lnTo>
                  <a:lnTo>
                    <a:pt x="1681980" y="586606"/>
                  </a:lnTo>
                  <a:lnTo>
                    <a:pt x="1682427" y="588057"/>
                  </a:lnTo>
                  <a:lnTo>
                    <a:pt x="1682873" y="589545"/>
                  </a:lnTo>
                  <a:lnTo>
                    <a:pt x="1683766" y="592447"/>
                  </a:lnTo>
                  <a:lnTo>
                    <a:pt x="1684250" y="593935"/>
                  </a:lnTo>
                  <a:lnTo>
                    <a:pt x="1684697" y="595386"/>
                  </a:lnTo>
                  <a:lnTo>
                    <a:pt x="1685143" y="596875"/>
                  </a:lnTo>
                  <a:lnTo>
                    <a:pt x="1685589" y="598326"/>
                  </a:lnTo>
                  <a:lnTo>
                    <a:pt x="1686036" y="599814"/>
                  </a:lnTo>
                  <a:lnTo>
                    <a:pt x="1686520" y="601265"/>
                  </a:lnTo>
                  <a:lnTo>
                    <a:pt x="1686966" y="602753"/>
                  </a:lnTo>
                  <a:lnTo>
                    <a:pt x="1687413" y="604204"/>
                  </a:lnTo>
                  <a:lnTo>
                    <a:pt x="1687859" y="605693"/>
                  </a:lnTo>
                  <a:lnTo>
                    <a:pt x="1688306" y="607144"/>
                  </a:lnTo>
                  <a:lnTo>
                    <a:pt x="1688789" y="608632"/>
                  </a:lnTo>
                  <a:lnTo>
                    <a:pt x="1689236" y="610120"/>
                  </a:lnTo>
                  <a:lnTo>
                    <a:pt x="1689682" y="611571"/>
                  </a:lnTo>
                  <a:lnTo>
                    <a:pt x="1690575" y="614548"/>
                  </a:lnTo>
                  <a:lnTo>
                    <a:pt x="1691059" y="616036"/>
                  </a:lnTo>
                  <a:lnTo>
                    <a:pt x="1691505" y="617487"/>
                  </a:lnTo>
                  <a:lnTo>
                    <a:pt x="1692845" y="621952"/>
                  </a:lnTo>
                  <a:lnTo>
                    <a:pt x="1693329" y="623440"/>
                  </a:lnTo>
                  <a:lnTo>
                    <a:pt x="1695114" y="629394"/>
                  </a:lnTo>
                  <a:lnTo>
                    <a:pt x="1695598" y="630882"/>
                  </a:lnTo>
                  <a:lnTo>
                    <a:pt x="1697831" y="638323"/>
                  </a:lnTo>
                  <a:lnTo>
                    <a:pt x="1698314" y="639849"/>
                  </a:lnTo>
                  <a:lnTo>
                    <a:pt x="1699654" y="644314"/>
                  </a:lnTo>
                  <a:lnTo>
                    <a:pt x="1700100" y="645839"/>
                  </a:lnTo>
                  <a:lnTo>
                    <a:pt x="1700584" y="647327"/>
                  </a:lnTo>
                  <a:lnTo>
                    <a:pt x="1701030" y="648816"/>
                  </a:lnTo>
                  <a:lnTo>
                    <a:pt x="1701477" y="650341"/>
                  </a:lnTo>
                  <a:lnTo>
                    <a:pt x="1702370" y="653318"/>
                  </a:lnTo>
                  <a:lnTo>
                    <a:pt x="1702854" y="654843"/>
                  </a:lnTo>
                  <a:lnTo>
                    <a:pt x="1703300" y="656331"/>
                  </a:lnTo>
                  <a:lnTo>
                    <a:pt x="1703747" y="657857"/>
                  </a:lnTo>
                  <a:lnTo>
                    <a:pt x="1704193" y="659345"/>
                  </a:lnTo>
                  <a:lnTo>
                    <a:pt x="1704639" y="660871"/>
                  </a:lnTo>
                  <a:lnTo>
                    <a:pt x="1705123" y="662359"/>
                  </a:lnTo>
                  <a:lnTo>
                    <a:pt x="1705570" y="663885"/>
                  </a:lnTo>
                  <a:lnTo>
                    <a:pt x="1706016" y="665373"/>
                  </a:lnTo>
                  <a:lnTo>
                    <a:pt x="1706909" y="668424"/>
                  </a:lnTo>
                  <a:lnTo>
                    <a:pt x="1707393" y="669912"/>
                  </a:lnTo>
                  <a:lnTo>
                    <a:pt x="1708286" y="672963"/>
                  </a:lnTo>
                  <a:lnTo>
                    <a:pt x="1708732" y="674451"/>
                  </a:lnTo>
                  <a:lnTo>
                    <a:pt x="1709179" y="675977"/>
                  </a:lnTo>
                  <a:lnTo>
                    <a:pt x="1709662" y="677502"/>
                  </a:lnTo>
                  <a:lnTo>
                    <a:pt x="1710109" y="679028"/>
                  </a:lnTo>
                  <a:lnTo>
                    <a:pt x="1710555" y="680516"/>
                  </a:lnTo>
                  <a:lnTo>
                    <a:pt x="1711448" y="683567"/>
                  </a:lnTo>
                  <a:lnTo>
                    <a:pt x="1711932" y="685093"/>
                  </a:lnTo>
                  <a:lnTo>
                    <a:pt x="1714164" y="692720"/>
                  </a:lnTo>
                  <a:lnTo>
                    <a:pt x="1714648" y="694245"/>
                  </a:lnTo>
                  <a:lnTo>
                    <a:pt x="1716434" y="700347"/>
                  </a:lnTo>
                  <a:lnTo>
                    <a:pt x="1716918" y="701873"/>
                  </a:lnTo>
                  <a:lnTo>
                    <a:pt x="1718704" y="707975"/>
                  </a:lnTo>
                  <a:lnTo>
                    <a:pt x="1719187" y="709538"/>
                  </a:lnTo>
                  <a:lnTo>
                    <a:pt x="1720527" y="714114"/>
                  </a:lnTo>
                  <a:lnTo>
                    <a:pt x="1720973" y="715677"/>
                  </a:lnTo>
                  <a:lnTo>
                    <a:pt x="1721457" y="717202"/>
                  </a:lnTo>
                  <a:lnTo>
                    <a:pt x="1722350" y="720253"/>
                  </a:lnTo>
                  <a:lnTo>
                    <a:pt x="1722797" y="721816"/>
                  </a:lnTo>
                  <a:lnTo>
                    <a:pt x="1723243" y="723341"/>
                  </a:lnTo>
                  <a:lnTo>
                    <a:pt x="1723727" y="724904"/>
                  </a:lnTo>
                  <a:lnTo>
                    <a:pt x="1724620" y="727955"/>
                  </a:lnTo>
                  <a:lnTo>
                    <a:pt x="1725066" y="729518"/>
                  </a:lnTo>
                  <a:lnTo>
                    <a:pt x="1725513" y="731043"/>
                  </a:lnTo>
                  <a:lnTo>
                    <a:pt x="1725996" y="732606"/>
                  </a:lnTo>
                  <a:lnTo>
                    <a:pt x="1726443" y="734131"/>
                  </a:lnTo>
                  <a:lnTo>
                    <a:pt x="1726889" y="735694"/>
                  </a:lnTo>
                  <a:lnTo>
                    <a:pt x="1727336" y="737220"/>
                  </a:lnTo>
                  <a:lnTo>
                    <a:pt x="1727782" y="738782"/>
                  </a:lnTo>
                  <a:lnTo>
                    <a:pt x="1728266" y="740308"/>
                  </a:lnTo>
                  <a:lnTo>
                    <a:pt x="1729159" y="743433"/>
                  </a:lnTo>
                  <a:lnTo>
                    <a:pt x="1729605" y="744959"/>
                  </a:lnTo>
                  <a:lnTo>
                    <a:pt x="1730498" y="748084"/>
                  </a:lnTo>
                  <a:lnTo>
                    <a:pt x="1730982" y="749610"/>
                  </a:lnTo>
                  <a:lnTo>
                    <a:pt x="1731875" y="752735"/>
                  </a:lnTo>
                  <a:lnTo>
                    <a:pt x="1732322" y="754260"/>
                  </a:lnTo>
                  <a:lnTo>
                    <a:pt x="1732768" y="755823"/>
                  </a:lnTo>
                  <a:lnTo>
                    <a:pt x="1733252" y="757386"/>
                  </a:lnTo>
                  <a:lnTo>
                    <a:pt x="1733698" y="758948"/>
                  </a:lnTo>
                  <a:lnTo>
                    <a:pt x="1734145" y="760474"/>
                  </a:lnTo>
                  <a:lnTo>
                    <a:pt x="1735038" y="763599"/>
                  </a:lnTo>
                  <a:lnTo>
                    <a:pt x="1735521" y="765162"/>
                  </a:lnTo>
                  <a:lnTo>
                    <a:pt x="1736861" y="769850"/>
                  </a:lnTo>
                  <a:lnTo>
                    <a:pt x="1737307" y="771376"/>
                  </a:lnTo>
                  <a:lnTo>
                    <a:pt x="1737791" y="772938"/>
                  </a:lnTo>
                  <a:lnTo>
                    <a:pt x="1739577" y="779189"/>
                  </a:lnTo>
                  <a:lnTo>
                    <a:pt x="1740061" y="780752"/>
                  </a:lnTo>
                  <a:lnTo>
                    <a:pt x="1741847" y="787003"/>
                  </a:lnTo>
                  <a:lnTo>
                    <a:pt x="1742330" y="788565"/>
                  </a:lnTo>
                  <a:lnTo>
                    <a:pt x="1742777" y="790165"/>
                  </a:lnTo>
                  <a:lnTo>
                    <a:pt x="1744116" y="794853"/>
                  </a:lnTo>
                  <a:lnTo>
                    <a:pt x="1744600" y="796416"/>
                  </a:lnTo>
                  <a:lnTo>
                    <a:pt x="1745493" y="799541"/>
                  </a:lnTo>
                  <a:lnTo>
                    <a:pt x="1745939" y="801141"/>
                  </a:lnTo>
                  <a:lnTo>
                    <a:pt x="1746832" y="804267"/>
                  </a:lnTo>
                  <a:lnTo>
                    <a:pt x="1747316" y="805829"/>
                  </a:lnTo>
                  <a:lnTo>
                    <a:pt x="1747762" y="807429"/>
                  </a:lnTo>
                  <a:lnTo>
                    <a:pt x="1749102" y="812117"/>
                  </a:lnTo>
                  <a:lnTo>
                    <a:pt x="1749586" y="813717"/>
                  </a:lnTo>
                  <a:lnTo>
                    <a:pt x="1750479" y="816843"/>
                  </a:lnTo>
                  <a:lnTo>
                    <a:pt x="1750925" y="818442"/>
                  </a:lnTo>
                  <a:lnTo>
                    <a:pt x="1751372" y="820005"/>
                  </a:lnTo>
                  <a:lnTo>
                    <a:pt x="1751855" y="821568"/>
                  </a:lnTo>
                  <a:lnTo>
                    <a:pt x="1752302" y="823168"/>
                  </a:lnTo>
                  <a:lnTo>
                    <a:pt x="1752748" y="824730"/>
                  </a:lnTo>
                  <a:lnTo>
                    <a:pt x="1753195" y="826330"/>
                  </a:lnTo>
                  <a:lnTo>
                    <a:pt x="1753641" y="827893"/>
                  </a:lnTo>
                  <a:lnTo>
                    <a:pt x="1754125" y="829456"/>
                  </a:lnTo>
                  <a:lnTo>
                    <a:pt x="1754571" y="831056"/>
                  </a:lnTo>
                  <a:lnTo>
                    <a:pt x="1755018" y="832618"/>
                  </a:lnTo>
                  <a:lnTo>
                    <a:pt x="1755464" y="834218"/>
                  </a:lnTo>
                  <a:lnTo>
                    <a:pt x="1755911" y="835781"/>
                  </a:lnTo>
                  <a:lnTo>
                    <a:pt x="1756395" y="837381"/>
                  </a:lnTo>
                  <a:lnTo>
                    <a:pt x="1756841" y="838944"/>
                  </a:lnTo>
                  <a:lnTo>
                    <a:pt x="1757287" y="840543"/>
                  </a:lnTo>
                  <a:lnTo>
                    <a:pt x="1757734" y="842106"/>
                  </a:lnTo>
                  <a:lnTo>
                    <a:pt x="1758180" y="843706"/>
                  </a:lnTo>
                  <a:lnTo>
                    <a:pt x="1758664" y="845269"/>
                  </a:lnTo>
                  <a:lnTo>
                    <a:pt x="1759111" y="846869"/>
                  </a:lnTo>
                  <a:lnTo>
                    <a:pt x="1759557" y="848431"/>
                  </a:lnTo>
                  <a:lnTo>
                    <a:pt x="1760450" y="851631"/>
                  </a:lnTo>
                  <a:lnTo>
                    <a:pt x="1760934" y="853194"/>
                  </a:lnTo>
                  <a:lnTo>
                    <a:pt x="1761380" y="854794"/>
                  </a:lnTo>
                  <a:lnTo>
                    <a:pt x="1761827" y="856356"/>
                  </a:lnTo>
                  <a:lnTo>
                    <a:pt x="1762720" y="859556"/>
                  </a:lnTo>
                  <a:lnTo>
                    <a:pt x="1763203" y="861119"/>
                  </a:lnTo>
                  <a:lnTo>
                    <a:pt x="1764096" y="864319"/>
                  </a:lnTo>
                  <a:lnTo>
                    <a:pt x="1764543" y="865881"/>
                  </a:lnTo>
                  <a:lnTo>
                    <a:pt x="1765436" y="869081"/>
                  </a:lnTo>
                  <a:lnTo>
                    <a:pt x="1765920" y="870681"/>
                  </a:lnTo>
                  <a:lnTo>
                    <a:pt x="1766366" y="872244"/>
                  </a:lnTo>
                  <a:lnTo>
                    <a:pt x="1767259" y="875444"/>
                  </a:lnTo>
                  <a:lnTo>
                    <a:pt x="1767705" y="877006"/>
                  </a:lnTo>
                  <a:lnTo>
                    <a:pt x="1768189" y="878606"/>
                  </a:lnTo>
                  <a:lnTo>
                    <a:pt x="1769529" y="883406"/>
                  </a:lnTo>
                  <a:lnTo>
                    <a:pt x="1769975" y="884969"/>
                  </a:lnTo>
                  <a:lnTo>
                    <a:pt x="1770459" y="886569"/>
                  </a:lnTo>
                  <a:lnTo>
                    <a:pt x="1772245" y="892968"/>
                  </a:lnTo>
                  <a:lnTo>
                    <a:pt x="1772728" y="894531"/>
                  </a:lnTo>
                  <a:lnTo>
                    <a:pt x="1774514" y="900930"/>
                  </a:lnTo>
                  <a:lnTo>
                    <a:pt x="1774998" y="902530"/>
                  </a:lnTo>
                  <a:lnTo>
                    <a:pt x="1775891" y="905730"/>
                  </a:lnTo>
                  <a:lnTo>
                    <a:pt x="1776337" y="907293"/>
                  </a:lnTo>
                  <a:lnTo>
                    <a:pt x="1776784" y="908893"/>
                  </a:lnTo>
                  <a:lnTo>
                    <a:pt x="1777268" y="910493"/>
                  </a:lnTo>
                  <a:lnTo>
                    <a:pt x="1779054" y="916892"/>
                  </a:lnTo>
                  <a:lnTo>
                    <a:pt x="1779537" y="918492"/>
                  </a:lnTo>
                  <a:lnTo>
                    <a:pt x="1781770" y="926492"/>
                  </a:lnTo>
                  <a:lnTo>
                    <a:pt x="1782253" y="928092"/>
                  </a:lnTo>
                  <a:lnTo>
                    <a:pt x="1784039" y="934491"/>
                  </a:lnTo>
                  <a:lnTo>
                    <a:pt x="1784523" y="936091"/>
                  </a:lnTo>
                  <a:lnTo>
                    <a:pt x="1786309" y="942491"/>
                  </a:lnTo>
                  <a:lnTo>
                    <a:pt x="1786793" y="944128"/>
                  </a:lnTo>
                  <a:lnTo>
                    <a:pt x="1788579" y="950527"/>
                  </a:lnTo>
                  <a:lnTo>
                    <a:pt x="1789062" y="952127"/>
                  </a:lnTo>
                  <a:lnTo>
                    <a:pt x="1790848" y="958527"/>
                  </a:lnTo>
                  <a:lnTo>
                    <a:pt x="1791332" y="960127"/>
                  </a:lnTo>
                  <a:lnTo>
                    <a:pt x="1791778" y="961764"/>
                  </a:lnTo>
                  <a:lnTo>
                    <a:pt x="1793118" y="966564"/>
                  </a:lnTo>
                  <a:lnTo>
                    <a:pt x="1793602" y="968164"/>
                  </a:lnTo>
                  <a:lnTo>
                    <a:pt x="1794495" y="971363"/>
                  </a:lnTo>
                  <a:lnTo>
                    <a:pt x="1794941" y="973000"/>
                  </a:lnTo>
                  <a:lnTo>
                    <a:pt x="1795387" y="974600"/>
                  </a:lnTo>
                  <a:lnTo>
                    <a:pt x="1795871" y="976200"/>
                  </a:lnTo>
                  <a:lnTo>
                    <a:pt x="1797211" y="981000"/>
                  </a:lnTo>
                  <a:lnTo>
                    <a:pt x="1797657" y="982637"/>
                  </a:lnTo>
                  <a:lnTo>
                    <a:pt x="1798104" y="984237"/>
                  </a:lnTo>
                  <a:lnTo>
                    <a:pt x="1798587" y="985837"/>
                  </a:lnTo>
                  <a:lnTo>
                    <a:pt x="1799480" y="989037"/>
                  </a:lnTo>
                  <a:lnTo>
                    <a:pt x="1799927" y="990674"/>
                  </a:lnTo>
                  <a:lnTo>
                    <a:pt x="1800373" y="992274"/>
                  </a:lnTo>
                  <a:lnTo>
                    <a:pt x="1800857" y="993874"/>
                  </a:lnTo>
                  <a:lnTo>
                    <a:pt x="1801750" y="997073"/>
                  </a:lnTo>
                  <a:lnTo>
                    <a:pt x="1802196" y="998711"/>
                  </a:lnTo>
                  <a:lnTo>
                    <a:pt x="1802643" y="1000310"/>
                  </a:lnTo>
                  <a:lnTo>
                    <a:pt x="1803127" y="1001910"/>
                  </a:lnTo>
                  <a:lnTo>
                    <a:pt x="1804020" y="1005110"/>
                  </a:lnTo>
                  <a:lnTo>
                    <a:pt x="1804466" y="1006747"/>
                  </a:lnTo>
                  <a:lnTo>
                    <a:pt x="1804912" y="1008347"/>
                  </a:lnTo>
                  <a:lnTo>
                    <a:pt x="1805396" y="1009947"/>
                  </a:lnTo>
                  <a:lnTo>
                    <a:pt x="1805843" y="1011547"/>
                  </a:lnTo>
                  <a:lnTo>
                    <a:pt x="1806289" y="1013184"/>
                  </a:lnTo>
                  <a:lnTo>
                    <a:pt x="1807182" y="1016384"/>
                  </a:lnTo>
                  <a:lnTo>
                    <a:pt x="1807666" y="1017984"/>
                  </a:lnTo>
                  <a:lnTo>
                    <a:pt x="1808112" y="1019584"/>
                  </a:lnTo>
                  <a:lnTo>
                    <a:pt x="1808559" y="1021221"/>
                  </a:lnTo>
                  <a:lnTo>
                    <a:pt x="1809452" y="1024421"/>
                  </a:lnTo>
                  <a:lnTo>
                    <a:pt x="1809935" y="1026021"/>
                  </a:lnTo>
                  <a:lnTo>
                    <a:pt x="1810382" y="1027658"/>
                  </a:lnTo>
                  <a:lnTo>
                    <a:pt x="1811721" y="1032457"/>
                  </a:lnTo>
                  <a:lnTo>
                    <a:pt x="1812205" y="1034094"/>
                  </a:lnTo>
                  <a:lnTo>
                    <a:pt x="1813545" y="1038894"/>
                  </a:lnTo>
                  <a:lnTo>
                    <a:pt x="1813991" y="1040531"/>
                  </a:lnTo>
                  <a:lnTo>
                    <a:pt x="1814437" y="1042131"/>
                  </a:lnTo>
                  <a:lnTo>
                    <a:pt x="1814921" y="1043731"/>
                  </a:lnTo>
                  <a:lnTo>
                    <a:pt x="1815814" y="1046931"/>
                  </a:lnTo>
                  <a:lnTo>
                    <a:pt x="1816261" y="1048568"/>
                  </a:lnTo>
                  <a:lnTo>
                    <a:pt x="1816707" y="1050168"/>
                  </a:lnTo>
                  <a:lnTo>
                    <a:pt x="1817191" y="1051768"/>
                  </a:lnTo>
                  <a:lnTo>
                    <a:pt x="1817637" y="1053368"/>
                  </a:lnTo>
                  <a:lnTo>
                    <a:pt x="1818084" y="1055005"/>
                  </a:lnTo>
                  <a:lnTo>
                    <a:pt x="1818977" y="1058205"/>
                  </a:lnTo>
                  <a:lnTo>
                    <a:pt x="1819460" y="1059804"/>
                  </a:lnTo>
                  <a:lnTo>
                    <a:pt x="1819907" y="1061442"/>
                  </a:lnTo>
                  <a:lnTo>
                    <a:pt x="1821246" y="1066241"/>
                  </a:lnTo>
                  <a:lnTo>
                    <a:pt x="1821730" y="1067878"/>
                  </a:lnTo>
                  <a:lnTo>
                    <a:pt x="1823516" y="1074278"/>
                  </a:lnTo>
                  <a:lnTo>
                    <a:pt x="1824000" y="1075915"/>
                  </a:lnTo>
                  <a:lnTo>
                    <a:pt x="1825339" y="1080715"/>
                  </a:lnTo>
                  <a:lnTo>
                    <a:pt x="1825786" y="1082352"/>
                  </a:lnTo>
                  <a:lnTo>
                    <a:pt x="1826269" y="1083952"/>
                  </a:lnTo>
                  <a:lnTo>
                    <a:pt x="1827609" y="1088752"/>
                  </a:lnTo>
                  <a:lnTo>
                    <a:pt x="1828055" y="1090389"/>
                  </a:lnTo>
                  <a:lnTo>
                    <a:pt x="1828539" y="1091989"/>
                  </a:lnTo>
                  <a:lnTo>
                    <a:pt x="1829878" y="1096788"/>
                  </a:lnTo>
                  <a:lnTo>
                    <a:pt x="1830325" y="1098425"/>
                  </a:lnTo>
                  <a:lnTo>
                    <a:pt x="1830771" y="1100025"/>
                  </a:lnTo>
                  <a:lnTo>
                    <a:pt x="1831255" y="1101625"/>
                  </a:lnTo>
                  <a:lnTo>
                    <a:pt x="1832148" y="1104825"/>
                  </a:lnTo>
                  <a:lnTo>
                    <a:pt x="1832595" y="1106462"/>
                  </a:lnTo>
                  <a:lnTo>
                    <a:pt x="1833041" y="1108062"/>
                  </a:lnTo>
                  <a:lnTo>
                    <a:pt x="1833525" y="1109662"/>
                  </a:lnTo>
                  <a:lnTo>
                    <a:pt x="1834864" y="1114462"/>
                  </a:lnTo>
                  <a:lnTo>
                    <a:pt x="1835311" y="1116099"/>
                  </a:lnTo>
                  <a:lnTo>
                    <a:pt x="1835794" y="1117699"/>
                  </a:lnTo>
                  <a:lnTo>
                    <a:pt x="1837580" y="1124098"/>
                  </a:lnTo>
                  <a:lnTo>
                    <a:pt x="1838064" y="1125698"/>
                  </a:lnTo>
                  <a:lnTo>
                    <a:pt x="1838510" y="1127335"/>
                  </a:lnTo>
                  <a:lnTo>
                    <a:pt x="1839850" y="1132135"/>
                  </a:lnTo>
                  <a:lnTo>
                    <a:pt x="1840334" y="1133735"/>
                  </a:lnTo>
                  <a:lnTo>
                    <a:pt x="1842120" y="1140134"/>
                  </a:lnTo>
                  <a:lnTo>
                    <a:pt x="1842603" y="1141772"/>
                  </a:lnTo>
                  <a:lnTo>
                    <a:pt x="1844389" y="1148171"/>
                  </a:lnTo>
                  <a:lnTo>
                    <a:pt x="1844873" y="1149771"/>
                  </a:lnTo>
                  <a:lnTo>
                    <a:pt x="1846659" y="1156171"/>
                  </a:lnTo>
                  <a:lnTo>
                    <a:pt x="1847142" y="1157771"/>
                  </a:lnTo>
                  <a:lnTo>
                    <a:pt x="1849375" y="1165770"/>
                  </a:lnTo>
                  <a:lnTo>
                    <a:pt x="1849859" y="1167370"/>
                  </a:lnTo>
                  <a:lnTo>
                    <a:pt x="1851645" y="1173770"/>
                  </a:lnTo>
                  <a:lnTo>
                    <a:pt x="1852128" y="1175370"/>
                  </a:lnTo>
                  <a:lnTo>
                    <a:pt x="1853914" y="1181769"/>
                  </a:lnTo>
                  <a:lnTo>
                    <a:pt x="1854398" y="1183369"/>
                  </a:lnTo>
                  <a:lnTo>
                    <a:pt x="1855291" y="1186569"/>
                  </a:lnTo>
                  <a:lnTo>
                    <a:pt x="1855737" y="1188132"/>
                  </a:lnTo>
                  <a:lnTo>
                    <a:pt x="1856184" y="1189731"/>
                  </a:lnTo>
                  <a:lnTo>
                    <a:pt x="1856667" y="1191331"/>
                  </a:lnTo>
                  <a:lnTo>
                    <a:pt x="1858453" y="1197731"/>
                  </a:lnTo>
                  <a:lnTo>
                    <a:pt x="1858937" y="1199331"/>
                  </a:lnTo>
                  <a:lnTo>
                    <a:pt x="1859384" y="1200894"/>
                  </a:lnTo>
                  <a:lnTo>
                    <a:pt x="1860723" y="1205693"/>
                  </a:lnTo>
                  <a:lnTo>
                    <a:pt x="1861207" y="1207293"/>
                  </a:lnTo>
                  <a:lnTo>
                    <a:pt x="1861653" y="1208893"/>
                  </a:lnTo>
                  <a:lnTo>
                    <a:pt x="1862100" y="1210456"/>
                  </a:lnTo>
                  <a:lnTo>
                    <a:pt x="1862993" y="1213656"/>
                  </a:lnTo>
                  <a:lnTo>
                    <a:pt x="1863476" y="1215255"/>
                  </a:lnTo>
                  <a:lnTo>
                    <a:pt x="1863923" y="1216818"/>
                  </a:lnTo>
                  <a:lnTo>
                    <a:pt x="1865262" y="1221618"/>
                  </a:lnTo>
                  <a:lnTo>
                    <a:pt x="1865709" y="1223181"/>
                  </a:lnTo>
                  <a:lnTo>
                    <a:pt x="1866192" y="1224780"/>
                  </a:lnTo>
                  <a:lnTo>
                    <a:pt x="1867085" y="1227980"/>
                  </a:lnTo>
                  <a:lnTo>
                    <a:pt x="1867532" y="1229543"/>
                  </a:lnTo>
                  <a:lnTo>
                    <a:pt x="1867978" y="1231143"/>
                  </a:lnTo>
                  <a:lnTo>
                    <a:pt x="1868462" y="1232743"/>
                  </a:lnTo>
                  <a:lnTo>
                    <a:pt x="1868909" y="1234305"/>
                  </a:lnTo>
                  <a:lnTo>
                    <a:pt x="1869802" y="1237505"/>
                  </a:lnTo>
                  <a:lnTo>
                    <a:pt x="1870248" y="1239068"/>
                  </a:lnTo>
                  <a:lnTo>
                    <a:pt x="1870732" y="1240668"/>
                  </a:lnTo>
                  <a:lnTo>
                    <a:pt x="1871178" y="1242231"/>
                  </a:lnTo>
                  <a:lnTo>
                    <a:pt x="1872071" y="1245430"/>
                  </a:lnTo>
                  <a:lnTo>
                    <a:pt x="1872518" y="1246993"/>
                  </a:lnTo>
                  <a:lnTo>
                    <a:pt x="1873001" y="1248593"/>
                  </a:lnTo>
                  <a:lnTo>
                    <a:pt x="1873448" y="1250156"/>
                  </a:lnTo>
                  <a:lnTo>
                    <a:pt x="1873894" y="1251756"/>
                  </a:lnTo>
                  <a:lnTo>
                    <a:pt x="1874341" y="1253318"/>
                  </a:lnTo>
                  <a:lnTo>
                    <a:pt x="1874787" y="1254918"/>
                  </a:lnTo>
                  <a:lnTo>
                    <a:pt x="1875271" y="1256481"/>
                  </a:lnTo>
                  <a:lnTo>
                    <a:pt x="1875717" y="1258081"/>
                  </a:lnTo>
                  <a:lnTo>
                    <a:pt x="1876164" y="1259643"/>
                  </a:lnTo>
                  <a:lnTo>
                    <a:pt x="1876610" y="1261243"/>
                  </a:lnTo>
                  <a:lnTo>
                    <a:pt x="1877057" y="1262806"/>
                  </a:lnTo>
                  <a:lnTo>
                    <a:pt x="1877541" y="1264406"/>
                  </a:lnTo>
                  <a:lnTo>
                    <a:pt x="1877987" y="1265969"/>
                  </a:lnTo>
                  <a:lnTo>
                    <a:pt x="1878434" y="1267569"/>
                  </a:lnTo>
                  <a:lnTo>
                    <a:pt x="1878880" y="1269131"/>
                  </a:lnTo>
                  <a:lnTo>
                    <a:pt x="1879327" y="1270731"/>
                  </a:lnTo>
                  <a:lnTo>
                    <a:pt x="1879810" y="1272294"/>
                  </a:lnTo>
                  <a:lnTo>
                    <a:pt x="1880257" y="1273857"/>
                  </a:lnTo>
                  <a:lnTo>
                    <a:pt x="1880703" y="1275456"/>
                  </a:lnTo>
                  <a:lnTo>
                    <a:pt x="1881150" y="1277019"/>
                  </a:lnTo>
                  <a:lnTo>
                    <a:pt x="1881596" y="1278619"/>
                  </a:lnTo>
                  <a:lnTo>
                    <a:pt x="1882043" y="1280182"/>
                  </a:lnTo>
                  <a:lnTo>
                    <a:pt x="1882526" y="1281744"/>
                  </a:lnTo>
                  <a:lnTo>
                    <a:pt x="1882973" y="1283344"/>
                  </a:lnTo>
                  <a:lnTo>
                    <a:pt x="1884312" y="1288032"/>
                  </a:lnTo>
                  <a:lnTo>
                    <a:pt x="1884796" y="1289632"/>
                  </a:lnTo>
                  <a:lnTo>
                    <a:pt x="1885689" y="1292758"/>
                  </a:lnTo>
                  <a:lnTo>
                    <a:pt x="1886135" y="1294358"/>
                  </a:lnTo>
                  <a:lnTo>
                    <a:pt x="1886582" y="1295920"/>
                  </a:lnTo>
                  <a:lnTo>
                    <a:pt x="1887066" y="1297483"/>
                  </a:lnTo>
                  <a:lnTo>
                    <a:pt x="1887959" y="1300608"/>
                  </a:lnTo>
                  <a:lnTo>
                    <a:pt x="1888405" y="1302208"/>
                  </a:lnTo>
                  <a:lnTo>
                    <a:pt x="1888852" y="1303771"/>
                  </a:lnTo>
                  <a:lnTo>
                    <a:pt x="1889335" y="1305334"/>
                  </a:lnTo>
                  <a:lnTo>
                    <a:pt x="1891121" y="1311584"/>
                  </a:lnTo>
                  <a:lnTo>
                    <a:pt x="1891605" y="1313147"/>
                  </a:lnTo>
                  <a:lnTo>
                    <a:pt x="1892051" y="1314747"/>
                  </a:lnTo>
                  <a:lnTo>
                    <a:pt x="1893391" y="1319435"/>
                  </a:lnTo>
                  <a:lnTo>
                    <a:pt x="1893874" y="1320998"/>
                  </a:lnTo>
                  <a:lnTo>
                    <a:pt x="1895660" y="1327249"/>
                  </a:lnTo>
                  <a:lnTo>
                    <a:pt x="1896144" y="1328811"/>
                  </a:lnTo>
                  <a:lnTo>
                    <a:pt x="1897037" y="1331937"/>
                  </a:lnTo>
                  <a:lnTo>
                    <a:pt x="1897484" y="1333462"/>
                  </a:lnTo>
                  <a:lnTo>
                    <a:pt x="1898377" y="1336588"/>
                  </a:lnTo>
                  <a:lnTo>
                    <a:pt x="1898860" y="1338150"/>
                  </a:lnTo>
                  <a:lnTo>
                    <a:pt x="1900200" y="1342838"/>
                  </a:lnTo>
                  <a:lnTo>
                    <a:pt x="1900646" y="1344364"/>
                  </a:lnTo>
                  <a:lnTo>
                    <a:pt x="1901130" y="1345927"/>
                  </a:lnTo>
                  <a:lnTo>
                    <a:pt x="1902469" y="1350615"/>
                  </a:lnTo>
                  <a:lnTo>
                    <a:pt x="1902916" y="1352140"/>
                  </a:lnTo>
                  <a:lnTo>
                    <a:pt x="1903399" y="1353703"/>
                  </a:lnTo>
                  <a:lnTo>
                    <a:pt x="1903846" y="1355265"/>
                  </a:lnTo>
                  <a:lnTo>
                    <a:pt x="1904292" y="1356791"/>
                  </a:lnTo>
                  <a:lnTo>
                    <a:pt x="1905185" y="1359916"/>
                  </a:lnTo>
                  <a:lnTo>
                    <a:pt x="1905669" y="1361442"/>
                  </a:lnTo>
                  <a:lnTo>
                    <a:pt x="1906562" y="1364567"/>
                  </a:lnTo>
                  <a:lnTo>
                    <a:pt x="1907009" y="1366093"/>
                  </a:lnTo>
                  <a:lnTo>
                    <a:pt x="1907455" y="1367655"/>
                  </a:lnTo>
                  <a:lnTo>
                    <a:pt x="1907939" y="1369181"/>
                  </a:lnTo>
                  <a:lnTo>
                    <a:pt x="1908832" y="1372306"/>
                  </a:lnTo>
                  <a:lnTo>
                    <a:pt x="1909278" y="1373832"/>
                  </a:lnTo>
                  <a:lnTo>
                    <a:pt x="1909725" y="1375394"/>
                  </a:lnTo>
                  <a:lnTo>
                    <a:pt x="1910208" y="1376920"/>
                  </a:lnTo>
                  <a:lnTo>
                    <a:pt x="1910655" y="1378483"/>
                  </a:lnTo>
                  <a:lnTo>
                    <a:pt x="1911548" y="1381534"/>
                  </a:lnTo>
                  <a:lnTo>
                    <a:pt x="1911994" y="1383096"/>
                  </a:lnTo>
                  <a:lnTo>
                    <a:pt x="1912478" y="1384622"/>
                  </a:lnTo>
                  <a:lnTo>
                    <a:pt x="1912924" y="1386185"/>
                  </a:lnTo>
                  <a:lnTo>
                    <a:pt x="1913817" y="1389236"/>
                  </a:lnTo>
                  <a:lnTo>
                    <a:pt x="1914264" y="1390798"/>
                  </a:lnTo>
                  <a:lnTo>
                    <a:pt x="1914748" y="1392324"/>
                  </a:lnTo>
                  <a:lnTo>
                    <a:pt x="1915194" y="1393849"/>
                  </a:lnTo>
                  <a:lnTo>
                    <a:pt x="1915641" y="1395412"/>
                  </a:lnTo>
                  <a:lnTo>
                    <a:pt x="1916534" y="1398463"/>
                  </a:lnTo>
                  <a:lnTo>
                    <a:pt x="1916980" y="1400026"/>
                  </a:lnTo>
                  <a:lnTo>
                    <a:pt x="1917464" y="1401551"/>
                  </a:lnTo>
                  <a:lnTo>
                    <a:pt x="1918803" y="1406128"/>
                  </a:lnTo>
                  <a:lnTo>
                    <a:pt x="1919250" y="1407690"/>
                  </a:lnTo>
                  <a:lnTo>
                    <a:pt x="1919733" y="1409216"/>
                  </a:lnTo>
                  <a:lnTo>
                    <a:pt x="1921519" y="1415318"/>
                  </a:lnTo>
                  <a:lnTo>
                    <a:pt x="1922003" y="1416843"/>
                  </a:lnTo>
                  <a:lnTo>
                    <a:pt x="1923789" y="1422945"/>
                  </a:lnTo>
                  <a:lnTo>
                    <a:pt x="1924273" y="1424471"/>
                  </a:lnTo>
                  <a:lnTo>
                    <a:pt x="1926059" y="1430573"/>
                  </a:lnTo>
                  <a:lnTo>
                    <a:pt x="1926542" y="1432098"/>
                  </a:lnTo>
                  <a:lnTo>
                    <a:pt x="1926989" y="1433623"/>
                  </a:lnTo>
                  <a:lnTo>
                    <a:pt x="1927435" y="1435112"/>
                  </a:lnTo>
                  <a:lnTo>
                    <a:pt x="1928328" y="1438163"/>
                  </a:lnTo>
                  <a:lnTo>
                    <a:pt x="1928812" y="1439688"/>
                  </a:lnTo>
                  <a:lnTo>
                    <a:pt x="1929258" y="1441214"/>
                  </a:lnTo>
                  <a:lnTo>
                    <a:pt x="1929705" y="1442702"/>
                  </a:lnTo>
                  <a:lnTo>
                    <a:pt x="1930598" y="1445753"/>
                  </a:lnTo>
                  <a:lnTo>
                    <a:pt x="1931081" y="1447279"/>
                  </a:lnTo>
                  <a:lnTo>
                    <a:pt x="1931528" y="1448767"/>
                  </a:lnTo>
                  <a:lnTo>
                    <a:pt x="1932421" y="1451818"/>
                  </a:lnTo>
                  <a:lnTo>
                    <a:pt x="1932867" y="1453306"/>
                  </a:lnTo>
                  <a:lnTo>
                    <a:pt x="1933314" y="1454832"/>
                  </a:lnTo>
                  <a:lnTo>
                    <a:pt x="1933798" y="1456320"/>
                  </a:lnTo>
                  <a:lnTo>
                    <a:pt x="1934691" y="1459371"/>
                  </a:lnTo>
                  <a:lnTo>
                    <a:pt x="1935137" y="1460859"/>
                  </a:lnTo>
                  <a:lnTo>
                    <a:pt x="1935584" y="1462385"/>
                  </a:lnTo>
                  <a:lnTo>
                    <a:pt x="1936067" y="1463873"/>
                  </a:lnTo>
                  <a:lnTo>
                    <a:pt x="1936514" y="1465398"/>
                  </a:lnTo>
                  <a:lnTo>
                    <a:pt x="1937407" y="1468375"/>
                  </a:lnTo>
                  <a:lnTo>
                    <a:pt x="1937853" y="1469900"/>
                  </a:lnTo>
                  <a:lnTo>
                    <a:pt x="1938337" y="1471389"/>
                  </a:lnTo>
                  <a:lnTo>
                    <a:pt x="1938783" y="1472914"/>
                  </a:lnTo>
                  <a:lnTo>
                    <a:pt x="1939676" y="1475891"/>
                  </a:lnTo>
                  <a:lnTo>
                    <a:pt x="1940123" y="1477416"/>
                  </a:lnTo>
                  <a:lnTo>
                    <a:pt x="1940606" y="1478904"/>
                  </a:lnTo>
                  <a:lnTo>
                    <a:pt x="1941499" y="1481881"/>
                  </a:lnTo>
                  <a:lnTo>
                    <a:pt x="1941946" y="1483407"/>
                  </a:lnTo>
                  <a:lnTo>
                    <a:pt x="1942392" y="1484895"/>
                  </a:lnTo>
                  <a:lnTo>
                    <a:pt x="1942876" y="1486383"/>
                  </a:lnTo>
                  <a:lnTo>
                    <a:pt x="1944216" y="1490848"/>
                  </a:lnTo>
                  <a:lnTo>
                    <a:pt x="1944662" y="1492373"/>
                  </a:lnTo>
                  <a:lnTo>
                    <a:pt x="1945146" y="1493862"/>
                  </a:lnTo>
                  <a:lnTo>
                    <a:pt x="1946932" y="1499815"/>
                  </a:lnTo>
                  <a:lnTo>
                    <a:pt x="1947415" y="1501303"/>
                  </a:lnTo>
                  <a:lnTo>
                    <a:pt x="1949201" y="1507256"/>
                  </a:lnTo>
                  <a:lnTo>
                    <a:pt x="1949648" y="1508707"/>
                  </a:lnTo>
                  <a:lnTo>
                    <a:pt x="1950131" y="1510196"/>
                  </a:lnTo>
                  <a:lnTo>
                    <a:pt x="1951917" y="1516149"/>
                  </a:lnTo>
                  <a:lnTo>
                    <a:pt x="1952401" y="1517600"/>
                  </a:lnTo>
                  <a:lnTo>
                    <a:pt x="1953741" y="1522065"/>
                  </a:lnTo>
                  <a:lnTo>
                    <a:pt x="1954187" y="1523516"/>
                  </a:lnTo>
                  <a:lnTo>
                    <a:pt x="1954671" y="1525004"/>
                  </a:lnTo>
                  <a:lnTo>
                    <a:pt x="1955117" y="1526455"/>
                  </a:lnTo>
                  <a:lnTo>
                    <a:pt x="1956010" y="1529432"/>
                  </a:lnTo>
                  <a:lnTo>
                    <a:pt x="1956457" y="1530883"/>
                  </a:lnTo>
                  <a:lnTo>
                    <a:pt x="1956940" y="1532371"/>
                  </a:lnTo>
                  <a:lnTo>
                    <a:pt x="1957387" y="1533822"/>
                  </a:lnTo>
                  <a:lnTo>
                    <a:pt x="1957833" y="1535310"/>
                  </a:lnTo>
                  <a:lnTo>
                    <a:pt x="1958280" y="1536761"/>
                  </a:lnTo>
                  <a:lnTo>
                    <a:pt x="1958726" y="1538250"/>
                  </a:lnTo>
                  <a:lnTo>
                    <a:pt x="1959210" y="1539701"/>
                  </a:lnTo>
                  <a:lnTo>
                    <a:pt x="1959656" y="1541189"/>
                  </a:lnTo>
                  <a:lnTo>
                    <a:pt x="1960549" y="1544091"/>
                  </a:lnTo>
                  <a:lnTo>
                    <a:pt x="1960996" y="1545579"/>
                  </a:lnTo>
                  <a:lnTo>
                    <a:pt x="1961480" y="1547030"/>
                  </a:lnTo>
                  <a:lnTo>
                    <a:pt x="1961926" y="1548482"/>
                  </a:lnTo>
                  <a:lnTo>
                    <a:pt x="1962373" y="1549970"/>
                  </a:lnTo>
                  <a:lnTo>
                    <a:pt x="1963266" y="1552872"/>
                  </a:lnTo>
                  <a:lnTo>
                    <a:pt x="1963749" y="1554323"/>
                  </a:lnTo>
                  <a:lnTo>
                    <a:pt x="1964196" y="1555774"/>
                  </a:lnTo>
                  <a:lnTo>
                    <a:pt x="1964642" y="1557262"/>
                  </a:lnTo>
                  <a:lnTo>
                    <a:pt x="1965982" y="1561616"/>
                  </a:lnTo>
                  <a:lnTo>
                    <a:pt x="1966465" y="1563067"/>
                  </a:lnTo>
                  <a:lnTo>
                    <a:pt x="1968251" y="1568871"/>
                  </a:lnTo>
                  <a:lnTo>
                    <a:pt x="1968735" y="1570322"/>
                  </a:lnTo>
                  <a:lnTo>
                    <a:pt x="1970521" y="1576126"/>
                  </a:lnTo>
                  <a:lnTo>
                    <a:pt x="1971005" y="1577578"/>
                  </a:lnTo>
                  <a:lnTo>
                    <a:pt x="1971451" y="1578991"/>
                  </a:lnTo>
                  <a:lnTo>
                    <a:pt x="1972791" y="1583345"/>
                  </a:lnTo>
                  <a:lnTo>
                    <a:pt x="1973274" y="1584758"/>
                  </a:lnTo>
                  <a:lnTo>
                    <a:pt x="1974167" y="1587661"/>
                  </a:lnTo>
                  <a:lnTo>
                    <a:pt x="1974614" y="1589075"/>
                  </a:lnTo>
                  <a:lnTo>
                    <a:pt x="1975060" y="1590526"/>
                  </a:lnTo>
                  <a:lnTo>
                    <a:pt x="1975544" y="1591977"/>
                  </a:lnTo>
                  <a:lnTo>
                    <a:pt x="1975990" y="1593390"/>
                  </a:lnTo>
                  <a:lnTo>
                    <a:pt x="1976437" y="1594842"/>
                  </a:lnTo>
                  <a:lnTo>
                    <a:pt x="1976883" y="1596255"/>
                  </a:lnTo>
                  <a:lnTo>
                    <a:pt x="1977330" y="1597707"/>
                  </a:lnTo>
                  <a:lnTo>
                    <a:pt x="1977814" y="1599120"/>
                  </a:lnTo>
                  <a:lnTo>
                    <a:pt x="1978260" y="1600571"/>
                  </a:lnTo>
                  <a:lnTo>
                    <a:pt x="1978706" y="1601985"/>
                  </a:lnTo>
                  <a:lnTo>
                    <a:pt x="1979153" y="1603436"/>
                  </a:lnTo>
                  <a:lnTo>
                    <a:pt x="1979599" y="1604850"/>
                  </a:lnTo>
                  <a:lnTo>
                    <a:pt x="1980083" y="1606301"/>
                  </a:lnTo>
                  <a:lnTo>
                    <a:pt x="1981423" y="1610543"/>
                  </a:lnTo>
                  <a:lnTo>
                    <a:pt x="1981869" y="1611994"/>
                  </a:lnTo>
                  <a:lnTo>
                    <a:pt x="1982316" y="1613408"/>
                  </a:lnTo>
                  <a:lnTo>
                    <a:pt x="1982799" y="1614822"/>
                  </a:lnTo>
                  <a:lnTo>
                    <a:pt x="1983246" y="1616236"/>
                  </a:lnTo>
                  <a:lnTo>
                    <a:pt x="1983692" y="1617687"/>
                  </a:lnTo>
                  <a:lnTo>
                    <a:pt x="1984585" y="1620514"/>
                  </a:lnTo>
                  <a:lnTo>
                    <a:pt x="1985069" y="1621928"/>
                  </a:lnTo>
                  <a:lnTo>
                    <a:pt x="1986855" y="1627584"/>
                  </a:lnTo>
                  <a:lnTo>
                    <a:pt x="1987338" y="1628998"/>
                  </a:lnTo>
                  <a:lnTo>
                    <a:pt x="1989124" y="1634653"/>
                  </a:lnTo>
                  <a:lnTo>
                    <a:pt x="1989608" y="1636067"/>
                  </a:lnTo>
                  <a:lnTo>
                    <a:pt x="1990055" y="1637444"/>
                  </a:lnTo>
                  <a:lnTo>
                    <a:pt x="1991394" y="1641685"/>
                  </a:lnTo>
                  <a:lnTo>
                    <a:pt x="1991878" y="1643099"/>
                  </a:lnTo>
                  <a:lnTo>
                    <a:pt x="1992324" y="1644476"/>
                  </a:lnTo>
                  <a:lnTo>
                    <a:pt x="1993217" y="1647303"/>
                  </a:lnTo>
                  <a:lnTo>
                    <a:pt x="1993664" y="1648680"/>
                  </a:lnTo>
                  <a:lnTo>
                    <a:pt x="1994147" y="1650094"/>
                  </a:lnTo>
                  <a:lnTo>
                    <a:pt x="1994594" y="1651471"/>
                  </a:lnTo>
                  <a:lnTo>
                    <a:pt x="1995040" y="1652885"/>
                  </a:lnTo>
                  <a:lnTo>
                    <a:pt x="1995487" y="1654261"/>
                  </a:lnTo>
                  <a:lnTo>
                    <a:pt x="1995933" y="1655675"/>
                  </a:lnTo>
                  <a:lnTo>
                    <a:pt x="1996417" y="1657052"/>
                  </a:lnTo>
                  <a:lnTo>
                    <a:pt x="1996863" y="1658466"/>
                  </a:lnTo>
                  <a:lnTo>
                    <a:pt x="1997310" y="1659842"/>
                  </a:lnTo>
                  <a:lnTo>
                    <a:pt x="1997756" y="1661256"/>
                  </a:lnTo>
                  <a:lnTo>
                    <a:pt x="1998203" y="1662633"/>
                  </a:lnTo>
                  <a:lnTo>
                    <a:pt x="1998687" y="1664009"/>
                  </a:lnTo>
                  <a:lnTo>
                    <a:pt x="1999133" y="1665423"/>
                  </a:lnTo>
                  <a:lnTo>
                    <a:pt x="2000026" y="1668177"/>
                  </a:lnTo>
                  <a:lnTo>
                    <a:pt x="2000473" y="1669590"/>
                  </a:lnTo>
                  <a:lnTo>
                    <a:pt x="2000919" y="1670967"/>
                  </a:lnTo>
                  <a:lnTo>
                    <a:pt x="2001403" y="1672344"/>
                  </a:lnTo>
                  <a:lnTo>
                    <a:pt x="2003189" y="1677850"/>
                  </a:lnTo>
                  <a:lnTo>
                    <a:pt x="2003672" y="1679227"/>
                  </a:lnTo>
                  <a:lnTo>
                    <a:pt x="2004119" y="1680604"/>
                  </a:lnTo>
                  <a:lnTo>
                    <a:pt x="2004565" y="1682018"/>
                  </a:lnTo>
                  <a:lnTo>
                    <a:pt x="2005012" y="1683357"/>
                  </a:lnTo>
                  <a:lnTo>
                    <a:pt x="2005458" y="1684734"/>
                  </a:lnTo>
                  <a:lnTo>
                    <a:pt x="2005942" y="1686110"/>
                  </a:lnTo>
                  <a:lnTo>
                    <a:pt x="2007728" y="1691617"/>
                  </a:lnTo>
                  <a:lnTo>
                    <a:pt x="2008212" y="1692994"/>
                  </a:lnTo>
                  <a:lnTo>
                    <a:pt x="2008658" y="1694333"/>
                  </a:lnTo>
                  <a:lnTo>
                    <a:pt x="2009551" y="1697086"/>
                  </a:lnTo>
                  <a:lnTo>
                    <a:pt x="2009998" y="1698426"/>
                  </a:lnTo>
                  <a:lnTo>
                    <a:pt x="2010481" y="1699803"/>
                  </a:lnTo>
                  <a:lnTo>
                    <a:pt x="2010928" y="1701179"/>
                  </a:lnTo>
                  <a:lnTo>
                    <a:pt x="2011374" y="1702519"/>
                  </a:lnTo>
                  <a:lnTo>
                    <a:pt x="2012267" y="1705272"/>
                  </a:lnTo>
                  <a:lnTo>
                    <a:pt x="2012751" y="1706611"/>
                  </a:lnTo>
                  <a:lnTo>
                    <a:pt x="2013197" y="1707988"/>
                  </a:lnTo>
                  <a:lnTo>
                    <a:pt x="2014090" y="1710667"/>
                  </a:lnTo>
                  <a:lnTo>
                    <a:pt x="2014537" y="1712044"/>
                  </a:lnTo>
                  <a:lnTo>
                    <a:pt x="2015021" y="1713383"/>
                  </a:lnTo>
                  <a:lnTo>
                    <a:pt x="2015467" y="1714760"/>
                  </a:lnTo>
                  <a:lnTo>
                    <a:pt x="2016360" y="1717439"/>
                  </a:lnTo>
                  <a:lnTo>
                    <a:pt x="2016806" y="1718815"/>
                  </a:lnTo>
                  <a:lnTo>
                    <a:pt x="2017253" y="1720155"/>
                  </a:lnTo>
                  <a:lnTo>
                    <a:pt x="2017737" y="1721494"/>
                  </a:lnTo>
                  <a:lnTo>
                    <a:pt x="2018630" y="1724173"/>
                  </a:lnTo>
                  <a:lnTo>
                    <a:pt x="2019076" y="1725550"/>
                  </a:lnTo>
                  <a:lnTo>
                    <a:pt x="2019523" y="1726889"/>
                  </a:lnTo>
                  <a:lnTo>
                    <a:pt x="2020006" y="1728229"/>
                  </a:lnTo>
                  <a:lnTo>
                    <a:pt x="2021792" y="1733587"/>
                  </a:lnTo>
                  <a:lnTo>
                    <a:pt x="2022276" y="1734926"/>
                  </a:lnTo>
                  <a:lnTo>
                    <a:pt x="2023169" y="1737605"/>
                  </a:lnTo>
                  <a:lnTo>
                    <a:pt x="2023615" y="1738907"/>
                  </a:lnTo>
                  <a:lnTo>
                    <a:pt x="2024062" y="1740247"/>
                  </a:lnTo>
                  <a:lnTo>
                    <a:pt x="2024546" y="1741586"/>
                  </a:lnTo>
                  <a:lnTo>
                    <a:pt x="2025438" y="1744265"/>
                  </a:lnTo>
                  <a:lnTo>
                    <a:pt x="2025885" y="1745567"/>
                  </a:lnTo>
                  <a:lnTo>
                    <a:pt x="2026331" y="1746907"/>
                  </a:lnTo>
                  <a:lnTo>
                    <a:pt x="2026815" y="1748246"/>
                  </a:lnTo>
                  <a:lnTo>
                    <a:pt x="2027262" y="1749548"/>
                  </a:lnTo>
                  <a:lnTo>
                    <a:pt x="2028155" y="1752227"/>
                  </a:lnTo>
                  <a:lnTo>
                    <a:pt x="2028601" y="1753530"/>
                  </a:lnTo>
                  <a:lnTo>
                    <a:pt x="2029085" y="1754869"/>
                  </a:lnTo>
                  <a:lnTo>
                    <a:pt x="2029531" y="1756171"/>
                  </a:lnTo>
                  <a:lnTo>
                    <a:pt x="2029978" y="1757511"/>
                  </a:lnTo>
                  <a:lnTo>
                    <a:pt x="2030424" y="1758813"/>
                  </a:lnTo>
                  <a:lnTo>
                    <a:pt x="2030871" y="1760152"/>
                  </a:lnTo>
                  <a:lnTo>
                    <a:pt x="2031354" y="1761455"/>
                  </a:lnTo>
                  <a:lnTo>
                    <a:pt x="2031801" y="1762757"/>
                  </a:lnTo>
                  <a:lnTo>
                    <a:pt x="2032247" y="1764096"/>
                  </a:lnTo>
                  <a:lnTo>
                    <a:pt x="2033587" y="1768003"/>
                  </a:lnTo>
                  <a:lnTo>
                    <a:pt x="2034071" y="1769343"/>
                  </a:lnTo>
                  <a:lnTo>
                    <a:pt x="2035856" y="1774551"/>
                  </a:lnTo>
                  <a:lnTo>
                    <a:pt x="2036340" y="1775854"/>
                  </a:lnTo>
                  <a:lnTo>
                    <a:pt x="2038126" y="1781063"/>
                  </a:lnTo>
                  <a:lnTo>
                    <a:pt x="2038610" y="1782365"/>
                  </a:lnTo>
                  <a:lnTo>
                    <a:pt x="2040396" y="1787574"/>
                  </a:lnTo>
                  <a:lnTo>
                    <a:pt x="2040879" y="1788876"/>
                  </a:lnTo>
                  <a:lnTo>
                    <a:pt x="2041326" y="1790141"/>
                  </a:lnTo>
                  <a:lnTo>
                    <a:pt x="2042219" y="1792746"/>
                  </a:lnTo>
                  <a:lnTo>
                    <a:pt x="2042665" y="1794011"/>
                  </a:lnTo>
                  <a:lnTo>
                    <a:pt x="2043149" y="1795313"/>
                  </a:lnTo>
                  <a:lnTo>
                    <a:pt x="2043596" y="1796615"/>
                  </a:lnTo>
                  <a:lnTo>
                    <a:pt x="2044042" y="1797880"/>
                  </a:lnTo>
                  <a:lnTo>
                    <a:pt x="2044488" y="1799183"/>
                  </a:lnTo>
                  <a:lnTo>
                    <a:pt x="2044935" y="1800448"/>
                  </a:lnTo>
                  <a:lnTo>
                    <a:pt x="2045419" y="1801750"/>
                  </a:lnTo>
                  <a:lnTo>
                    <a:pt x="2045865" y="1803015"/>
                  </a:lnTo>
                  <a:lnTo>
                    <a:pt x="2046312" y="1804317"/>
                  </a:lnTo>
                  <a:lnTo>
                    <a:pt x="2046758" y="1805582"/>
                  </a:lnTo>
                  <a:lnTo>
                    <a:pt x="2047205" y="1806884"/>
                  </a:lnTo>
                  <a:lnTo>
                    <a:pt x="2047688" y="1808149"/>
                  </a:lnTo>
                  <a:lnTo>
                    <a:pt x="2048135" y="1809415"/>
                  </a:lnTo>
                  <a:lnTo>
                    <a:pt x="2048581" y="1810717"/>
                  </a:lnTo>
                  <a:lnTo>
                    <a:pt x="2049921" y="1814512"/>
                  </a:lnTo>
                  <a:lnTo>
                    <a:pt x="2050404" y="1815777"/>
                  </a:lnTo>
                  <a:lnTo>
                    <a:pt x="2050851" y="1817079"/>
                  </a:lnTo>
                  <a:lnTo>
                    <a:pt x="2052190" y="1820874"/>
                  </a:lnTo>
                  <a:lnTo>
                    <a:pt x="2052674" y="1822139"/>
                  </a:lnTo>
                  <a:lnTo>
                    <a:pt x="2054460" y="1827199"/>
                  </a:lnTo>
                  <a:lnTo>
                    <a:pt x="2054944" y="1828465"/>
                  </a:lnTo>
                  <a:lnTo>
                    <a:pt x="2055390" y="1829692"/>
                  </a:lnTo>
                  <a:lnTo>
                    <a:pt x="2056730" y="1833487"/>
                  </a:lnTo>
                  <a:lnTo>
                    <a:pt x="2057213" y="1834753"/>
                  </a:lnTo>
                  <a:lnTo>
                    <a:pt x="2057660" y="1835980"/>
                  </a:lnTo>
                  <a:lnTo>
                    <a:pt x="2058553" y="1838510"/>
                  </a:lnTo>
                  <a:lnTo>
                    <a:pt x="2058999" y="1839738"/>
                  </a:lnTo>
                  <a:lnTo>
                    <a:pt x="2059483" y="1841003"/>
                  </a:lnTo>
                  <a:lnTo>
                    <a:pt x="2059929" y="1842231"/>
                  </a:lnTo>
                  <a:lnTo>
                    <a:pt x="2060376" y="1843496"/>
                  </a:lnTo>
                  <a:lnTo>
                    <a:pt x="2060822" y="1844724"/>
                  </a:lnTo>
                  <a:lnTo>
                    <a:pt x="2061269" y="1845989"/>
                  </a:lnTo>
                  <a:lnTo>
                    <a:pt x="2061753" y="1847217"/>
                  </a:lnTo>
                  <a:lnTo>
                    <a:pt x="2062199" y="1848482"/>
                  </a:lnTo>
                  <a:lnTo>
                    <a:pt x="2063092" y="1850938"/>
                  </a:lnTo>
                  <a:lnTo>
                    <a:pt x="2063538" y="1852203"/>
                  </a:lnTo>
                  <a:lnTo>
                    <a:pt x="2064022" y="1853430"/>
                  </a:lnTo>
                  <a:lnTo>
                    <a:pt x="2064469" y="1854658"/>
                  </a:lnTo>
                  <a:lnTo>
                    <a:pt x="2064915" y="1855923"/>
                  </a:lnTo>
                  <a:lnTo>
                    <a:pt x="2066255" y="1859607"/>
                  </a:lnTo>
                  <a:lnTo>
                    <a:pt x="2066738" y="1860835"/>
                  </a:lnTo>
                  <a:lnTo>
                    <a:pt x="2068524" y="1865746"/>
                  </a:lnTo>
                  <a:lnTo>
                    <a:pt x="2069008" y="1866974"/>
                  </a:lnTo>
                  <a:lnTo>
                    <a:pt x="2070794" y="1871885"/>
                  </a:lnTo>
                  <a:lnTo>
                    <a:pt x="2071278" y="1873113"/>
                  </a:lnTo>
                  <a:lnTo>
                    <a:pt x="2071724" y="1874304"/>
                  </a:lnTo>
                  <a:lnTo>
                    <a:pt x="2072617" y="1876759"/>
                  </a:lnTo>
                  <a:lnTo>
                    <a:pt x="2073063" y="1877950"/>
                  </a:lnTo>
                  <a:lnTo>
                    <a:pt x="2073547" y="1879178"/>
                  </a:lnTo>
                  <a:lnTo>
                    <a:pt x="2073994" y="1880405"/>
                  </a:lnTo>
                  <a:lnTo>
                    <a:pt x="2074440" y="1881596"/>
                  </a:lnTo>
                  <a:lnTo>
                    <a:pt x="2074887" y="1882824"/>
                  </a:lnTo>
                  <a:lnTo>
                    <a:pt x="2075333" y="1884015"/>
                  </a:lnTo>
                  <a:lnTo>
                    <a:pt x="2075817" y="1885242"/>
                  </a:lnTo>
                  <a:lnTo>
                    <a:pt x="2076263" y="1886433"/>
                  </a:lnTo>
                  <a:lnTo>
                    <a:pt x="2076710" y="1887661"/>
                  </a:lnTo>
                  <a:lnTo>
                    <a:pt x="2077156" y="1888851"/>
                  </a:lnTo>
                  <a:lnTo>
                    <a:pt x="2077603" y="1890079"/>
                  </a:lnTo>
                  <a:lnTo>
                    <a:pt x="2078086" y="1891270"/>
                  </a:lnTo>
                  <a:lnTo>
                    <a:pt x="2078533" y="1892461"/>
                  </a:lnTo>
                  <a:lnTo>
                    <a:pt x="2078979" y="1893688"/>
                  </a:lnTo>
                  <a:lnTo>
                    <a:pt x="2079872" y="1896070"/>
                  </a:lnTo>
                  <a:lnTo>
                    <a:pt x="2080356" y="1897260"/>
                  </a:lnTo>
                  <a:lnTo>
                    <a:pt x="2081249" y="1899642"/>
                  </a:lnTo>
                  <a:lnTo>
                    <a:pt x="2081696" y="1900869"/>
                  </a:lnTo>
                  <a:lnTo>
                    <a:pt x="2082142" y="1902060"/>
                  </a:lnTo>
                  <a:lnTo>
                    <a:pt x="2082626" y="1903251"/>
                  </a:lnTo>
                  <a:lnTo>
                    <a:pt x="2084412" y="1908013"/>
                  </a:lnTo>
                  <a:lnTo>
                    <a:pt x="2084858" y="1909167"/>
                  </a:lnTo>
                  <a:lnTo>
                    <a:pt x="2085342" y="1910357"/>
                  </a:lnTo>
                  <a:lnTo>
                    <a:pt x="2086681" y="1913929"/>
                  </a:lnTo>
                  <a:lnTo>
                    <a:pt x="2087128" y="1915082"/>
                  </a:lnTo>
                  <a:lnTo>
                    <a:pt x="2087611" y="1916273"/>
                  </a:lnTo>
                  <a:lnTo>
                    <a:pt x="2088058" y="1917464"/>
                  </a:lnTo>
                  <a:lnTo>
                    <a:pt x="2088504" y="1918617"/>
                  </a:lnTo>
                  <a:lnTo>
                    <a:pt x="2089397" y="1920998"/>
                  </a:lnTo>
                  <a:lnTo>
                    <a:pt x="2089881" y="1922152"/>
                  </a:lnTo>
                  <a:lnTo>
                    <a:pt x="2090328" y="1923342"/>
                  </a:lnTo>
                  <a:lnTo>
                    <a:pt x="2090774" y="1924496"/>
                  </a:lnTo>
                  <a:lnTo>
                    <a:pt x="2091221" y="1925686"/>
                  </a:lnTo>
                  <a:lnTo>
                    <a:pt x="2091667" y="1926840"/>
                  </a:lnTo>
                  <a:lnTo>
                    <a:pt x="2092151" y="1927993"/>
                  </a:lnTo>
                  <a:lnTo>
                    <a:pt x="2092597" y="1929184"/>
                  </a:lnTo>
                  <a:lnTo>
                    <a:pt x="2093490" y="1931491"/>
                  </a:lnTo>
                  <a:lnTo>
                    <a:pt x="2093937" y="1932681"/>
                  </a:lnTo>
                  <a:lnTo>
                    <a:pt x="2094420" y="1933835"/>
                  </a:lnTo>
                  <a:lnTo>
                    <a:pt x="2095760" y="1937295"/>
                  </a:lnTo>
                  <a:lnTo>
                    <a:pt x="2096206" y="1938486"/>
                  </a:lnTo>
                  <a:lnTo>
                    <a:pt x="2096690" y="1939639"/>
                  </a:lnTo>
                  <a:lnTo>
                    <a:pt x="2098476" y="1944253"/>
                  </a:lnTo>
                  <a:lnTo>
                    <a:pt x="2098960" y="1945406"/>
                  </a:lnTo>
                  <a:lnTo>
                    <a:pt x="2099406" y="1946522"/>
                  </a:lnTo>
                  <a:lnTo>
                    <a:pt x="2101192" y="1951136"/>
                  </a:lnTo>
                  <a:lnTo>
                    <a:pt x="2101676" y="1952252"/>
                  </a:lnTo>
                  <a:lnTo>
                    <a:pt x="2102569" y="1954559"/>
                  </a:lnTo>
                  <a:lnTo>
                    <a:pt x="2103015" y="1955675"/>
                  </a:lnTo>
                  <a:lnTo>
                    <a:pt x="2103462" y="1956829"/>
                  </a:lnTo>
                  <a:lnTo>
                    <a:pt x="2103945" y="1957982"/>
                  </a:lnTo>
                  <a:lnTo>
                    <a:pt x="2104392" y="1959098"/>
                  </a:lnTo>
                  <a:lnTo>
                    <a:pt x="2104838" y="1960252"/>
                  </a:lnTo>
                  <a:lnTo>
                    <a:pt x="2105285" y="1961368"/>
                  </a:lnTo>
                  <a:lnTo>
                    <a:pt x="2105731" y="1962521"/>
                  </a:lnTo>
                  <a:lnTo>
                    <a:pt x="2106215" y="1963638"/>
                  </a:lnTo>
                  <a:lnTo>
                    <a:pt x="2106661" y="1964754"/>
                  </a:lnTo>
                  <a:lnTo>
                    <a:pt x="2107108" y="1965907"/>
                  </a:lnTo>
                  <a:lnTo>
                    <a:pt x="2108001" y="1968140"/>
                  </a:lnTo>
                  <a:lnTo>
                    <a:pt x="2108485" y="1969293"/>
                  </a:lnTo>
                  <a:lnTo>
                    <a:pt x="2110271" y="1973758"/>
                  </a:lnTo>
                  <a:lnTo>
                    <a:pt x="2110754" y="1974911"/>
                  </a:lnTo>
                  <a:lnTo>
                    <a:pt x="2112540" y="1979376"/>
                  </a:lnTo>
                  <a:lnTo>
                    <a:pt x="2113024" y="1980492"/>
                  </a:lnTo>
                  <a:lnTo>
                    <a:pt x="2113470" y="1981571"/>
                  </a:lnTo>
                  <a:lnTo>
                    <a:pt x="2114810" y="1984920"/>
                  </a:lnTo>
                  <a:lnTo>
                    <a:pt x="2115293" y="1986036"/>
                  </a:lnTo>
                  <a:lnTo>
                    <a:pt x="2115740" y="1987153"/>
                  </a:lnTo>
                  <a:lnTo>
                    <a:pt x="2116186" y="1988232"/>
                  </a:lnTo>
                  <a:lnTo>
                    <a:pt x="2117079" y="1990464"/>
                  </a:lnTo>
                  <a:lnTo>
                    <a:pt x="2117526" y="1991543"/>
                  </a:lnTo>
                  <a:lnTo>
                    <a:pt x="2118010" y="1992659"/>
                  </a:lnTo>
                  <a:lnTo>
                    <a:pt x="2118456" y="1993738"/>
                  </a:lnTo>
                  <a:lnTo>
                    <a:pt x="2119349" y="1995971"/>
                  </a:lnTo>
                  <a:lnTo>
                    <a:pt x="2119796" y="1997050"/>
                  </a:lnTo>
                  <a:lnTo>
                    <a:pt x="2120279" y="1998129"/>
                  </a:lnTo>
                  <a:lnTo>
                    <a:pt x="2120726" y="1999245"/>
                  </a:lnTo>
                  <a:lnTo>
                    <a:pt x="2121172" y="2000324"/>
                  </a:lnTo>
                  <a:lnTo>
                    <a:pt x="2121619" y="2001440"/>
                  </a:lnTo>
                  <a:lnTo>
                    <a:pt x="2122065" y="2002519"/>
                  </a:lnTo>
                  <a:lnTo>
                    <a:pt x="2122549" y="2003598"/>
                  </a:lnTo>
                  <a:lnTo>
                    <a:pt x="2122995" y="2004677"/>
                  </a:lnTo>
                  <a:lnTo>
                    <a:pt x="2123442" y="2005793"/>
                  </a:lnTo>
                  <a:lnTo>
                    <a:pt x="2124335" y="2007951"/>
                  </a:lnTo>
                  <a:lnTo>
                    <a:pt x="2124818" y="2009030"/>
                  </a:lnTo>
                  <a:lnTo>
                    <a:pt x="2126604" y="2013346"/>
                  </a:lnTo>
                  <a:lnTo>
                    <a:pt x="2127088" y="2014425"/>
                  </a:lnTo>
                  <a:lnTo>
                    <a:pt x="2128874" y="2018741"/>
                  </a:lnTo>
                  <a:lnTo>
                    <a:pt x="2129358" y="2019820"/>
                  </a:lnTo>
                  <a:lnTo>
                    <a:pt x="2129804" y="2020862"/>
                  </a:lnTo>
                  <a:lnTo>
                    <a:pt x="2131144" y="2024099"/>
                  </a:lnTo>
                  <a:lnTo>
                    <a:pt x="2131627" y="2025141"/>
                  </a:lnTo>
                  <a:lnTo>
                    <a:pt x="2132074" y="2026220"/>
                  </a:lnTo>
                  <a:lnTo>
                    <a:pt x="2132520" y="2027262"/>
                  </a:lnTo>
                  <a:lnTo>
                    <a:pt x="2133413" y="2029420"/>
                  </a:lnTo>
                  <a:lnTo>
                    <a:pt x="2133860" y="2030461"/>
                  </a:lnTo>
                  <a:lnTo>
                    <a:pt x="2134343" y="2031540"/>
                  </a:lnTo>
                  <a:lnTo>
                    <a:pt x="2135236" y="2033624"/>
                  </a:lnTo>
                  <a:lnTo>
                    <a:pt x="2135683" y="2034703"/>
                  </a:lnTo>
                  <a:lnTo>
                    <a:pt x="2136129" y="2035745"/>
                  </a:lnTo>
                  <a:lnTo>
                    <a:pt x="2136613" y="2036787"/>
                  </a:lnTo>
                  <a:lnTo>
                    <a:pt x="2137060" y="2037866"/>
                  </a:lnTo>
                  <a:lnTo>
                    <a:pt x="2138399" y="2040991"/>
                  </a:lnTo>
                  <a:lnTo>
                    <a:pt x="2138883" y="2042033"/>
                  </a:lnTo>
                  <a:lnTo>
                    <a:pt x="2139329" y="2043075"/>
                  </a:lnTo>
                  <a:lnTo>
                    <a:pt x="2139776" y="2044154"/>
                  </a:lnTo>
                  <a:lnTo>
                    <a:pt x="2140669" y="2046237"/>
                  </a:lnTo>
                  <a:lnTo>
                    <a:pt x="2141152" y="2047279"/>
                  </a:lnTo>
                  <a:lnTo>
                    <a:pt x="2141599" y="2048321"/>
                  </a:lnTo>
                  <a:lnTo>
                    <a:pt x="2142045" y="2049325"/>
                  </a:lnTo>
                  <a:lnTo>
                    <a:pt x="2142938" y="2051409"/>
                  </a:lnTo>
                  <a:lnTo>
                    <a:pt x="2143422" y="2052451"/>
                  </a:lnTo>
                  <a:lnTo>
                    <a:pt x="2144315" y="2054534"/>
                  </a:lnTo>
                  <a:lnTo>
                    <a:pt x="2144761" y="2055539"/>
                  </a:lnTo>
                  <a:lnTo>
                    <a:pt x="2145208" y="2056581"/>
                  </a:lnTo>
                  <a:lnTo>
                    <a:pt x="2145692" y="2057623"/>
                  </a:lnTo>
                  <a:lnTo>
                    <a:pt x="2146138" y="2058627"/>
                  </a:lnTo>
                  <a:lnTo>
                    <a:pt x="2147031" y="2060711"/>
                  </a:lnTo>
                  <a:lnTo>
                    <a:pt x="2147478" y="2061715"/>
                  </a:lnTo>
                  <a:lnTo>
                    <a:pt x="2147961" y="2062757"/>
                  </a:lnTo>
                  <a:lnTo>
                    <a:pt x="2148854" y="2064766"/>
                  </a:lnTo>
                  <a:lnTo>
                    <a:pt x="2149301" y="2065808"/>
                  </a:lnTo>
                  <a:lnTo>
                    <a:pt x="2149747" y="2066813"/>
                  </a:lnTo>
                  <a:lnTo>
                    <a:pt x="2150194" y="2067854"/>
                  </a:lnTo>
                  <a:lnTo>
                    <a:pt x="2150677" y="2068859"/>
                  </a:lnTo>
                  <a:lnTo>
                    <a:pt x="2151570" y="2070868"/>
                  </a:lnTo>
                  <a:lnTo>
                    <a:pt x="2152017" y="2071910"/>
                  </a:lnTo>
                  <a:lnTo>
                    <a:pt x="2152463" y="2072915"/>
                  </a:lnTo>
                  <a:lnTo>
                    <a:pt x="2152947" y="2073919"/>
                  </a:lnTo>
                  <a:lnTo>
                    <a:pt x="2154733" y="2077938"/>
                  </a:lnTo>
                  <a:lnTo>
                    <a:pt x="2155217" y="2078942"/>
                  </a:lnTo>
                  <a:lnTo>
                    <a:pt x="2157003" y="2082961"/>
                  </a:lnTo>
                  <a:lnTo>
                    <a:pt x="2157486" y="2083965"/>
                  </a:lnTo>
                  <a:lnTo>
                    <a:pt x="2157933" y="2084970"/>
                  </a:lnTo>
                  <a:lnTo>
                    <a:pt x="2158379" y="2085937"/>
                  </a:lnTo>
                  <a:lnTo>
                    <a:pt x="2159272" y="2087946"/>
                  </a:lnTo>
                  <a:lnTo>
                    <a:pt x="2159756" y="2088951"/>
                  </a:lnTo>
                  <a:lnTo>
                    <a:pt x="2160202" y="2089918"/>
                  </a:lnTo>
                  <a:lnTo>
                    <a:pt x="2160649" y="2090923"/>
                  </a:lnTo>
                  <a:lnTo>
                    <a:pt x="2161095" y="2091890"/>
                  </a:lnTo>
                  <a:lnTo>
                    <a:pt x="2161542" y="2092895"/>
                  </a:lnTo>
                  <a:lnTo>
                    <a:pt x="2162025" y="2093862"/>
                  </a:lnTo>
                  <a:lnTo>
                    <a:pt x="2162472" y="2094867"/>
                  </a:lnTo>
                  <a:lnTo>
                    <a:pt x="2162918" y="2095834"/>
                  </a:lnTo>
                  <a:lnTo>
                    <a:pt x="2163365" y="2096839"/>
                  </a:lnTo>
                  <a:lnTo>
                    <a:pt x="2163811" y="2097806"/>
                  </a:lnTo>
                  <a:lnTo>
                    <a:pt x="2164295" y="2098811"/>
                  </a:lnTo>
                  <a:lnTo>
                    <a:pt x="2165188" y="2100746"/>
                  </a:lnTo>
                  <a:lnTo>
                    <a:pt x="2165635" y="2101750"/>
                  </a:lnTo>
                  <a:lnTo>
                    <a:pt x="2166081" y="2102718"/>
                  </a:lnTo>
                  <a:lnTo>
                    <a:pt x="2166565" y="2103685"/>
                  </a:lnTo>
                  <a:lnTo>
                    <a:pt x="2168797" y="2108522"/>
                  </a:lnTo>
                  <a:lnTo>
                    <a:pt x="2169281" y="2109526"/>
                  </a:lnTo>
                  <a:lnTo>
                    <a:pt x="2169727" y="2110457"/>
                  </a:lnTo>
                  <a:lnTo>
                    <a:pt x="2171067" y="2113359"/>
                  </a:lnTo>
                  <a:lnTo>
                    <a:pt x="2171550" y="2114326"/>
                  </a:lnTo>
                  <a:lnTo>
                    <a:pt x="2172443" y="2116261"/>
                  </a:lnTo>
                  <a:lnTo>
                    <a:pt x="2172890" y="2117191"/>
                  </a:lnTo>
                  <a:lnTo>
                    <a:pt x="2173336" y="2118158"/>
                  </a:lnTo>
                  <a:lnTo>
                    <a:pt x="2173820" y="2119126"/>
                  </a:lnTo>
                  <a:lnTo>
                    <a:pt x="2174267" y="2120093"/>
                  </a:lnTo>
                  <a:lnTo>
                    <a:pt x="2174713" y="2121023"/>
                  </a:lnTo>
                  <a:lnTo>
                    <a:pt x="2175160" y="2121991"/>
                  </a:lnTo>
                  <a:lnTo>
                    <a:pt x="2175606" y="2122921"/>
                  </a:lnTo>
                  <a:lnTo>
                    <a:pt x="2176090" y="2123888"/>
                  </a:lnTo>
                  <a:lnTo>
                    <a:pt x="2176536" y="2124818"/>
                  </a:lnTo>
                  <a:lnTo>
                    <a:pt x="2176983" y="2125786"/>
                  </a:lnTo>
                  <a:lnTo>
                    <a:pt x="2177429" y="2126716"/>
                  </a:lnTo>
                  <a:lnTo>
                    <a:pt x="2177876" y="2127683"/>
                  </a:lnTo>
                  <a:lnTo>
                    <a:pt x="2178359" y="2128614"/>
                  </a:lnTo>
                  <a:lnTo>
                    <a:pt x="2178806" y="2129544"/>
                  </a:lnTo>
                  <a:lnTo>
                    <a:pt x="2179252" y="2130511"/>
                  </a:lnTo>
                  <a:lnTo>
                    <a:pt x="2180145" y="2132372"/>
                  </a:lnTo>
                  <a:lnTo>
                    <a:pt x="2180629" y="2133339"/>
                  </a:lnTo>
                  <a:lnTo>
                    <a:pt x="2182415" y="2137060"/>
                  </a:lnTo>
                  <a:lnTo>
                    <a:pt x="2182899" y="2137990"/>
                  </a:lnTo>
                  <a:lnTo>
                    <a:pt x="2185131" y="2142641"/>
                  </a:lnTo>
                  <a:lnTo>
                    <a:pt x="2185615" y="2143571"/>
                  </a:lnTo>
                  <a:lnTo>
                    <a:pt x="2186508" y="2145431"/>
                  </a:lnTo>
                  <a:lnTo>
                    <a:pt x="2186954" y="2146324"/>
                  </a:lnTo>
                  <a:lnTo>
                    <a:pt x="2187401" y="2147254"/>
                  </a:lnTo>
                  <a:lnTo>
                    <a:pt x="2187884" y="2148185"/>
                  </a:lnTo>
                  <a:lnTo>
                    <a:pt x="2188331" y="2149115"/>
                  </a:lnTo>
                  <a:lnTo>
                    <a:pt x="2188777" y="2150008"/>
                  </a:lnTo>
                  <a:lnTo>
                    <a:pt x="2189224" y="2150938"/>
                  </a:lnTo>
                  <a:lnTo>
                    <a:pt x="2189670" y="2151831"/>
                  </a:lnTo>
                  <a:lnTo>
                    <a:pt x="2190154" y="2152761"/>
                  </a:lnTo>
                  <a:lnTo>
                    <a:pt x="2190600" y="2153654"/>
                  </a:lnTo>
                  <a:lnTo>
                    <a:pt x="2191047" y="2154584"/>
                  </a:lnTo>
                  <a:lnTo>
                    <a:pt x="2191493" y="2155477"/>
                  </a:lnTo>
                  <a:lnTo>
                    <a:pt x="2191940" y="2156407"/>
                  </a:lnTo>
                  <a:lnTo>
                    <a:pt x="2192424" y="2157300"/>
                  </a:lnTo>
                  <a:lnTo>
                    <a:pt x="2192870" y="2158230"/>
                  </a:lnTo>
                  <a:lnTo>
                    <a:pt x="2193763" y="2160016"/>
                  </a:lnTo>
                  <a:lnTo>
                    <a:pt x="2194210" y="2160947"/>
                  </a:lnTo>
                  <a:lnTo>
                    <a:pt x="2194693" y="2161839"/>
                  </a:lnTo>
                  <a:lnTo>
                    <a:pt x="2196479" y="2165411"/>
                  </a:lnTo>
                  <a:lnTo>
                    <a:pt x="2196963" y="2166342"/>
                  </a:lnTo>
                  <a:lnTo>
                    <a:pt x="2198749" y="2169913"/>
                  </a:lnTo>
                  <a:lnTo>
                    <a:pt x="2199232" y="2170806"/>
                  </a:lnTo>
                  <a:lnTo>
                    <a:pt x="2199679" y="2171662"/>
                  </a:lnTo>
                  <a:lnTo>
                    <a:pt x="2201465" y="2175234"/>
                  </a:lnTo>
                  <a:lnTo>
                    <a:pt x="2201949" y="2176127"/>
                  </a:lnTo>
                  <a:lnTo>
                    <a:pt x="2202395" y="2176983"/>
                  </a:lnTo>
                  <a:lnTo>
                    <a:pt x="2203288" y="2178769"/>
                  </a:lnTo>
                  <a:lnTo>
                    <a:pt x="2203735" y="2179624"/>
                  </a:lnTo>
                  <a:lnTo>
                    <a:pt x="2204218" y="2180517"/>
                  </a:lnTo>
                  <a:lnTo>
                    <a:pt x="2204665" y="2181373"/>
                  </a:lnTo>
                  <a:lnTo>
                    <a:pt x="2205111" y="2182266"/>
                  </a:lnTo>
                  <a:lnTo>
                    <a:pt x="2205558" y="2183122"/>
                  </a:lnTo>
                  <a:lnTo>
                    <a:pt x="2206004" y="2184015"/>
                  </a:lnTo>
                  <a:lnTo>
                    <a:pt x="2206488" y="2184871"/>
                  </a:lnTo>
                  <a:lnTo>
                    <a:pt x="2206934" y="2185764"/>
                  </a:lnTo>
                  <a:lnTo>
                    <a:pt x="2207827" y="2187475"/>
                  </a:lnTo>
                  <a:lnTo>
                    <a:pt x="2208274" y="2188368"/>
                  </a:lnTo>
                  <a:lnTo>
                    <a:pt x="2208757" y="2189224"/>
                  </a:lnTo>
                  <a:lnTo>
                    <a:pt x="2209650" y="2190935"/>
                  </a:lnTo>
                  <a:lnTo>
                    <a:pt x="2210097" y="2191828"/>
                  </a:lnTo>
                  <a:lnTo>
                    <a:pt x="2210543" y="2192684"/>
                  </a:lnTo>
                  <a:lnTo>
                    <a:pt x="2211027" y="2193540"/>
                  </a:lnTo>
                  <a:lnTo>
                    <a:pt x="2212813" y="2196963"/>
                  </a:lnTo>
                  <a:lnTo>
                    <a:pt x="2213297" y="2197819"/>
                  </a:lnTo>
                  <a:lnTo>
                    <a:pt x="2215083" y="2201242"/>
                  </a:lnTo>
                  <a:lnTo>
                    <a:pt x="2215566" y="2202060"/>
                  </a:lnTo>
                  <a:lnTo>
                    <a:pt x="2216906" y="2204628"/>
                  </a:lnTo>
                  <a:lnTo>
                    <a:pt x="2217352" y="2205446"/>
                  </a:lnTo>
                  <a:lnTo>
                    <a:pt x="2217799" y="2206302"/>
                  </a:lnTo>
                  <a:lnTo>
                    <a:pt x="2218282" y="2207158"/>
                  </a:lnTo>
                  <a:lnTo>
                    <a:pt x="2218729" y="2207976"/>
                  </a:lnTo>
                  <a:lnTo>
                    <a:pt x="2219175" y="2208832"/>
                  </a:lnTo>
                  <a:lnTo>
                    <a:pt x="2219622" y="2209650"/>
                  </a:lnTo>
                  <a:lnTo>
                    <a:pt x="2220068" y="2210506"/>
                  </a:lnTo>
                  <a:lnTo>
                    <a:pt x="2220552" y="2211325"/>
                  </a:lnTo>
                  <a:lnTo>
                    <a:pt x="2220999" y="2212181"/>
                  </a:lnTo>
                  <a:lnTo>
                    <a:pt x="2221445" y="2212999"/>
                  </a:lnTo>
                  <a:lnTo>
                    <a:pt x="2221892" y="2213855"/>
                  </a:lnTo>
                  <a:lnTo>
                    <a:pt x="2222338" y="2214673"/>
                  </a:lnTo>
                  <a:lnTo>
                    <a:pt x="2222822" y="2215492"/>
                  </a:lnTo>
                  <a:lnTo>
                    <a:pt x="2223268" y="2216348"/>
                  </a:lnTo>
                  <a:lnTo>
                    <a:pt x="2224608" y="2218803"/>
                  </a:lnTo>
                  <a:lnTo>
                    <a:pt x="2225091" y="2219659"/>
                  </a:lnTo>
                  <a:lnTo>
                    <a:pt x="2226877" y="2222933"/>
                  </a:lnTo>
                  <a:lnTo>
                    <a:pt x="2227361" y="2223752"/>
                  </a:lnTo>
                  <a:lnTo>
                    <a:pt x="2229147" y="2227026"/>
                  </a:lnTo>
                  <a:lnTo>
                    <a:pt x="2229631" y="2227845"/>
                  </a:lnTo>
                  <a:lnTo>
                    <a:pt x="2230077" y="2228626"/>
                  </a:lnTo>
                  <a:lnTo>
                    <a:pt x="2231417" y="2231082"/>
                  </a:lnTo>
                  <a:lnTo>
                    <a:pt x="2231900" y="2231863"/>
                  </a:lnTo>
                  <a:lnTo>
                    <a:pt x="2232793" y="2233500"/>
                  </a:lnTo>
                  <a:lnTo>
                    <a:pt x="2233240" y="2234282"/>
                  </a:lnTo>
                  <a:lnTo>
                    <a:pt x="2234133" y="2235919"/>
                  </a:lnTo>
                  <a:lnTo>
                    <a:pt x="2234616" y="2236700"/>
                  </a:lnTo>
                  <a:lnTo>
                    <a:pt x="2235063" y="2237519"/>
                  </a:lnTo>
                  <a:lnTo>
                    <a:pt x="2235509" y="2238300"/>
                  </a:lnTo>
                  <a:lnTo>
                    <a:pt x="2235956" y="2239118"/>
                  </a:lnTo>
                  <a:lnTo>
                    <a:pt x="2236402" y="2239900"/>
                  </a:lnTo>
                  <a:lnTo>
                    <a:pt x="2236886" y="2240681"/>
                  </a:lnTo>
                  <a:lnTo>
                    <a:pt x="2237332" y="2241500"/>
                  </a:lnTo>
                  <a:lnTo>
                    <a:pt x="2238225" y="2243062"/>
                  </a:lnTo>
                  <a:lnTo>
                    <a:pt x="2238672" y="2243881"/>
                  </a:lnTo>
                  <a:lnTo>
                    <a:pt x="2239156" y="2244662"/>
                  </a:lnTo>
                  <a:lnTo>
                    <a:pt x="2240942" y="2247788"/>
                  </a:lnTo>
                  <a:lnTo>
                    <a:pt x="2241425" y="2248606"/>
                  </a:lnTo>
                  <a:lnTo>
                    <a:pt x="2243211" y="2251732"/>
                  </a:lnTo>
                  <a:lnTo>
                    <a:pt x="2243695" y="2252476"/>
                  </a:lnTo>
                  <a:lnTo>
                    <a:pt x="2245481" y="2255601"/>
                  </a:lnTo>
                  <a:lnTo>
                    <a:pt x="2245965" y="2256383"/>
                  </a:lnTo>
                  <a:lnTo>
                    <a:pt x="2246411" y="2257127"/>
                  </a:lnTo>
                  <a:lnTo>
                    <a:pt x="2247750" y="2259471"/>
                  </a:lnTo>
                  <a:lnTo>
                    <a:pt x="2248234" y="2260215"/>
                  </a:lnTo>
                  <a:lnTo>
                    <a:pt x="2248681" y="2260996"/>
                  </a:lnTo>
                  <a:lnTo>
                    <a:pt x="2249127" y="2261740"/>
                  </a:lnTo>
                  <a:lnTo>
                    <a:pt x="2249574" y="2262522"/>
                  </a:lnTo>
                  <a:lnTo>
                    <a:pt x="2250020" y="2263266"/>
                  </a:lnTo>
                  <a:lnTo>
                    <a:pt x="2250504" y="2264047"/>
                  </a:lnTo>
                  <a:lnTo>
                    <a:pt x="2250950" y="2264791"/>
                  </a:lnTo>
                  <a:lnTo>
                    <a:pt x="2251397" y="2265573"/>
                  </a:lnTo>
                  <a:lnTo>
                    <a:pt x="2251843" y="2266317"/>
                  </a:lnTo>
                  <a:lnTo>
                    <a:pt x="2252290" y="2267098"/>
                  </a:lnTo>
                  <a:lnTo>
                    <a:pt x="2252736" y="2267842"/>
                  </a:lnTo>
                  <a:lnTo>
                    <a:pt x="2253220" y="2268586"/>
                  </a:lnTo>
                  <a:lnTo>
                    <a:pt x="2253666" y="2269331"/>
                  </a:lnTo>
                  <a:lnTo>
                    <a:pt x="2254113" y="2270112"/>
                  </a:lnTo>
                  <a:lnTo>
                    <a:pt x="2255006" y="2271600"/>
                  </a:lnTo>
                  <a:lnTo>
                    <a:pt x="2255490" y="2272344"/>
                  </a:lnTo>
                  <a:lnTo>
                    <a:pt x="2256382" y="2273833"/>
                  </a:lnTo>
                  <a:lnTo>
                    <a:pt x="2256829" y="2274614"/>
                  </a:lnTo>
                  <a:lnTo>
                    <a:pt x="2257275" y="2275358"/>
                  </a:lnTo>
                  <a:lnTo>
                    <a:pt x="2257759" y="2276102"/>
                  </a:lnTo>
                  <a:lnTo>
                    <a:pt x="2258652" y="2277591"/>
                  </a:lnTo>
                  <a:lnTo>
                    <a:pt x="2259099" y="2278297"/>
                  </a:lnTo>
                  <a:lnTo>
                    <a:pt x="2259545" y="2279042"/>
                  </a:lnTo>
                  <a:lnTo>
                    <a:pt x="2260029" y="2279786"/>
                  </a:lnTo>
                  <a:lnTo>
                    <a:pt x="2261368" y="2282018"/>
                  </a:lnTo>
                  <a:lnTo>
                    <a:pt x="2261815" y="2282725"/>
                  </a:lnTo>
                  <a:lnTo>
                    <a:pt x="2262298" y="2283469"/>
                  </a:lnTo>
                  <a:lnTo>
                    <a:pt x="2262745" y="2284213"/>
                  </a:lnTo>
                  <a:lnTo>
                    <a:pt x="2263191" y="2284920"/>
                  </a:lnTo>
                  <a:lnTo>
                    <a:pt x="2264084" y="2286409"/>
                  </a:lnTo>
                  <a:lnTo>
                    <a:pt x="2264568" y="2287116"/>
                  </a:lnTo>
                  <a:lnTo>
                    <a:pt x="2265015" y="2287860"/>
                  </a:lnTo>
                  <a:lnTo>
                    <a:pt x="2265461" y="2288567"/>
                  </a:lnTo>
                  <a:lnTo>
                    <a:pt x="2265907" y="2289311"/>
                  </a:lnTo>
                  <a:lnTo>
                    <a:pt x="2266354" y="2290018"/>
                  </a:lnTo>
                  <a:lnTo>
                    <a:pt x="2266838" y="2290762"/>
                  </a:lnTo>
                  <a:lnTo>
                    <a:pt x="2267731" y="2292176"/>
                  </a:lnTo>
                  <a:lnTo>
                    <a:pt x="2268177" y="2292920"/>
                  </a:lnTo>
                  <a:lnTo>
                    <a:pt x="2269070" y="2294334"/>
                  </a:lnTo>
                  <a:lnTo>
                    <a:pt x="2269554" y="2295078"/>
                  </a:lnTo>
                  <a:lnTo>
                    <a:pt x="2271340" y="2297906"/>
                  </a:lnTo>
                  <a:lnTo>
                    <a:pt x="2271823" y="2298612"/>
                  </a:lnTo>
                  <a:lnTo>
                    <a:pt x="2272270" y="2299357"/>
                  </a:lnTo>
                  <a:lnTo>
                    <a:pt x="2273609" y="2301477"/>
                  </a:lnTo>
                  <a:lnTo>
                    <a:pt x="2274093" y="2302184"/>
                  </a:lnTo>
                  <a:lnTo>
                    <a:pt x="2274540" y="2302891"/>
                  </a:lnTo>
                  <a:lnTo>
                    <a:pt x="2274986" y="2303561"/>
                  </a:lnTo>
                  <a:lnTo>
                    <a:pt x="2275879" y="2304975"/>
                  </a:lnTo>
                  <a:lnTo>
                    <a:pt x="2276363" y="2305682"/>
                  </a:lnTo>
                  <a:lnTo>
                    <a:pt x="2277256" y="2307096"/>
                  </a:lnTo>
                  <a:lnTo>
                    <a:pt x="2277702" y="2307765"/>
                  </a:lnTo>
                  <a:lnTo>
                    <a:pt x="2278149" y="2308472"/>
                  </a:lnTo>
                  <a:lnTo>
                    <a:pt x="2278632" y="2309179"/>
                  </a:lnTo>
                  <a:lnTo>
                    <a:pt x="2279079" y="2309849"/>
                  </a:lnTo>
                  <a:lnTo>
                    <a:pt x="2279972" y="2311263"/>
                  </a:lnTo>
                  <a:lnTo>
                    <a:pt x="2280418" y="2311933"/>
                  </a:lnTo>
                  <a:lnTo>
                    <a:pt x="2280902" y="2312640"/>
                  </a:lnTo>
                  <a:lnTo>
                    <a:pt x="2281348" y="2313309"/>
                  </a:lnTo>
                  <a:lnTo>
                    <a:pt x="2281795" y="2314016"/>
                  </a:lnTo>
                  <a:lnTo>
                    <a:pt x="2282688" y="2315356"/>
                  </a:lnTo>
                  <a:lnTo>
                    <a:pt x="2283172" y="2316063"/>
                  </a:lnTo>
                  <a:lnTo>
                    <a:pt x="2283618" y="2316732"/>
                  </a:lnTo>
                  <a:lnTo>
                    <a:pt x="2284065" y="2317439"/>
                  </a:lnTo>
                  <a:lnTo>
                    <a:pt x="2285404" y="2319448"/>
                  </a:lnTo>
                  <a:lnTo>
                    <a:pt x="2285888" y="2320155"/>
                  </a:lnTo>
                  <a:lnTo>
                    <a:pt x="2287674" y="2322834"/>
                  </a:lnTo>
                  <a:lnTo>
                    <a:pt x="2288157" y="2323504"/>
                  </a:lnTo>
                  <a:lnTo>
                    <a:pt x="2289943" y="2326183"/>
                  </a:lnTo>
                  <a:lnTo>
                    <a:pt x="2290427" y="2326853"/>
                  </a:lnTo>
                  <a:lnTo>
                    <a:pt x="2292213" y="2329532"/>
                  </a:lnTo>
                  <a:lnTo>
                    <a:pt x="2292697" y="2330201"/>
                  </a:lnTo>
                  <a:lnTo>
                    <a:pt x="2293143" y="2330834"/>
                  </a:lnTo>
                  <a:lnTo>
                    <a:pt x="2294482" y="2332843"/>
                  </a:lnTo>
                  <a:lnTo>
                    <a:pt x="2294966" y="2333475"/>
                  </a:lnTo>
                  <a:lnTo>
                    <a:pt x="2295859" y="2334815"/>
                  </a:lnTo>
                  <a:lnTo>
                    <a:pt x="2296306" y="2335447"/>
                  </a:lnTo>
                  <a:lnTo>
                    <a:pt x="2296752" y="2336117"/>
                  </a:lnTo>
                  <a:lnTo>
                    <a:pt x="2297236" y="2336750"/>
                  </a:lnTo>
                  <a:lnTo>
                    <a:pt x="2297682" y="2337419"/>
                  </a:lnTo>
                  <a:lnTo>
                    <a:pt x="2298129" y="2338052"/>
                  </a:lnTo>
                  <a:lnTo>
                    <a:pt x="2298575" y="2338722"/>
                  </a:lnTo>
                  <a:lnTo>
                    <a:pt x="2299022" y="2339354"/>
                  </a:lnTo>
                  <a:lnTo>
                    <a:pt x="2299505" y="2339987"/>
                  </a:lnTo>
                  <a:lnTo>
                    <a:pt x="2299952" y="2340656"/>
                  </a:lnTo>
                  <a:lnTo>
                    <a:pt x="2300845" y="2341921"/>
                  </a:lnTo>
                  <a:lnTo>
                    <a:pt x="2301291" y="2342591"/>
                  </a:lnTo>
                  <a:lnTo>
                    <a:pt x="2301738" y="2343224"/>
                  </a:lnTo>
                  <a:lnTo>
                    <a:pt x="2302222" y="2343856"/>
                  </a:lnTo>
                  <a:lnTo>
                    <a:pt x="2302668" y="2344489"/>
                  </a:lnTo>
                  <a:lnTo>
                    <a:pt x="2303115" y="2345158"/>
                  </a:lnTo>
                  <a:lnTo>
                    <a:pt x="2304007" y="2346424"/>
                  </a:lnTo>
                  <a:lnTo>
                    <a:pt x="2304491" y="2347056"/>
                  </a:lnTo>
                  <a:lnTo>
                    <a:pt x="2306277" y="2349586"/>
                  </a:lnTo>
                  <a:lnTo>
                    <a:pt x="2306761" y="2350219"/>
                  </a:lnTo>
                  <a:lnTo>
                    <a:pt x="2308100" y="2352116"/>
                  </a:lnTo>
                  <a:lnTo>
                    <a:pt x="2308547" y="2352712"/>
                  </a:lnTo>
                  <a:lnTo>
                    <a:pt x="2309030" y="2353344"/>
                  </a:lnTo>
                  <a:lnTo>
                    <a:pt x="2310370" y="2355242"/>
                  </a:lnTo>
                  <a:lnTo>
                    <a:pt x="2310816" y="2355837"/>
                  </a:lnTo>
                  <a:lnTo>
                    <a:pt x="2311300" y="2356469"/>
                  </a:lnTo>
                  <a:lnTo>
                    <a:pt x="2311747" y="2357102"/>
                  </a:lnTo>
                  <a:lnTo>
                    <a:pt x="2312193" y="2357697"/>
                  </a:lnTo>
                  <a:lnTo>
                    <a:pt x="2312640" y="2358330"/>
                  </a:lnTo>
                  <a:lnTo>
                    <a:pt x="2313086" y="2358925"/>
                  </a:lnTo>
                  <a:lnTo>
                    <a:pt x="2313570" y="2359558"/>
                  </a:lnTo>
                  <a:lnTo>
                    <a:pt x="2314016" y="2360153"/>
                  </a:lnTo>
                  <a:lnTo>
                    <a:pt x="2314463" y="2360785"/>
                  </a:lnTo>
                  <a:lnTo>
                    <a:pt x="2314909" y="2361381"/>
                  </a:lnTo>
                  <a:lnTo>
                    <a:pt x="2315356" y="2362013"/>
                  </a:lnTo>
                  <a:lnTo>
                    <a:pt x="2315839" y="2362609"/>
                  </a:lnTo>
                  <a:lnTo>
                    <a:pt x="2316286" y="2363241"/>
                  </a:lnTo>
                  <a:lnTo>
                    <a:pt x="2317179" y="2364432"/>
                  </a:lnTo>
                  <a:lnTo>
                    <a:pt x="2317625" y="2365064"/>
                  </a:lnTo>
                  <a:lnTo>
                    <a:pt x="2318072" y="2365660"/>
                  </a:lnTo>
                  <a:lnTo>
                    <a:pt x="2318555" y="2366255"/>
                  </a:lnTo>
                  <a:lnTo>
                    <a:pt x="2319002" y="2366850"/>
                  </a:lnTo>
                  <a:lnTo>
                    <a:pt x="2319448" y="2367483"/>
                  </a:lnTo>
                  <a:lnTo>
                    <a:pt x="2320341" y="2368673"/>
                  </a:lnTo>
                  <a:lnTo>
                    <a:pt x="2320825" y="2369269"/>
                  </a:lnTo>
                  <a:lnTo>
                    <a:pt x="2322611" y="2371650"/>
                  </a:lnTo>
                  <a:lnTo>
                    <a:pt x="2323095" y="2372245"/>
                  </a:lnTo>
                  <a:lnTo>
                    <a:pt x="2324881" y="2374626"/>
                  </a:lnTo>
                  <a:lnTo>
                    <a:pt x="2325364" y="2375222"/>
                  </a:lnTo>
                  <a:lnTo>
                    <a:pt x="2325811" y="2375817"/>
                  </a:lnTo>
                  <a:lnTo>
                    <a:pt x="2326257" y="2376375"/>
                  </a:lnTo>
                  <a:lnTo>
                    <a:pt x="2327150" y="2377566"/>
                  </a:lnTo>
                  <a:lnTo>
                    <a:pt x="2327634" y="2378161"/>
                  </a:lnTo>
                  <a:lnTo>
                    <a:pt x="2328080" y="2378719"/>
                  </a:lnTo>
                  <a:lnTo>
                    <a:pt x="2328973" y="2379910"/>
                  </a:lnTo>
                  <a:lnTo>
                    <a:pt x="2329420" y="2380468"/>
                  </a:lnTo>
                  <a:lnTo>
                    <a:pt x="2329904" y="2381063"/>
                  </a:lnTo>
                  <a:lnTo>
                    <a:pt x="2330350" y="2381659"/>
                  </a:lnTo>
                  <a:lnTo>
                    <a:pt x="2330797" y="2382217"/>
                  </a:lnTo>
                  <a:lnTo>
                    <a:pt x="2331243" y="2382812"/>
                  </a:lnTo>
                  <a:lnTo>
                    <a:pt x="2331690" y="2383370"/>
                  </a:lnTo>
                  <a:lnTo>
                    <a:pt x="2332173" y="2383965"/>
                  </a:lnTo>
                  <a:lnTo>
                    <a:pt x="2333066" y="2385082"/>
                  </a:lnTo>
                  <a:lnTo>
                    <a:pt x="2333513" y="2385677"/>
                  </a:lnTo>
                  <a:lnTo>
                    <a:pt x="2333959" y="2386235"/>
                  </a:lnTo>
                  <a:lnTo>
                    <a:pt x="2334443" y="2386793"/>
                  </a:lnTo>
                  <a:lnTo>
                    <a:pt x="2334889" y="2387389"/>
                  </a:lnTo>
                  <a:lnTo>
                    <a:pt x="2335782" y="2388505"/>
                  </a:lnTo>
                  <a:lnTo>
                    <a:pt x="2336229" y="2389100"/>
                  </a:lnTo>
                  <a:lnTo>
                    <a:pt x="2336675" y="2389658"/>
                  </a:lnTo>
                  <a:lnTo>
                    <a:pt x="2337159" y="2390216"/>
                  </a:lnTo>
                  <a:lnTo>
                    <a:pt x="2338945" y="2392449"/>
                  </a:lnTo>
                  <a:lnTo>
                    <a:pt x="2339429" y="2393007"/>
                  </a:lnTo>
                  <a:lnTo>
                    <a:pt x="2339875" y="2393602"/>
                  </a:lnTo>
                  <a:lnTo>
                    <a:pt x="2340768" y="2394718"/>
                  </a:lnTo>
                  <a:lnTo>
                    <a:pt x="2341215" y="2395239"/>
                  </a:lnTo>
                  <a:lnTo>
                    <a:pt x="2341698" y="2395797"/>
                  </a:lnTo>
                  <a:lnTo>
                    <a:pt x="2343484" y="2398030"/>
                  </a:lnTo>
                  <a:lnTo>
                    <a:pt x="2343968" y="2398588"/>
                  </a:lnTo>
                  <a:lnTo>
                    <a:pt x="2344414" y="2399109"/>
                  </a:lnTo>
                  <a:lnTo>
                    <a:pt x="2345754" y="2400783"/>
                  </a:lnTo>
                  <a:lnTo>
                    <a:pt x="2346238" y="2401304"/>
                  </a:lnTo>
                  <a:lnTo>
                    <a:pt x="2347130" y="2402420"/>
                  </a:lnTo>
                  <a:lnTo>
                    <a:pt x="2347577" y="2402941"/>
                  </a:lnTo>
                  <a:lnTo>
                    <a:pt x="2348023" y="2403499"/>
                  </a:lnTo>
                  <a:lnTo>
                    <a:pt x="2348507" y="2404020"/>
                  </a:lnTo>
                  <a:lnTo>
                    <a:pt x="2348954" y="2404578"/>
                  </a:lnTo>
                  <a:lnTo>
                    <a:pt x="2349400" y="2405099"/>
                  </a:lnTo>
                  <a:lnTo>
                    <a:pt x="2349847" y="2405657"/>
                  </a:lnTo>
                  <a:lnTo>
                    <a:pt x="2350293" y="2406178"/>
                  </a:lnTo>
                  <a:lnTo>
                    <a:pt x="2350777" y="2406736"/>
                  </a:lnTo>
                  <a:lnTo>
                    <a:pt x="2351670" y="2407778"/>
                  </a:lnTo>
                  <a:lnTo>
                    <a:pt x="2352116" y="2408336"/>
                  </a:lnTo>
                  <a:lnTo>
                    <a:pt x="2353009" y="2409378"/>
                  </a:lnTo>
                  <a:lnTo>
                    <a:pt x="2353493" y="2409936"/>
                  </a:lnTo>
                  <a:lnTo>
                    <a:pt x="2354832" y="2411499"/>
                  </a:lnTo>
                  <a:lnTo>
                    <a:pt x="2355279" y="2412057"/>
                  </a:lnTo>
                  <a:lnTo>
                    <a:pt x="2355763" y="2412578"/>
                  </a:lnTo>
                  <a:lnTo>
                    <a:pt x="2357548" y="2414661"/>
                  </a:lnTo>
                  <a:lnTo>
                    <a:pt x="2358032" y="2415182"/>
                  </a:lnTo>
                  <a:lnTo>
                    <a:pt x="2359818" y="2417266"/>
                  </a:lnTo>
                  <a:lnTo>
                    <a:pt x="2360302" y="2417787"/>
                  </a:lnTo>
                  <a:lnTo>
                    <a:pt x="2361641" y="2419349"/>
                  </a:lnTo>
                  <a:lnTo>
                    <a:pt x="2362088" y="2419833"/>
                  </a:lnTo>
                  <a:lnTo>
                    <a:pt x="2362571" y="2420354"/>
                  </a:lnTo>
                  <a:lnTo>
                    <a:pt x="2363464" y="2421396"/>
                  </a:lnTo>
                  <a:lnTo>
                    <a:pt x="2363911" y="2421879"/>
                  </a:lnTo>
                  <a:lnTo>
                    <a:pt x="2364357" y="2422400"/>
                  </a:lnTo>
                  <a:lnTo>
                    <a:pt x="2364841" y="2422921"/>
                  </a:lnTo>
                  <a:lnTo>
                    <a:pt x="2365288" y="2423405"/>
                  </a:lnTo>
                  <a:lnTo>
                    <a:pt x="2366180" y="2424447"/>
                  </a:lnTo>
                  <a:lnTo>
                    <a:pt x="2366627" y="2424930"/>
                  </a:lnTo>
                  <a:lnTo>
                    <a:pt x="2367111" y="2425451"/>
                  </a:lnTo>
                  <a:lnTo>
                    <a:pt x="2367557" y="2425935"/>
                  </a:lnTo>
                  <a:lnTo>
                    <a:pt x="2368004" y="2426456"/>
                  </a:lnTo>
                  <a:lnTo>
                    <a:pt x="2368450" y="2426940"/>
                  </a:lnTo>
                  <a:lnTo>
                    <a:pt x="2368897" y="2427460"/>
                  </a:lnTo>
                  <a:lnTo>
                    <a:pt x="2369343" y="2427944"/>
                  </a:lnTo>
                  <a:lnTo>
                    <a:pt x="2369827" y="2428428"/>
                  </a:lnTo>
                  <a:lnTo>
                    <a:pt x="2370273" y="2428949"/>
                  </a:lnTo>
                  <a:lnTo>
                    <a:pt x="2370720" y="2429432"/>
                  </a:lnTo>
                  <a:lnTo>
                    <a:pt x="2371166" y="2429953"/>
                  </a:lnTo>
                  <a:lnTo>
                    <a:pt x="2371613" y="2430437"/>
                  </a:lnTo>
                  <a:lnTo>
                    <a:pt x="2372096" y="2430921"/>
                  </a:lnTo>
                  <a:lnTo>
                    <a:pt x="2372543" y="2431404"/>
                  </a:lnTo>
                  <a:lnTo>
                    <a:pt x="2372989" y="2431925"/>
                  </a:lnTo>
                  <a:lnTo>
                    <a:pt x="2373882" y="2432893"/>
                  </a:lnTo>
                  <a:lnTo>
                    <a:pt x="2374366" y="2433376"/>
                  </a:lnTo>
                  <a:lnTo>
                    <a:pt x="2374813" y="2433860"/>
                  </a:lnTo>
                  <a:lnTo>
                    <a:pt x="2375259" y="2434381"/>
                  </a:lnTo>
                  <a:lnTo>
                    <a:pt x="2376152" y="2435348"/>
                  </a:lnTo>
                  <a:lnTo>
                    <a:pt x="2376636" y="2435832"/>
                  </a:lnTo>
                  <a:lnTo>
                    <a:pt x="2378422" y="2437767"/>
                  </a:lnTo>
                  <a:lnTo>
                    <a:pt x="2378905" y="2438250"/>
                  </a:lnTo>
                  <a:lnTo>
                    <a:pt x="2379352" y="2438734"/>
                  </a:lnTo>
                  <a:lnTo>
                    <a:pt x="2379798" y="2439181"/>
                  </a:lnTo>
                  <a:lnTo>
                    <a:pt x="2380691" y="2440148"/>
                  </a:lnTo>
                  <a:lnTo>
                    <a:pt x="2381175" y="2440632"/>
                  </a:lnTo>
                  <a:lnTo>
                    <a:pt x="2382068" y="2441599"/>
                  </a:lnTo>
                  <a:lnTo>
                    <a:pt x="2382514" y="2442046"/>
                  </a:lnTo>
                  <a:lnTo>
                    <a:pt x="2382961" y="2442529"/>
                  </a:lnTo>
                  <a:lnTo>
                    <a:pt x="2383891" y="2443460"/>
                  </a:lnTo>
                  <a:lnTo>
                    <a:pt x="2384784" y="2444427"/>
                  </a:lnTo>
                  <a:lnTo>
                    <a:pt x="2385230" y="2444873"/>
                  </a:lnTo>
                  <a:lnTo>
                    <a:pt x="2385677" y="2445357"/>
                  </a:lnTo>
                  <a:lnTo>
                    <a:pt x="2386161" y="2445804"/>
                  </a:lnTo>
                  <a:lnTo>
                    <a:pt x="2387054" y="2446771"/>
                  </a:lnTo>
                  <a:lnTo>
                    <a:pt x="2387500" y="2447217"/>
                  </a:lnTo>
                  <a:lnTo>
                    <a:pt x="2387947" y="2447701"/>
                  </a:lnTo>
                  <a:lnTo>
                    <a:pt x="2388430" y="2448148"/>
                  </a:lnTo>
                  <a:lnTo>
                    <a:pt x="2388877" y="2448594"/>
                  </a:lnTo>
                  <a:lnTo>
                    <a:pt x="2389323" y="2449078"/>
                  </a:lnTo>
                  <a:lnTo>
                    <a:pt x="2389770" y="2449524"/>
                  </a:lnTo>
                  <a:lnTo>
                    <a:pt x="2390216" y="2450008"/>
                  </a:lnTo>
                  <a:lnTo>
                    <a:pt x="2390700" y="2450454"/>
                  </a:lnTo>
                  <a:lnTo>
                    <a:pt x="2391146" y="2450901"/>
                  </a:lnTo>
                  <a:lnTo>
                    <a:pt x="2391593" y="2451385"/>
                  </a:lnTo>
                  <a:lnTo>
                    <a:pt x="2392486" y="2452278"/>
                  </a:lnTo>
                  <a:lnTo>
                    <a:pt x="2392970" y="2452724"/>
                  </a:lnTo>
                  <a:lnTo>
                    <a:pt x="2393416" y="2453171"/>
                  </a:lnTo>
                  <a:lnTo>
                    <a:pt x="2393863" y="2453654"/>
                  </a:lnTo>
                  <a:lnTo>
                    <a:pt x="2394755" y="2454547"/>
                  </a:lnTo>
                  <a:lnTo>
                    <a:pt x="2395239" y="2454994"/>
                  </a:lnTo>
                  <a:lnTo>
                    <a:pt x="2397025" y="2456780"/>
                  </a:lnTo>
                  <a:lnTo>
                    <a:pt x="2397509" y="2457226"/>
                  </a:lnTo>
                  <a:lnTo>
                    <a:pt x="2399295" y="2459012"/>
                  </a:lnTo>
                  <a:lnTo>
                    <a:pt x="2399778" y="2459458"/>
                  </a:lnTo>
                  <a:lnTo>
                    <a:pt x="2401118" y="2460798"/>
                  </a:lnTo>
                  <a:lnTo>
                    <a:pt x="2401564" y="2461207"/>
                  </a:lnTo>
                  <a:lnTo>
                    <a:pt x="2402011" y="2461654"/>
                  </a:lnTo>
                  <a:lnTo>
                    <a:pt x="2402495" y="2462100"/>
                  </a:lnTo>
                  <a:lnTo>
                    <a:pt x="2402941" y="2462547"/>
                  </a:lnTo>
                  <a:lnTo>
                    <a:pt x="2403388" y="2462956"/>
                  </a:lnTo>
                  <a:lnTo>
                    <a:pt x="2404280" y="2463849"/>
                  </a:lnTo>
                  <a:lnTo>
                    <a:pt x="2404764" y="2464258"/>
                  </a:lnTo>
                  <a:lnTo>
                    <a:pt x="2405657" y="2465151"/>
                  </a:lnTo>
                  <a:lnTo>
                    <a:pt x="2406104" y="2465560"/>
                  </a:lnTo>
                  <a:lnTo>
                    <a:pt x="2406550" y="2466007"/>
                  </a:lnTo>
                  <a:lnTo>
                    <a:pt x="2407034" y="2466416"/>
                  </a:lnTo>
                  <a:lnTo>
                    <a:pt x="2407480" y="2466863"/>
                  </a:lnTo>
                  <a:lnTo>
                    <a:pt x="2407927" y="2467272"/>
                  </a:lnTo>
                  <a:lnTo>
                    <a:pt x="2408373" y="2467718"/>
                  </a:lnTo>
                  <a:lnTo>
                    <a:pt x="2408820" y="2468128"/>
                  </a:lnTo>
                  <a:lnTo>
                    <a:pt x="2409303" y="2468574"/>
                  </a:lnTo>
                  <a:lnTo>
                    <a:pt x="2409750" y="2468983"/>
                  </a:lnTo>
                  <a:lnTo>
                    <a:pt x="2410196" y="2469430"/>
                  </a:lnTo>
                  <a:lnTo>
                    <a:pt x="2411089" y="2470249"/>
                  </a:lnTo>
                  <a:lnTo>
                    <a:pt x="2411573" y="2470695"/>
                  </a:lnTo>
                  <a:lnTo>
                    <a:pt x="2412913" y="2471923"/>
                  </a:lnTo>
                  <a:lnTo>
                    <a:pt x="2413359" y="2472369"/>
                  </a:lnTo>
                  <a:lnTo>
                    <a:pt x="2413843" y="2472779"/>
                  </a:lnTo>
                  <a:lnTo>
                    <a:pt x="2415182" y="2474006"/>
                  </a:lnTo>
                  <a:lnTo>
                    <a:pt x="2415629" y="2474453"/>
                  </a:lnTo>
                  <a:lnTo>
                    <a:pt x="2416112" y="2474862"/>
                  </a:lnTo>
                  <a:lnTo>
                    <a:pt x="2417898" y="2476499"/>
                  </a:lnTo>
                  <a:lnTo>
                    <a:pt x="2418382" y="2476909"/>
                  </a:lnTo>
                  <a:lnTo>
                    <a:pt x="2420614" y="2478955"/>
                  </a:lnTo>
                  <a:lnTo>
                    <a:pt x="2421098" y="2479364"/>
                  </a:lnTo>
                  <a:lnTo>
                    <a:pt x="2421545" y="2479774"/>
                  </a:lnTo>
                  <a:lnTo>
                    <a:pt x="2421991" y="2480146"/>
                  </a:lnTo>
                  <a:lnTo>
                    <a:pt x="2422884" y="2480964"/>
                  </a:lnTo>
                  <a:lnTo>
                    <a:pt x="2423368" y="2481373"/>
                  </a:lnTo>
                  <a:lnTo>
                    <a:pt x="2423814" y="2481783"/>
                  </a:lnTo>
                  <a:lnTo>
                    <a:pt x="2424261" y="2482155"/>
                  </a:lnTo>
                  <a:lnTo>
                    <a:pt x="2425154" y="2482973"/>
                  </a:lnTo>
                  <a:lnTo>
                    <a:pt x="2425637" y="2483345"/>
                  </a:lnTo>
                  <a:lnTo>
                    <a:pt x="2426530" y="2484164"/>
                  </a:lnTo>
                  <a:lnTo>
                    <a:pt x="2426977" y="2484536"/>
                  </a:lnTo>
                  <a:lnTo>
                    <a:pt x="2427423" y="2484945"/>
                  </a:lnTo>
                  <a:lnTo>
                    <a:pt x="2427907" y="2485355"/>
                  </a:lnTo>
                  <a:lnTo>
                    <a:pt x="2428353" y="2485727"/>
                  </a:lnTo>
                  <a:lnTo>
                    <a:pt x="2428800" y="2486136"/>
                  </a:lnTo>
                  <a:lnTo>
                    <a:pt x="2429246" y="2486508"/>
                  </a:lnTo>
                  <a:lnTo>
                    <a:pt x="2429693" y="2486917"/>
                  </a:lnTo>
                  <a:lnTo>
                    <a:pt x="2430177" y="2487289"/>
                  </a:lnTo>
                  <a:lnTo>
                    <a:pt x="2430623" y="2487699"/>
                  </a:lnTo>
                  <a:lnTo>
                    <a:pt x="2431516" y="2488443"/>
                  </a:lnTo>
                  <a:lnTo>
                    <a:pt x="2431963" y="2488852"/>
                  </a:lnTo>
                  <a:lnTo>
                    <a:pt x="2432446" y="2489224"/>
                  </a:lnTo>
                  <a:lnTo>
                    <a:pt x="2432893" y="2489633"/>
                  </a:lnTo>
                  <a:lnTo>
                    <a:pt x="2433786" y="2490378"/>
                  </a:lnTo>
                  <a:lnTo>
                    <a:pt x="2434232" y="2490787"/>
                  </a:lnTo>
                  <a:lnTo>
                    <a:pt x="2434716" y="2491159"/>
                  </a:lnTo>
                  <a:lnTo>
                    <a:pt x="2435609" y="2491903"/>
                  </a:lnTo>
                  <a:lnTo>
                    <a:pt x="2436055" y="2492312"/>
                  </a:lnTo>
                  <a:lnTo>
                    <a:pt x="2436948" y="2493056"/>
                  </a:lnTo>
                  <a:lnTo>
                    <a:pt x="2437432" y="2493429"/>
                  </a:lnTo>
                  <a:lnTo>
                    <a:pt x="2438771" y="2494545"/>
                  </a:lnTo>
                  <a:lnTo>
                    <a:pt x="2439218" y="2494954"/>
                  </a:lnTo>
                  <a:lnTo>
                    <a:pt x="2439702" y="2495326"/>
                  </a:lnTo>
                  <a:lnTo>
                    <a:pt x="2441488" y="2496814"/>
                  </a:lnTo>
                  <a:lnTo>
                    <a:pt x="2441971" y="2497186"/>
                  </a:lnTo>
                  <a:lnTo>
                    <a:pt x="2442418" y="2497558"/>
                  </a:lnTo>
                  <a:lnTo>
                    <a:pt x="2442864" y="2497893"/>
                  </a:lnTo>
                  <a:lnTo>
                    <a:pt x="2443757" y="2498637"/>
                  </a:lnTo>
                  <a:lnTo>
                    <a:pt x="2444241" y="2499010"/>
                  </a:lnTo>
                  <a:lnTo>
                    <a:pt x="2445580" y="2500126"/>
                  </a:lnTo>
                  <a:lnTo>
                    <a:pt x="2446027" y="2500461"/>
                  </a:lnTo>
                  <a:lnTo>
                    <a:pt x="2446510" y="2500833"/>
                  </a:lnTo>
                  <a:lnTo>
                    <a:pt x="2447403" y="2501577"/>
                  </a:lnTo>
                  <a:lnTo>
                    <a:pt x="2447850" y="2501912"/>
                  </a:lnTo>
                  <a:lnTo>
                    <a:pt x="2448296" y="2502284"/>
                  </a:lnTo>
                  <a:lnTo>
                    <a:pt x="2448780" y="2502656"/>
                  </a:lnTo>
                  <a:lnTo>
                    <a:pt x="2449227" y="2502991"/>
                  </a:lnTo>
                  <a:lnTo>
                    <a:pt x="2450120" y="2503735"/>
                  </a:lnTo>
                  <a:lnTo>
                    <a:pt x="2450566" y="2504070"/>
                  </a:lnTo>
                  <a:lnTo>
                    <a:pt x="2451050" y="2504442"/>
                  </a:lnTo>
                  <a:lnTo>
                    <a:pt x="2451496" y="2504777"/>
                  </a:lnTo>
                  <a:lnTo>
                    <a:pt x="2451943" y="2505149"/>
                  </a:lnTo>
                  <a:lnTo>
                    <a:pt x="2452389" y="2505484"/>
                  </a:lnTo>
                  <a:lnTo>
                    <a:pt x="2452836" y="2505856"/>
                  </a:lnTo>
                  <a:lnTo>
                    <a:pt x="2453282" y="2506190"/>
                  </a:lnTo>
                  <a:lnTo>
                    <a:pt x="2453766" y="2506563"/>
                  </a:lnTo>
                  <a:lnTo>
                    <a:pt x="2454212" y="2506897"/>
                  </a:lnTo>
                  <a:lnTo>
                    <a:pt x="2454659" y="2507269"/>
                  </a:lnTo>
                  <a:lnTo>
                    <a:pt x="2455552" y="2507939"/>
                  </a:lnTo>
                  <a:lnTo>
                    <a:pt x="2456035" y="2508311"/>
                  </a:lnTo>
                  <a:lnTo>
                    <a:pt x="2456482" y="2508646"/>
                  </a:lnTo>
                  <a:lnTo>
                    <a:pt x="2456928" y="2509018"/>
                  </a:lnTo>
                  <a:lnTo>
                    <a:pt x="2457821" y="2509688"/>
                  </a:lnTo>
                  <a:lnTo>
                    <a:pt x="2458305" y="2510023"/>
                  </a:lnTo>
                  <a:lnTo>
                    <a:pt x="2458752" y="2510395"/>
                  </a:lnTo>
                  <a:lnTo>
                    <a:pt x="2460091" y="2511400"/>
                  </a:lnTo>
                  <a:lnTo>
                    <a:pt x="2460575" y="2511734"/>
                  </a:lnTo>
                  <a:lnTo>
                    <a:pt x="2461021" y="2512106"/>
                  </a:lnTo>
                  <a:lnTo>
                    <a:pt x="2462361" y="2513111"/>
                  </a:lnTo>
                  <a:lnTo>
                    <a:pt x="2462844" y="2513446"/>
                  </a:lnTo>
                  <a:lnTo>
                    <a:pt x="2464630" y="2514785"/>
                  </a:lnTo>
                  <a:lnTo>
                    <a:pt x="2465114" y="2515120"/>
                  </a:lnTo>
                  <a:lnTo>
                    <a:pt x="2466900" y="2516460"/>
                  </a:lnTo>
                  <a:lnTo>
                    <a:pt x="2467384" y="2516794"/>
                  </a:lnTo>
                  <a:lnTo>
                    <a:pt x="2469170" y="2518134"/>
                  </a:lnTo>
                  <a:lnTo>
                    <a:pt x="2469616" y="2518432"/>
                  </a:lnTo>
                  <a:lnTo>
                    <a:pt x="2470100" y="2518767"/>
                  </a:lnTo>
                  <a:lnTo>
                    <a:pt x="2470993" y="2519436"/>
                  </a:lnTo>
                  <a:lnTo>
                    <a:pt x="2471439" y="2519734"/>
                  </a:lnTo>
                  <a:lnTo>
                    <a:pt x="2471886" y="2520069"/>
                  </a:lnTo>
                  <a:lnTo>
                    <a:pt x="2472369" y="2520404"/>
                  </a:lnTo>
                  <a:lnTo>
                    <a:pt x="2472816" y="2520738"/>
                  </a:lnTo>
                  <a:lnTo>
                    <a:pt x="2473262" y="2521036"/>
                  </a:lnTo>
                  <a:lnTo>
                    <a:pt x="2474155" y="2521706"/>
                  </a:lnTo>
                  <a:lnTo>
                    <a:pt x="2474639" y="2522004"/>
                  </a:lnTo>
                  <a:lnTo>
                    <a:pt x="2475085" y="2522338"/>
                  </a:lnTo>
                  <a:lnTo>
                    <a:pt x="2475532" y="2522636"/>
                  </a:lnTo>
                  <a:lnTo>
                    <a:pt x="2475978" y="2522971"/>
                  </a:lnTo>
                  <a:lnTo>
                    <a:pt x="2476425" y="2523269"/>
                  </a:lnTo>
                  <a:lnTo>
                    <a:pt x="2476909" y="2523603"/>
                  </a:lnTo>
                  <a:lnTo>
                    <a:pt x="2477355" y="2523938"/>
                  </a:lnTo>
                  <a:lnTo>
                    <a:pt x="2477802" y="2524236"/>
                  </a:lnTo>
                  <a:lnTo>
                    <a:pt x="2478248" y="2524571"/>
                  </a:lnTo>
                  <a:lnTo>
                    <a:pt x="2478695" y="2524868"/>
                  </a:lnTo>
                  <a:lnTo>
                    <a:pt x="2479178" y="2525166"/>
                  </a:lnTo>
                  <a:lnTo>
                    <a:pt x="2479625" y="2525501"/>
                  </a:lnTo>
                  <a:lnTo>
                    <a:pt x="2480071" y="2525799"/>
                  </a:lnTo>
                  <a:lnTo>
                    <a:pt x="2480518" y="2526133"/>
                  </a:lnTo>
                  <a:lnTo>
                    <a:pt x="2480964" y="2526431"/>
                  </a:lnTo>
                  <a:lnTo>
                    <a:pt x="2481448" y="2526729"/>
                  </a:lnTo>
                  <a:lnTo>
                    <a:pt x="2481894" y="2527064"/>
                  </a:lnTo>
                  <a:lnTo>
                    <a:pt x="2482787" y="2527659"/>
                  </a:lnTo>
                  <a:lnTo>
                    <a:pt x="2483234" y="2527994"/>
                  </a:lnTo>
                  <a:lnTo>
                    <a:pt x="2483717" y="2528292"/>
                  </a:lnTo>
                  <a:lnTo>
                    <a:pt x="2484610" y="2528887"/>
                  </a:lnTo>
                  <a:lnTo>
                    <a:pt x="2485057" y="2529222"/>
                  </a:lnTo>
                  <a:lnTo>
                    <a:pt x="2485950" y="2529817"/>
                  </a:lnTo>
                  <a:lnTo>
                    <a:pt x="2486434" y="2530115"/>
                  </a:lnTo>
                  <a:lnTo>
                    <a:pt x="2486880" y="2530412"/>
                  </a:lnTo>
                  <a:lnTo>
                    <a:pt x="2487327" y="2530747"/>
                  </a:lnTo>
                  <a:lnTo>
                    <a:pt x="2488220" y="2531342"/>
                  </a:lnTo>
                  <a:lnTo>
                    <a:pt x="2488703" y="2531640"/>
                  </a:lnTo>
                  <a:lnTo>
                    <a:pt x="2490489" y="2532831"/>
                  </a:lnTo>
                  <a:lnTo>
                    <a:pt x="2490973" y="2533128"/>
                  </a:lnTo>
                  <a:lnTo>
                    <a:pt x="2492759" y="2534319"/>
                  </a:lnTo>
                  <a:lnTo>
                    <a:pt x="2493242" y="2534617"/>
                  </a:lnTo>
                  <a:lnTo>
                    <a:pt x="2494582" y="2535510"/>
                  </a:lnTo>
                  <a:lnTo>
                    <a:pt x="2495028" y="2535770"/>
                  </a:lnTo>
                  <a:lnTo>
                    <a:pt x="2495512" y="2536068"/>
                  </a:lnTo>
                  <a:lnTo>
                    <a:pt x="2496852" y="2536961"/>
                  </a:lnTo>
                  <a:lnTo>
                    <a:pt x="2497298" y="2537221"/>
                  </a:lnTo>
                  <a:lnTo>
                    <a:pt x="2497782" y="2537519"/>
                  </a:lnTo>
                  <a:lnTo>
                    <a:pt x="2498675" y="2538114"/>
                  </a:lnTo>
                  <a:lnTo>
                    <a:pt x="2499121" y="2538375"/>
                  </a:lnTo>
                  <a:lnTo>
                    <a:pt x="2499568" y="2538672"/>
                  </a:lnTo>
                  <a:lnTo>
                    <a:pt x="2500051" y="2538970"/>
                  </a:lnTo>
                  <a:lnTo>
                    <a:pt x="2500498" y="2539230"/>
                  </a:lnTo>
                  <a:lnTo>
                    <a:pt x="2501391" y="2539826"/>
                  </a:lnTo>
                  <a:lnTo>
                    <a:pt x="2501837" y="2540086"/>
                  </a:lnTo>
                  <a:lnTo>
                    <a:pt x="2502321" y="2540384"/>
                  </a:lnTo>
                  <a:lnTo>
                    <a:pt x="2502767" y="2540644"/>
                  </a:lnTo>
                  <a:lnTo>
                    <a:pt x="2503660" y="2541240"/>
                  </a:lnTo>
                  <a:lnTo>
                    <a:pt x="2504107" y="2541500"/>
                  </a:lnTo>
                  <a:lnTo>
                    <a:pt x="2504553" y="2541798"/>
                  </a:lnTo>
                  <a:lnTo>
                    <a:pt x="2505037" y="2542058"/>
                  </a:lnTo>
                  <a:lnTo>
                    <a:pt x="2505484" y="2542356"/>
                  </a:lnTo>
                  <a:lnTo>
                    <a:pt x="2506377" y="2542877"/>
                  </a:lnTo>
                  <a:lnTo>
                    <a:pt x="2506823" y="2543174"/>
                  </a:lnTo>
                  <a:lnTo>
                    <a:pt x="2507307" y="2543435"/>
                  </a:lnTo>
                  <a:lnTo>
                    <a:pt x="2507753" y="2543732"/>
                  </a:lnTo>
                  <a:lnTo>
                    <a:pt x="2508646" y="2544253"/>
                  </a:lnTo>
                  <a:lnTo>
                    <a:pt x="2509093" y="2544551"/>
                  </a:lnTo>
                  <a:lnTo>
                    <a:pt x="2509576" y="2544811"/>
                  </a:lnTo>
                  <a:lnTo>
                    <a:pt x="2510023" y="2545109"/>
                  </a:lnTo>
                  <a:lnTo>
                    <a:pt x="2511362" y="2545890"/>
                  </a:lnTo>
                  <a:lnTo>
                    <a:pt x="2511846" y="2546188"/>
                  </a:lnTo>
                  <a:lnTo>
                    <a:pt x="2513185" y="2546969"/>
                  </a:lnTo>
                  <a:lnTo>
                    <a:pt x="2513632" y="2547267"/>
                  </a:lnTo>
                  <a:lnTo>
                    <a:pt x="2514116" y="2547528"/>
                  </a:lnTo>
                  <a:lnTo>
                    <a:pt x="2515902" y="2548569"/>
                  </a:lnTo>
                  <a:lnTo>
                    <a:pt x="2516385" y="2548830"/>
                  </a:lnTo>
                  <a:lnTo>
                    <a:pt x="2516832" y="2549127"/>
                  </a:lnTo>
                  <a:lnTo>
                    <a:pt x="2518171" y="2549909"/>
                  </a:lnTo>
                  <a:lnTo>
                    <a:pt x="2518655" y="2550169"/>
                  </a:lnTo>
                  <a:lnTo>
                    <a:pt x="2520887" y="2551471"/>
                  </a:lnTo>
                  <a:lnTo>
                    <a:pt x="2521371" y="2551732"/>
                  </a:lnTo>
                  <a:lnTo>
                    <a:pt x="2521817" y="2551992"/>
                  </a:lnTo>
                  <a:lnTo>
                    <a:pt x="2522264" y="2552216"/>
                  </a:lnTo>
                  <a:lnTo>
                    <a:pt x="2523157" y="2552736"/>
                  </a:lnTo>
                  <a:lnTo>
                    <a:pt x="2523641" y="2552997"/>
                  </a:lnTo>
                  <a:lnTo>
                    <a:pt x="2524980" y="2553778"/>
                  </a:lnTo>
                  <a:lnTo>
                    <a:pt x="2525427" y="2554002"/>
                  </a:lnTo>
                  <a:lnTo>
                    <a:pt x="2525910" y="2554262"/>
                  </a:lnTo>
                  <a:lnTo>
                    <a:pt x="2527250" y="2555043"/>
                  </a:lnTo>
                  <a:lnTo>
                    <a:pt x="2527696" y="2555267"/>
                  </a:lnTo>
                  <a:lnTo>
                    <a:pt x="2528180" y="2555527"/>
                  </a:lnTo>
                  <a:lnTo>
                    <a:pt x="2528626" y="2555787"/>
                  </a:lnTo>
                  <a:lnTo>
                    <a:pt x="2529073" y="2556011"/>
                  </a:lnTo>
                  <a:lnTo>
                    <a:pt x="2529966" y="2556532"/>
                  </a:lnTo>
                  <a:lnTo>
                    <a:pt x="2530449" y="2556755"/>
                  </a:lnTo>
                  <a:lnTo>
                    <a:pt x="2531342" y="2557276"/>
                  </a:lnTo>
                  <a:lnTo>
                    <a:pt x="2531789" y="2557499"/>
                  </a:lnTo>
                  <a:lnTo>
                    <a:pt x="2532235" y="2557760"/>
                  </a:lnTo>
                  <a:lnTo>
                    <a:pt x="2532719" y="2557983"/>
                  </a:lnTo>
                  <a:lnTo>
                    <a:pt x="2533166" y="2558243"/>
                  </a:lnTo>
                  <a:lnTo>
                    <a:pt x="2533612" y="2558466"/>
                  </a:lnTo>
                  <a:lnTo>
                    <a:pt x="2534505" y="2558987"/>
                  </a:lnTo>
                  <a:lnTo>
                    <a:pt x="2534989" y="2559211"/>
                  </a:lnTo>
                  <a:lnTo>
                    <a:pt x="2535435" y="2559471"/>
                  </a:lnTo>
                  <a:lnTo>
                    <a:pt x="2536328" y="2559917"/>
                  </a:lnTo>
                  <a:lnTo>
                    <a:pt x="2536775" y="2560178"/>
                  </a:lnTo>
                  <a:lnTo>
                    <a:pt x="2537221" y="2560401"/>
                  </a:lnTo>
                  <a:lnTo>
                    <a:pt x="2537705" y="2560662"/>
                  </a:lnTo>
                  <a:lnTo>
                    <a:pt x="2538151" y="2560885"/>
                  </a:lnTo>
                  <a:lnTo>
                    <a:pt x="2538598" y="2561145"/>
                  </a:lnTo>
                  <a:lnTo>
                    <a:pt x="2539491" y="2561592"/>
                  </a:lnTo>
                  <a:lnTo>
                    <a:pt x="2539974" y="2561852"/>
                  </a:lnTo>
                  <a:lnTo>
                    <a:pt x="2540867" y="2562299"/>
                  </a:lnTo>
                  <a:lnTo>
                    <a:pt x="2541314" y="2562559"/>
                  </a:lnTo>
                  <a:lnTo>
                    <a:pt x="2541760" y="2562782"/>
                  </a:lnTo>
                  <a:lnTo>
                    <a:pt x="2542244" y="2563006"/>
                  </a:lnTo>
                  <a:lnTo>
                    <a:pt x="2542691" y="2563229"/>
                  </a:lnTo>
                  <a:lnTo>
                    <a:pt x="2543137" y="2563489"/>
                  </a:lnTo>
                  <a:lnTo>
                    <a:pt x="2544030" y="2563936"/>
                  </a:lnTo>
                  <a:lnTo>
                    <a:pt x="2544514" y="2564159"/>
                  </a:lnTo>
                  <a:lnTo>
                    <a:pt x="2544960" y="2564382"/>
                  </a:lnTo>
                  <a:lnTo>
                    <a:pt x="2545407" y="2564643"/>
                  </a:lnTo>
                  <a:lnTo>
                    <a:pt x="2546300" y="2565089"/>
                  </a:lnTo>
                  <a:lnTo>
                    <a:pt x="2546783" y="2565312"/>
                  </a:lnTo>
                  <a:lnTo>
                    <a:pt x="2548123" y="2565982"/>
                  </a:lnTo>
                  <a:lnTo>
                    <a:pt x="2548569" y="2566243"/>
                  </a:lnTo>
                  <a:lnTo>
                    <a:pt x="2549053" y="2566466"/>
                  </a:lnTo>
                  <a:lnTo>
                    <a:pt x="2550839" y="2567359"/>
                  </a:lnTo>
                  <a:lnTo>
                    <a:pt x="2551323" y="2567582"/>
                  </a:lnTo>
                  <a:lnTo>
                    <a:pt x="2553555" y="2568698"/>
                  </a:lnTo>
                  <a:lnTo>
                    <a:pt x="2554039" y="2568884"/>
                  </a:lnTo>
                  <a:lnTo>
                    <a:pt x="2555825" y="2569777"/>
                  </a:lnTo>
                  <a:lnTo>
                    <a:pt x="2556308" y="2570001"/>
                  </a:lnTo>
                  <a:lnTo>
                    <a:pt x="2557201" y="2570447"/>
                  </a:lnTo>
                  <a:lnTo>
                    <a:pt x="2557648" y="2570633"/>
                  </a:lnTo>
                  <a:lnTo>
                    <a:pt x="2558094" y="2570856"/>
                  </a:lnTo>
                  <a:lnTo>
                    <a:pt x="2558578" y="2571080"/>
                  </a:lnTo>
                  <a:lnTo>
                    <a:pt x="2559471" y="2571526"/>
                  </a:lnTo>
                  <a:lnTo>
                    <a:pt x="2559917" y="2571712"/>
                  </a:lnTo>
                  <a:lnTo>
                    <a:pt x="2560364" y="2571935"/>
                  </a:lnTo>
                  <a:lnTo>
                    <a:pt x="2560848" y="2572159"/>
                  </a:lnTo>
                  <a:lnTo>
                    <a:pt x="2561294" y="2572345"/>
                  </a:lnTo>
                  <a:lnTo>
                    <a:pt x="2562634" y="2573014"/>
                  </a:lnTo>
                  <a:lnTo>
                    <a:pt x="2563117" y="2573200"/>
                  </a:lnTo>
                  <a:lnTo>
                    <a:pt x="2563564" y="2573424"/>
                  </a:lnTo>
                  <a:lnTo>
                    <a:pt x="2564010" y="2573610"/>
                  </a:lnTo>
                  <a:lnTo>
                    <a:pt x="2564903" y="2574056"/>
                  </a:lnTo>
                  <a:lnTo>
                    <a:pt x="2565387" y="2574242"/>
                  </a:lnTo>
                  <a:lnTo>
                    <a:pt x="2565833" y="2574465"/>
                  </a:lnTo>
                  <a:lnTo>
                    <a:pt x="2566280" y="2574651"/>
                  </a:lnTo>
                  <a:lnTo>
                    <a:pt x="2567173" y="2575098"/>
                  </a:lnTo>
                  <a:lnTo>
                    <a:pt x="2567657" y="2575284"/>
                  </a:lnTo>
                  <a:lnTo>
                    <a:pt x="2568103" y="2575507"/>
                  </a:lnTo>
                  <a:lnTo>
                    <a:pt x="2568549" y="2575693"/>
                  </a:lnTo>
                  <a:lnTo>
                    <a:pt x="2568996" y="2575917"/>
                  </a:lnTo>
                  <a:lnTo>
                    <a:pt x="2569442" y="2576103"/>
                  </a:lnTo>
                  <a:lnTo>
                    <a:pt x="2569889" y="2576326"/>
                  </a:lnTo>
                  <a:lnTo>
                    <a:pt x="2570373" y="2576512"/>
                  </a:lnTo>
                  <a:lnTo>
                    <a:pt x="2570819" y="2576698"/>
                  </a:lnTo>
                  <a:lnTo>
                    <a:pt x="2571266" y="2576921"/>
                  </a:lnTo>
                  <a:lnTo>
                    <a:pt x="2571712" y="2577107"/>
                  </a:lnTo>
                  <a:lnTo>
                    <a:pt x="2572159" y="2577330"/>
                  </a:lnTo>
                  <a:lnTo>
                    <a:pt x="2572642" y="2577516"/>
                  </a:lnTo>
                  <a:lnTo>
                    <a:pt x="2573089" y="2577702"/>
                  </a:lnTo>
                  <a:lnTo>
                    <a:pt x="2573535" y="2577926"/>
                  </a:lnTo>
                  <a:lnTo>
                    <a:pt x="2573982" y="2578112"/>
                  </a:lnTo>
                  <a:lnTo>
                    <a:pt x="2574428" y="2578335"/>
                  </a:lnTo>
                  <a:lnTo>
                    <a:pt x="2574912" y="2578521"/>
                  </a:lnTo>
                  <a:lnTo>
                    <a:pt x="2575358" y="2578707"/>
                  </a:lnTo>
                  <a:lnTo>
                    <a:pt x="2575805" y="2578930"/>
                  </a:lnTo>
                  <a:lnTo>
                    <a:pt x="2576698" y="2579302"/>
                  </a:lnTo>
                  <a:lnTo>
                    <a:pt x="2577182" y="2579488"/>
                  </a:lnTo>
                  <a:lnTo>
                    <a:pt x="2577628" y="2579712"/>
                  </a:lnTo>
                  <a:lnTo>
                    <a:pt x="2578967" y="2580270"/>
                  </a:lnTo>
                  <a:lnTo>
                    <a:pt x="2579451" y="2580493"/>
                  </a:lnTo>
                  <a:lnTo>
                    <a:pt x="2581237" y="2581237"/>
                  </a:lnTo>
                  <a:lnTo>
                    <a:pt x="2581721" y="2581423"/>
                  </a:lnTo>
                  <a:lnTo>
                    <a:pt x="2582167" y="2581646"/>
                  </a:lnTo>
                  <a:lnTo>
                    <a:pt x="2583507" y="2582204"/>
                  </a:lnTo>
                  <a:lnTo>
                    <a:pt x="2583990" y="2582390"/>
                  </a:lnTo>
                  <a:lnTo>
                    <a:pt x="2585776" y="2583135"/>
                  </a:lnTo>
                  <a:lnTo>
                    <a:pt x="2586260" y="2583321"/>
                  </a:lnTo>
                  <a:lnTo>
                    <a:pt x="2588492" y="2584251"/>
                  </a:lnTo>
                  <a:lnTo>
                    <a:pt x="2588976" y="2584437"/>
                  </a:lnTo>
                  <a:lnTo>
                    <a:pt x="2590762" y="2585181"/>
                  </a:lnTo>
                  <a:lnTo>
                    <a:pt x="2591246" y="2585367"/>
                  </a:lnTo>
                  <a:lnTo>
                    <a:pt x="2592585" y="2585925"/>
                  </a:lnTo>
                  <a:lnTo>
                    <a:pt x="2593032" y="2586074"/>
                  </a:lnTo>
                  <a:lnTo>
                    <a:pt x="2593515" y="2586260"/>
                  </a:lnTo>
                  <a:lnTo>
                    <a:pt x="2595301" y="2587004"/>
                  </a:lnTo>
                  <a:lnTo>
                    <a:pt x="2595785" y="2587153"/>
                  </a:lnTo>
                  <a:lnTo>
                    <a:pt x="2597124" y="2587711"/>
                  </a:lnTo>
                  <a:lnTo>
                    <a:pt x="2597571" y="2587860"/>
                  </a:lnTo>
                  <a:lnTo>
                    <a:pt x="2598055" y="2588046"/>
                  </a:lnTo>
                  <a:lnTo>
                    <a:pt x="2598948" y="2588418"/>
                  </a:lnTo>
                  <a:lnTo>
                    <a:pt x="2599394" y="2588567"/>
                  </a:lnTo>
                  <a:lnTo>
                    <a:pt x="2599841" y="2588753"/>
                  </a:lnTo>
                  <a:lnTo>
                    <a:pt x="2600324" y="2588939"/>
                  </a:lnTo>
                  <a:lnTo>
                    <a:pt x="2600771" y="2589088"/>
                  </a:lnTo>
                  <a:lnTo>
                    <a:pt x="2601664" y="2589460"/>
                  </a:lnTo>
                  <a:lnTo>
                    <a:pt x="2602110" y="2589609"/>
                  </a:lnTo>
                  <a:lnTo>
                    <a:pt x="2602594" y="2589795"/>
                  </a:lnTo>
                  <a:lnTo>
                    <a:pt x="2603040" y="2589981"/>
                  </a:lnTo>
                  <a:lnTo>
                    <a:pt x="2603487" y="2590130"/>
                  </a:lnTo>
                  <a:lnTo>
                    <a:pt x="2603933" y="2590316"/>
                  </a:lnTo>
                  <a:lnTo>
                    <a:pt x="2604380" y="2590464"/>
                  </a:lnTo>
                  <a:lnTo>
                    <a:pt x="2604826" y="2590650"/>
                  </a:lnTo>
                  <a:lnTo>
                    <a:pt x="2605310" y="2590799"/>
                  </a:lnTo>
                  <a:lnTo>
                    <a:pt x="2606203" y="2591171"/>
                  </a:lnTo>
                  <a:lnTo>
                    <a:pt x="2606649" y="2591320"/>
                  </a:lnTo>
                  <a:lnTo>
                    <a:pt x="2607096" y="2591506"/>
                  </a:lnTo>
                  <a:lnTo>
                    <a:pt x="2607580" y="2591655"/>
                  </a:lnTo>
                  <a:lnTo>
                    <a:pt x="2608026" y="2591841"/>
                  </a:lnTo>
                  <a:lnTo>
                    <a:pt x="2608473" y="2591990"/>
                  </a:lnTo>
                  <a:lnTo>
                    <a:pt x="2608919" y="2592176"/>
                  </a:lnTo>
                  <a:lnTo>
                    <a:pt x="2609366" y="2592325"/>
                  </a:lnTo>
                  <a:lnTo>
                    <a:pt x="2609849" y="2592474"/>
                  </a:lnTo>
                  <a:lnTo>
                    <a:pt x="2610296" y="2592660"/>
                  </a:lnTo>
                  <a:lnTo>
                    <a:pt x="2610742" y="2592808"/>
                  </a:lnTo>
                  <a:lnTo>
                    <a:pt x="2611189" y="2592994"/>
                  </a:lnTo>
                  <a:lnTo>
                    <a:pt x="2611635" y="2593143"/>
                  </a:lnTo>
                  <a:lnTo>
                    <a:pt x="2612119" y="2593329"/>
                  </a:lnTo>
                  <a:lnTo>
                    <a:pt x="2613012" y="2593627"/>
                  </a:lnTo>
                  <a:lnTo>
                    <a:pt x="2613458" y="2593813"/>
                  </a:lnTo>
                  <a:lnTo>
                    <a:pt x="2613905" y="2593962"/>
                  </a:lnTo>
                  <a:lnTo>
                    <a:pt x="2614389" y="2594111"/>
                  </a:lnTo>
                  <a:lnTo>
                    <a:pt x="2614835" y="2594297"/>
                  </a:lnTo>
                  <a:lnTo>
                    <a:pt x="2615728" y="2594594"/>
                  </a:lnTo>
                  <a:lnTo>
                    <a:pt x="2616174" y="2594780"/>
                  </a:lnTo>
                  <a:lnTo>
                    <a:pt x="2616658" y="2594929"/>
                  </a:lnTo>
                  <a:lnTo>
                    <a:pt x="2617105" y="2595078"/>
                  </a:lnTo>
                  <a:lnTo>
                    <a:pt x="2617551" y="2595264"/>
                  </a:lnTo>
                  <a:lnTo>
                    <a:pt x="2618444" y="2595562"/>
                  </a:lnTo>
                  <a:lnTo>
                    <a:pt x="2618928" y="2595711"/>
                  </a:lnTo>
                  <a:lnTo>
                    <a:pt x="2619374" y="2595897"/>
                  </a:lnTo>
                  <a:lnTo>
                    <a:pt x="2621160" y="2596492"/>
                  </a:lnTo>
                  <a:lnTo>
                    <a:pt x="2621644" y="2596678"/>
                  </a:lnTo>
                  <a:lnTo>
                    <a:pt x="2623430" y="2597273"/>
                  </a:lnTo>
                  <a:lnTo>
                    <a:pt x="2623914" y="2597422"/>
                  </a:lnTo>
                  <a:lnTo>
                    <a:pt x="2624360" y="2597571"/>
                  </a:lnTo>
                  <a:lnTo>
                    <a:pt x="2624807" y="2597757"/>
                  </a:lnTo>
                  <a:lnTo>
                    <a:pt x="2625699" y="2598055"/>
                  </a:lnTo>
                  <a:lnTo>
                    <a:pt x="2626183" y="2598204"/>
                  </a:lnTo>
                  <a:lnTo>
                    <a:pt x="2627969" y="2598799"/>
                  </a:lnTo>
                  <a:lnTo>
                    <a:pt x="2628453" y="2598948"/>
                  </a:lnTo>
                  <a:lnTo>
                    <a:pt x="2630239" y="2599543"/>
                  </a:lnTo>
                  <a:lnTo>
                    <a:pt x="2630722" y="2599692"/>
                  </a:lnTo>
                  <a:lnTo>
                    <a:pt x="2632508" y="2600287"/>
                  </a:lnTo>
                  <a:lnTo>
                    <a:pt x="2632992" y="2600436"/>
                  </a:lnTo>
                  <a:lnTo>
                    <a:pt x="2634778" y="2601031"/>
                  </a:lnTo>
                  <a:lnTo>
                    <a:pt x="2635262" y="2601143"/>
                  </a:lnTo>
                  <a:lnTo>
                    <a:pt x="2637494" y="2601887"/>
                  </a:lnTo>
                  <a:lnTo>
                    <a:pt x="2637978" y="2602036"/>
                  </a:lnTo>
                  <a:lnTo>
                    <a:pt x="2638424" y="2602147"/>
                  </a:lnTo>
                  <a:lnTo>
                    <a:pt x="2639764" y="2602594"/>
                  </a:lnTo>
                  <a:lnTo>
                    <a:pt x="2640247" y="2602743"/>
                  </a:lnTo>
                  <a:lnTo>
                    <a:pt x="2640694" y="2602854"/>
                  </a:lnTo>
                  <a:lnTo>
                    <a:pt x="2642033" y="2603301"/>
                  </a:lnTo>
                  <a:lnTo>
                    <a:pt x="2642517" y="2603412"/>
                  </a:lnTo>
                  <a:lnTo>
                    <a:pt x="2643857" y="2603859"/>
                  </a:lnTo>
                  <a:lnTo>
                    <a:pt x="2644303" y="2603971"/>
                  </a:lnTo>
                  <a:lnTo>
                    <a:pt x="2644787" y="2604119"/>
                  </a:lnTo>
                  <a:lnTo>
                    <a:pt x="2645233" y="2604268"/>
                  </a:lnTo>
                  <a:lnTo>
                    <a:pt x="2645680" y="2604380"/>
                  </a:lnTo>
                  <a:lnTo>
                    <a:pt x="2646573" y="2604678"/>
                  </a:lnTo>
                  <a:lnTo>
                    <a:pt x="2647056" y="2604789"/>
                  </a:lnTo>
                  <a:lnTo>
                    <a:pt x="2647949" y="2605087"/>
                  </a:lnTo>
                  <a:lnTo>
                    <a:pt x="2648396" y="2605198"/>
                  </a:lnTo>
                  <a:lnTo>
                    <a:pt x="2648842" y="2605347"/>
                  </a:lnTo>
                  <a:lnTo>
                    <a:pt x="2649326" y="2605459"/>
                  </a:lnTo>
                  <a:lnTo>
                    <a:pt x="2650219" y="2605757"/>
                  </a:lnTo>
                  <a:lnTo>
                    <a:pt x="2650665" y="2605868"/>
                  </a:lnTo>
                  <a:lnTo>
                    <a:pt x="2651112" y="2606017"/>
                  </a:lnTo>
                  <a:lnTo>
                    <a:pt x="2651596" y="2606129"/>
                  </a:lnTo>
                  <a:lnTo>
                    <a:pt x="2652042" y="2606277"/>
                  </a:lnTo>
                  <a:lnTo>
                    <a:pt x="2652489" y="2606389"/>
                  </a:lnTo>
                  <a:lnTo>
                    <a:pt x="2652935" y="2606538"/>
                  </a:lnTo>
                  <a:lnTo>
                    <a:pt x="2653382" y="2606650"/>
                  </a:lnTo>
                  <a:lnTo>
                    <a:pt x="2653828" y="2606798"/>
                  </a:lnTo>
                  <a:lnTo>
                    <a:pt x="2654312" y="2606910"/>
                  </a:lnTo>
                  <a:lnTo>
                    <a:pt x="2654758" y="2607059"/>
                  </a:lnTo>
                  <a:lnTo>
                    <a:pt x="2655205" y="2607170"/>
                  </a:lnTo>
                  <a:lnTo>
                    <a:pt x="2655651" y="2607319"/>
                  </a:lnTo>
                  <a:lnTo>
                    <a:pt x="2656098" y="2607431"/>
                  </a:lnTo>
                  <a:lnTo>
                    <a:pt x="2656581" y="2607580"/>
                  </a:lnTo>
                  <a:lnTo>
                    <a:pt x="2657028" y="2607691"/>
                  </a:lnTo>
                  <a:lnTo>
                    <a:pt x="2657474" y="2607840"/>
                  </a:lnTo>
                  <a:lnTo>
                    <a:pt x="2657921" y="2607952"/>
                  </a:lnTo>
                  <a:lnTo>
                    <a:pt x="2658367" y="2608101"/>
                  </a:lnTo>
                  <a:lnTo>
                    <a:pt x="2658851" y="2608212"/>
                  </a:lnTo>
                  <a:lnTo>
                    <a:pt x="2659297" y="2608324"/>
                  </a:lnTo>
                  <a:lnTo>
                    <a:pt x="2659744" y="2608473"/>
                  </a:lnTo>
                  <a:lnTo>
                    <a:pt x="2660190" y="2608584"/>
                  </a:lnTo>
                  <a:lnTo>
                    <a:pt x="2660637" y="2608733"/>
                  </a:lnTo>
                  <a:lnTo>
                    <a:pt x="2661121" y="2608845"/>
                  </a:lnTo>
                  <a:lnTo>
                    <a:pt x="2661567" y="2608956"/>
                  </a:lnTo>
                  <a:lnTo>
                    <a:pt x="2662014" y="2609105"/>
                  </a:lnTo>
                  <a:lnTo>
                    <a:pt x="2662907" y="2609328"/>
                  </a:lnTo>
                  <a:lnTo>
                    <a:pt x="2663390" y="2609477"/>
                  </a:lnTo>
                  <a:lnTo>
                    <a:pt x="2664283" y="2609700"/>
                  </a:lnTo>
                  <a:lnTo>
                    <a:pt x="2664730" y="2609849"/>
                  </a:lnTo>
                  <a:lnTo>
                    <a:pt x="2665176" y="2609961"/>
                  </a:lnTo>
                  <a:lnTo>
                    <a:pt x="2665660" y="2610073"/>
                  </a:lnTo>
                  <a:lnTo>
                    <a:pt x="2666106" y="2610221"/>
                  </a:lnTo>
                  <a:lnTo>
                    <a:pt x="2667446" y="2610556"/>
                  </a:lnTo>
                  <a:lnTo>
                    <a:pt x="2667930" y="2610705"/>
                  </a:lnTo>
                  <a:lnTo>
                    <a:pt x="2669715" y="2611152"/>
                  </a:lnTo>
                  <a:lnTo>
                    <a:pt x="2670199" y="2611300"/>
                  </a:lnTo>
                  <a:lnTo>
                    <a:pt x="2671985" y="2611747"/>
                  </a:lnTo>
                  <a:lnTo>
                    <a:pt x="2672431" y="2611896"/>
                  </a:lnTo>
                  <a:lnTo>
                    <a:pt x="2672915" y="2612007"/>
                  </a:lnTo>
                  <a:lnTo>
                    <a:pt x="2674701" y="2612454"/>
                  </a:lnTo>
                  <a:lnTo>
                    <a:pt x="2675185" y="2612565"/>
                  </a:lnTo>
                  <a:lnTo>
                    <a:pt x="2675631" y="2612714"/>
                  </a:lnTo>
                  <a:lnTo>
                    <a:pt x="2676971" y="2613049"/>
                  </a:lnTo>
                  <a:lnTo>
                    <a:pt x="2677455" y="2613161"/>
                  </a:lnTo>
                  <a:lnTo>
                    <a:pt x="2679240" y="2613607"/>
                  </a:lnTo>
                  <a:lnTo>
                    <a:pt x="2679724" y="2613719"/>
                  </a:lnTo>
                  <a:lnTo>
                    <a:pt x="2681510" y="2614165"/>
                  </a:lnTo>
                  <a:lnTo>
                    <a:pt x="2681994" y="2614277"/>
                  </a:lnTo>
                  <a:lnTo>
                    <a:pt x="2683780" y="2614723"/>
                  </a:lnTo>
                  <a:lnTo>
                    <a:pt x="2684263" y="2614835"/>
                  </a:lnTo>
                  <a:lnTo>
                    <a:pt x="2686049" y="2615282"/>
                  </a:lnTo>
                  <a:lnTo>
                    <a:pt x="2686533" y="2615393"/>
                  </a:lnTo>
                  <a:lnTo>
                    <a:pt x="2688319" y="2615840"/>
                  </a:lnTo>
                  <a:lnTo>
                    <a:pt x="2688765" y="2615914"/>
                  </a:lnTo>
                  <a:lnTo>
                    <a:pt x="2689249" y="2616026"/>
                  </a:lnTo>
                  <a:lnTo>
                    <a:pt x="2691035" y="2616472"/>
                  </a:lnTo>
                  <a:lnTo>
                    <a:pt x="2691519" y="2616584"/>
                  </a:lnTo>
                  <a:lnTo>
                    <a:pt x="2691965" y="2616658"/>
                  </a:lnTo>
                  <a:lnTo>
                    <a:pt x="2693305" y="2616993"/>
                  </a:lnTo>
                  <a:lnTo>
                    <a:pt x="2693788" y="2617105"/>
                  </a:lnTo>
                  <a:lnTo>
                    <a:pt x="2694235" y="2617216"/>
                  </a:lnTo>
                  <a:lnTo>
                    <a:pt x="2694681" y="2617291"/>
                  </a:lnTo>
                  <a:lnTo>
                    <a:pt x="2695574" y="2617514"/>
                  </a:lnTo>
                  <a:lnTo>
                    <a:pt x="2696058" y="2617626"/>
                  </a:lnTo>
                  <a:lnTo>
                    <a:pt x="2696505" y="2617700"/>
                  </a:lnTo>
                  <a:lnTo>
                    <a:pt x="2697844" y="2618035"/>
                  </a:lnTo>
                  <a:lnTo>
                    <a:pt x="2698328" y="2618109"/>
                  </a:lnTo>
                  <a:lnTo>
                    <a:pt x="2699667" y="2618444"/>
                  </a:lnTo>
                  <a:lnTo>
                    <a:pt x="2700114" y="2618519"/>
                  </a:lnTo>
                  <a:lnTo>
                    <a:pt x="2700597" y="2618630"/>
                  </a:lnTo>
                  <a:lnTo>
                    <a:pt x="2701044" y="2618742"/>
                  </a:lnTo>
                  <a:lnTo>
                    <a:pt x="2701490" y="2618816"/>
                  </a:lnTo>
                  <a:lnTo>
                    <a:pt x="2702383" y="2619039"/>
                  </a:lnTo>
                  <a:lnTo>
                    <a:pt x="2702867" y="2619114"/>
                  </a:lnTo>
                  <a:lnTo>
                    <a:pt x="2703760" y="2619337"/>
                  </a:lnTo>
                  <a:lnTo>
                    <a:pt x="2704206" y="2619411"/>
                  </a:lnTo>
                  <a:lnTo>
                    <a:pt x="2705099" y="2619635"/>
                  </a:lnTo>
                  <a:lnTo>
                    <a:pt x="2705583" y="2619709"/>
                  </a:lnTo>
                  <a:lnTo>
                    <a:pt x="2706030" y="2619821"/>
                  </a:lnTo>
                  <a:lnTo>
                    <a:pt x="2706476" y="2619895"/>
                  </a:lnTo>
                  <a:lnTo>
                    <a:pt x="2707369" y="2620118"/>
                  </a:lnTo>
                  <a:lnTo>
                    <a:pt x="2707853" y="2620193"/>
                  </a:lnTo>
                  <a:lnTo>
                    <a:pt x="2708299" y="2620304"/>
                  </a:lnTo>
                  <a:lnTo>
                    <a:pt x="2708746" y="2620379"/>
                  </a:lnTo>
                  <a:lnTo>
                    <a:pt x="2709639" y="2620602"/>
                  </a:lnTo>
                  <a:lnTo>
                    <a:pt x="2710122" y="2620677"/>
                  </a:lnTo>
                  <a:lnTo>
                    <a:pt x="2710569" y="2620788"/>
                  </a:lnTo>
                  <a:lnTo>
                    <a:pt x="2711015" y="2620863"/>
                  </a:lnTo>
                  <a:lnTo>
                    <a:pt x="2711462" y="2620974"/>
                  </a:lnTo>
                  <a:lnTo>
                    <a:pt x="2711908" y="2621049"/>
                  </a:lnTo>
                  <a:lnTo>
                    <a:pt x="2712392" y="2621160"/>
                  </a:lnTo>
                  <a:lnTo>
                    <a:pt x="2712838" y="2621235"/>
                  </a:lnTo>
                  <a:lnTo>
                    <a:pt x="2713285" y="2621346"/>
                  </a:lnTo>
                  <a:lnTo>
                    <a:pt x="2713731" y="2621421"/>
                  </a:lnTo>
                  <a:lnTo>
                    <a:pt x="2714178" y="2621532"/>
                  </a:lnTo>
                  <a:lnTo>
                    <a:pt x="2714662" y="2621607"/>
                  </a:lnTo>
                  <a:lnTo>
                    <a:pt x="2715108" y="2621718"/>
                  </a:lnTo>
                  <a:lnTo>
                    <a:pt x="2715555" y="2621793"/>
                  </a:lnTo>
                  <a:lnTo>
                    <a:pt x="2716001" y="2621904"/>
                  </a:lnTo>
                  <a:lnTo>
                    <a:pt x="2716447" y="2621979"/>
                  </a:lnTo>
                  <a:lnTo>
                    <a:pt x="2716931" y="2622090"/>
                  </a:lnTo>
                  <a:lnTo>
                    <a:pt x="2717378" y="2622165"/>
                  </a:lnTo>
                  <a:lnTo>
                    <a:pt x="2717824" y="2622276"/>
                  </a:lnTo>
                  <a:lnTo>
                    <a:pt x="2718717" y="2622425"/>
                  </a:lnTo>
                  <a:lnTo>
                    <a:pt x="2719201" y="2622537"/>
                  </a:lnTo>
                  <a:lnTo>
                    <a:pt x="2719647" y="2622611"/>
                  </a:lnTo>
                  <a:lnTo>
                    <a:pt x="2720094" y="2622723"/>
                  </a:lnTo>
                  <a:lnTo>
                    <a:pt x="2720987" y="2622872"/>
                  </a:lnTo>
                  <a:lnTo>
                    <a:pt x="2721433" y="2622983"/>
                  </a:lnTo>
                  <a:lnTo>
                    <a:pt x="2721917" y="2623058"/>
                  </a:lnTo>
                  <a:lnTo>
                    <a:pt x="2722363" y="2623169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91195" y="3062250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h="359410">
                  <a:moveTo>
                    <a:pt x="0" y="0"/>
                  </a:moveTo>
                  <a:lnTo>
                    <a:pt x="0" y="359085"/>
                  </a:lnTo>
                </a:path>
              </a:pathLst>
            </a:custGeom>
            <a:ln w="101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44898" y="1835912"/>
              <a:ext cx="0" cy="1585595"/>
            </a:xfrm>
            <a:custGeom>
              <a:avLst/>
              <a:gdLst/>
              <a:ahLst/>
              <a:cxnLst/>
              <a:rect l="l" t="t" r="r" b="b"/>
              <a:pathLst>
                <a:path h="1585595">
                  <a:moveTo>
                    <a:pt x="0" y="0"/>
                  </a:moveTo>
                  <a:lnTo>
                    <a:pt x="0" y="1585422"/>
                  </a:lnTo>
                </a:path>
              </a:pathLst>
            </a:custGeom>
            <a:ln w="1016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1352" y="636054"/>
              <a:ext cx="2994660" cy="2918460"/>
            </a:xfrm>
            <a:custGeom>
              <a:avLst/>
              <a:gdLst/>
              <a:ahLst/>
              <a:cxnLst/>
              <a:rect l="l" t="t" r="r" b="b"/>
              <a:pathLst>
                <a:path w="2994660" h="2918460">
                  <a:moveTo>
                    <a:pt x="0" y="2917886"/>
                  </a:moveTo>
                  <a:lnTo>
                    <a:pt x="2994570" y="2917886"/>
                  </a:lnTo>
                  <a:lnTo>
                    <a:pt x="2994570" y="0"/>
                  </a:lnTo>
                  <a:lnTo>
                    <a:pt x="0" y="0"/>
                  </a:lnTo>
                  <a:lnTo>
                    <a:pt x="0" y="29178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961" y="3391755"/>
            <a:ext cx="155682" cy="5897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965" y="2726828"/>
            <a:ext cx="155302" cy="5923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961" y="1396937"/>
            <a:ext cx="155715" cy="5927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4961" y="732197"/>
            <a:ext cx="156943" cy="58898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975270" y="342133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75270" y="2756408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75270" y="209148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75270" y="142659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75270" y="761665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37456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044898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498637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06080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95070" y="3600081"/>
            <a:ext cx="85725" cy="59690"/>
          </a:xfrm>
          <a:custGeom>
            <a:avLst/>
            <a:gdLst/>
            <a:ahLst/>
            <a:cxnLst/>
            <a:rect l="l" t="t" r="r" b="b"/>
            <a:pathLst>
              <a:path w="85725" h="59689">
                <a:moveTo>
                  <a:pt x="38176" y="52235"/>
                </a:moveTo>
                <a:lnTo>
                  <a:pt x="8115" y="52235"/>
                </a:lnTo>
                <a:lnTo>
                  <a:pt x="9271" y="49974"/>
                </a:lnTo>
                <a:lnTo>
                  <a:pt x="10833" y="47777"/>
                </a:lnTo>
                <a:lnTo>
                  <a:pt x="15697" y="42710"/>
                </a:lnTo>
                <a:lnTo>
                  <a:pt x="25641" y="34378"/>
                </a:lnTo>
                <a:lnTo>
                  <a:pt x="31546" y="28651"/>
                </a:lnTo>
                <a:lnTo>
                  <a:pt x="34709" y="24371"/>
                </a:lnTo>
                <a:lnTo>
                  <a:pt x="36614" y="20243"/>
                </a:lnTo>
                <a:lnTo>
                  <a:pt x="37249" y="16929"/>
                </a:lnTo>
                <a:lnTo>
                  <a:pt x="37172" y="13550"/>
                </a:lnTo>
                <a:lnTo>
                  <a:pt x="18300" y="0"/>
                </a:lnTo>
                <a:lnTo>
                  <a:pt x="14287" y="406"/>
                </a:lnTo>
                <a:lnTo>
                  <a:pt x="330" y="15113"/>
                </a:lnTo>
                <a:lnTo>
                  <a:pt x="7848" y="15773"/>
                </a:lnTo>
                <a:lnTo>
                  <a:pt x="8293" y="13512"/>
                </a:lnTo>
                <a:lnTo>
                  <a:pt x="9271" y="11201"/>
                </a:lnTo>
                <a:lnTo>
                  <a:pt x="19202" y="6032"/>
                </a:lnTo>
                <a:lnTo>
                  <a:pt x="21882" y="6286"/>
                </a:lnTo>
                <a:lnTo>
                  <a:pt x="29654" y="14630"/>
                </a:lnTo>
                <a:lnTo>
                  <a:pt x="29654" y="17411"/>
                </a:lnTo>
                <a:lnTo>
                  <a:pt x="17297" y="33223"/>
                </a:lnTo>
                <a:lnTo>
                  <a:pt x="8153" y="41376"/>
                </a:lnTo>
                <a:lnTo>
                  <a:pt x="5651" y="44170"/>
                </a:lnTo>
                <a:lnTo>
                  <a:pt x="3352" y="47180"/>
                </a:lnTo>
                <a:lnTo>
                  <a:pt x="1790" y="49669"/>
                </a:lnTo>
                <a:lnTo>
                  <a:pt x="0" y="53314"/>
                </a:lnTo>
                <a:lnTo>
                  <a:pt x="0" y="58534"/>
                </a:lnTo>
                <a:lnTo>
                  <a:pt x="38176" y="58534"/>
                </a:lnTo>
                <a:lnTo>
                  <a:pt x="38176" y="52235"/>
                </a:lnTo>
                <a:close/>
              </a:path>
              <a:path w="85725" h="59689">
                <a:moveTo>
                  <a:pt x="85280" y="21170"/>
                </a:moveTo>
                <a:lnTo>
                  <a:pt x="77724" y="3835"/>
                </a:lnTo>
                <a:lnTo>
                  <a:pt x="77724" y="20167"/>
                </a:lnTo>
                <a:lnTo>
                  <a:pt x="77647" y="38925"/>
                </a:lnTo>
                <a:lnTo>
                  <a:pt x="77355" y="40817"/>
                </a:lnTo>
                <a:lnTo>
                  <a:pt x="77254" y="41262"/>
                </a:lnTo>
                <a:lnTo>
                  <a:pt x="77165" y="41706"/>
                </a:lnTo>
                <a:lnTo>
                  <a:pt x="68427" y="53022"/>
                </a:lnTo>
                <a:lnTo>
                  <a:pt x="62839" y="53022"/>
                </a:lnTo>
                <a:lnTo>
                  <a:pt x="56400" y="48145"/>
                </a:lnTo>
                <a:lnTo>
                  <a:pt x="56070" y="47586"/>
                </a:lnTo>
                <a:lnTo>
                  <a:pt x="55778" y="46990"/>
                </a:lnTo>
                <a:lnTo>
                  <a:pt x="55511" y="46329"/>
                </a:lnTo>
                <a:lnTo>
                  <a:pt x="55219" y="45656"/>
                </a:lnTo>
                <a:lnTo>
                  <a:pt x="54737" y="44208"/>
                </a:lnTo>
                <a:lnTo>
                  <a:pt x="54508" y="43383"/>
                </a:lnTo>
                <a:lnTo>
                  <a:pt x="54317" y="42532"/>
                </a:lnTo>
                <a:lnTo>
                  <a:pt x="54102" y="41706"/>
                </a:lnTo>
                <a:lnTo>
                  <a:pt x="54025" y="41262"/>
                </a:lnTo>
                <a:lnTo>
                  <a:pt x="53949" y="40817"/>
                </a:lnTo>
                <a:lnTo>
                  <a:pt x="53797" y="40043"/>
                </a:lnTo>
                <a:lnTo>
                  <a:pt x="63474" y="6146"/>
                </a:lnTo>
                <a:lnTo>
                  <a:pt x="68084" y="6146"/>
                </a:lnTo>
                <a:lnTo>
                  <a:pt x="74460" y="10121"/>
                </a:lnTo>
                <a:lnTo>
                  <a:pt x="75006" y="10947"/>
                </a:lnTo>
                <a:lnTo>
                  <a:pt x="75311" y="11493"/>
                </a:lnTo>
                <a:lnTo>
                  <a:pt x="75907" y="12763"/>
                </a:lnTo>
                <a:lnTo>
                  <a:pt x="76009" y="13068"/>
                </a:lnTo>
                <a:lnTo>
                  <a:pt x="76428" y="14135"/>
                </a:lnTo>
                <a:lnTo>
                  <a:pt x="76873" y="15671"/>
                </a:lnTo>
                <a:lnTo>
                  <a:pt x="77431" y="18237"/>
                </a:lnTo>
                <a:lnTo>
                  <a:pt x="77533" y="18935"/>
                </a:lnTo>
                <a:lnTo>
                  <a:pt x="77571" y="19202"/>
                </a:lnTo>
                <a:lnTo>
                  <a:pt x="77724" y="20167"/>
                </a:lnTo>
                <a:lnTo>
                  <a:pt x="77724" y="3835"/>
                </a:lnTo>
                <a:lnTo>
                  <a:pt x="68275" y="114"/>
                </a:lnTo>
                <a:lnTo>
                  <a:pt x="63284" y="114"/>
                </a:lnTo>
                <a:lnTo>
                  <a:pt x="47078" y="15671"/>
                </a:lnTo>
                <a:lnTo>
                  <a:pt x="46875" y="16408"/>
                </a:lnTo>
                <a:lnTo>
                  <a:pt x="46621" y="17640"/>
                </a:lnTo>
                <a:lnTo>
                  <a:pt x="46520" y="18237"/>
                </a:lnTo>
                <a:lnTo>
                  <a:pt x="46393" y="18935"/>
                </a:lnTo>
                <a:lnTo>
                  <a:pt x="46367" y="19202"/>
                </a:lnTo>
                <a:lnTo>
                  <a:pt x="46101" y="21170"/>
                </a:lnTo>
                <a:lnTo>
                  <a:pt x="46215" y="38696"/>
                </a:lnTo>
                <a:lnTo>
                  <a:pt x="62318" y="59093"/>
                </a:lnTo>
                <a:lnTo>
                  <a:pt x="68872" y="59093"/>
                </a:lnTo>
                <a:lnTo>
                  <a:pt x="82804" y="47586"/>
                </a:lnTo>
                <a:lnTo>
                  <a:pt x="83515" y="45656"/>
                </a:lnTo>
                <a:lnTo>
                  <a:pt x="83832" y="44767"/>
                </a:lnTo>
                <a:lnTo>
                  <a:pt x="84721" y="41262"/>
                </a:lnTo>
                <a:lnTo>
                  <a:pt x="84797" y="40817"/>
                </a:lnTo>
                <a:lnTo>
                  <a:pt x="85128" y="38925"/>
                </a:lnTo>
                <a:lnTo>
                  <a:pt x="85255" y="37922"/>
                </a:lnTo>
                <a:lnTo>
                  <a:pt x="85280" y="211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7775" y="3553940"/>
            <a:ext cx="86274" cy="105481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000212" y="3600195"/>
            <a:ext cx="87630" cy="59055"/>
          </a:xfrm>
          <a:custGeom>
            <a:avLst/>
            <a:gdLst/>
            <a:ahLst/>
            <a:cxnLst/>
            <a:rect l="l" t="t" r="r" b="b"/>
            <a:pathLst>
              <a:path w="87630" h="59054">
                <a:moveTo>
                  <a:pt x="42227" y="39471"/>
                </a:moveTo>
                <a:lnTo>
                  <a:pt x="34150" y="39471"/>
                </a:lnTo>
                <a:lnTo>
                  <a:pt x="34150" y="9042"/>
                </a:lnTo>
                <a:lnTo>
                  <a:pt x="34150" y="749"/>
                </a:lnTo>
                <a:lnTo>
                  <a:pt x="27190" y="749"/>
                </a:lnTo>
                <a:lnTo>
                  <a:pt x="27190" y="9042"/>
                </a:lnTo>
                <a:lnTo>
                  <a:pt x="27190" y="39471"/>
                </a:lnTo>
                <a:lnTo>
                  <a:pt x="6845" y="39471"/>
                </a:lnTo>
                <a:lnTo>
                  <a:pt x="6946" y="39331"/>
                </a:lnTo>
                <a:lnTo>
                  <a:pt x="7099" y="39179"/>
                </a:lnTo>
                <a:lnTo>
                  <a:pt x="7213" y="39027"/>
                </a:lnTo>
                <a:lnTo>
                  <a:pt x="7366" y="38811"/>
                </a:lnTo>
                <a:lnTo>
                  <a:pt x="7543" y="38620"/>
                </a:lnTo>
                <a:lnTo>
                  <a:pt x="7848" y="38176"/>
                </a:lnTo>
                <a:lnTo>
                  <a:pt x="8026" y="37985"/>
                </a:lnTo>
                <a:lnTo>
                  <a:pt x="8369" y="37541"/>
                </a:lnTo>
                <a:lnTo>
                  <a:pt x="9029" y="36537"/>
                </a:lnTo>
                <a:lnTo>
                  <a:pt x="9220" y="36347"/>
                </a:lnTo>
                <a:lnTo>
                  <a:pt x="9334" y="36169"/>
                </a:lnTo>
                <a:lnTo>
                  <a:pt x="9486" y="35979"/>
                </a:lnTo>
                <a:lnTo>
                  <a:pt x="9550" y="35826"/>
                </a:lnTo>
                <a:lnTo>
                  <a:pt x="9664" y="35687"/>
                </a:lnTo>
                <a:lnTo>
                  <a:pt x="24434" y="13919"/>
                </a:lnTo>
                <a:lnTo>
                  <a:pt x="24625" y="13576"/>
                </a:lnTo>
                <a:lnTo>
                  <a:pt x="25107" y="12839"/>
                </a:lnTo>
                <a:lnTo>
                  <a:pt x="25260" y="12534"/>
                </a:lnTo>
                <a:lnTo>
                  <a:pt x="25374" y="12395"/>
                </a:lnTo>
                <a:lnTo>
                  <a:pt x="25438" y="12204"/>
                </a:lnTo>
                <a:lnTo>
                  <a:pt x="25514" y="12052"/>
                </a:lnTo>
                <a:lnTo>
                  <a:pt x="25628" y="11899"/>
                </a:lnTo>
                <a:lnTo>
                  <a:pt x="25857" y="11455"/>
                </a:lnTo>
                <a:lnTo>
                  <a:pt x="25958" y="11315"/>
                </a:lnTo>
                <a:lnTo>
                  <a:pt x="27190" y="9042"/>
                </a:lnTo>
                <a:lnTo>
                  <a:pt x="27190" y="749"/>
                </a:lnTo>
                <a:lnTo>
                  <a:pt x="26416" y="749"/>
                </a:lnTo>
                <a:lnTo>
                  <a:pt x="101" y="39471"/>
                </a:lnTo>
                <a:lnTo>
                  <a:pt x="0" y="45351"/>
                </a:lnTo>
                <a:lnTo>
                  <a:pt x="27190" y="45351"/>
                </a:lnTo>
                <a:lnTo>
                  <a:pt x="27190" y="58420"/>
                </a:lnTo>
                <a:lnTo>
                  <a:pt x="34150" y="58420"/>
                </a:lnTo>
                <a:lnTo>
                  <a:pt x="34150" y="45351"/>
                </a:lnTo>
                <a:lnTo>
                  <a:pt x="42227" y="45351"/>
                </a:lnTo>
                <a:lnTo>
                  <a:pt x="42227" y="39471"/>
                </a:lnTo>
                <a:close/>
              </a:path>
              <a:path w="87630" h="59054">
                <a:moveTo>
                  <a:pt x="87579" y="21056"/>
                </a:moveTo>
                <a:lnTo>
                  <a:pt x="87287" y="18821"/>
                </a:lnTo>
                <a:lnTo>
                  <a:pt x="87160" y="18122"/>
                </a:lnTo>
                <a:lnTo>
                  <a:pt x="87058" y="17526"/>
                </a:lnTo>
                <a:lnTo>
                  <a:pt x="80022" y="3708"/>
                </a:lnTo>
                <a:lnTo>
                  <a:pt x="80022" y="20053"/>
                </a:lnTo>
                <a:lnTo>
                  <a:pt x="79984" y="38811"/>
                </a:lnTo>
                <a:lnTo>
                  <a:pt x="78054" y="46215"/>
                </a:lnTo>
                <a:lnTo>
                  <a:pt x="77800" y="46875"/>
                </a:lnTo>
                <a:lnTo>
                  <a:pt x="70764" y="52908"/>
                </a:lnTo>
                <a:lnTo>
                  <a:pt x="65138" y="52908"/>
                </a:lnTo>
                <a:lnTo>
                  <a:pt x="56134" y="39928"/>
                </a:lnTo>
                <a:lnTo>
                  <a:pt x="56108" y="39776"/>
                </a:lnTo>
                <a:lnTo>
                  <a:pt x="55930" y="38582"/>
                </a:lnTo>
                <a:lnTo>
                  <a:pt x="55816" y="21056"/>
                </a:lnTo>
                <a:lnTo>
                  <a:pt x="56400" y="17259"/>
                </a:lnTo>
                <a:lnTo>
                  <a:pt x="64693" y="6248"/>
                </a:lnTo>
                <a:lnTo>
                  <a:pt x="71462" y="6248"/>
                </a:lnTo>
                <a:lnTo>
                  <a:pt x="79832" y="18821"/>
                </a:lnTo>
                <a:lnTo>
                  <a:pt x="79883" y="19088"/>
                </a:lnTo>
                <a:lnTo>
                  <a:pt x="80022" y="20053"/>
                </a:lnTo>
                <a:lnTo>
                  <a:pt x="80022" y="3708"/>
                </a:lnTo>
                <a:lnTo>
                  <a:pt x="72923" y="368"/>
                </a:lnTo>
                <a:lnTo>
                  <a:pt x="73177" y="368"/>
                </a:lnTo>
                <a:lnTo>
                  <a:pt x="70573" y="0"/>
                </a:lnTo>
                <a:lnTo>
                  <a:pt x="65557" y="0"/>
                </a:lnTo>
                <a:lnTo>
                  <a:pt x="62953" y="368"/>
                </a:lnTo>
                <a:lnTo>
                  <a:pt x="63169" y="368"/>
                </a:lnTo>
                <a:lnTo>
                  <a:pt x="62395" y="558"/>
                </a:lnTo>
                <a:lnTo>
                  <a:pt x="49377" y="15557"/>
                </a:lnTo>
                <a:lnTo>
                  <a:pt x="49187" y="16294"/>
                </a:lnTo>
                <a:lnTo>
                  <a:pt x="48666" y="19088"/>
                </a:lnTo>
                <a:lnTo>
                  <a:pt x="48526" y="20053"/>
                </a:lnTo>
                <a:lnTo>
                  <a:pt x="48539" y="38811"/>
                </a:lnTo>
                <a:lnTo>
                  <a:pt x="48704" y="39928"/>
                </a:lnTo>
                <a:lnTo>
                  <a:pt x="48945" y="41148"/>
                </a:lnTo>
                <a:lnTo>
                  <a:pt x="49174" y="42379"/>
                </a:lnTo>
                <a:lnTo>
                  <a:pt x="64617" y="58978"/>
                </a:lnTo>
                <a:lnTo>
                  <a:pt x="71170" y="58978"/>
                </a:lnTo>
                <a:lnTo>
                  <a:pt x="87464" y="38582"/>
                </a:lnTo>
                <a:lnTo>
                  <a:pt x="87579" y="2105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455366" y="3600933"/>
            <a:ext cx="40005" cy="59055"/>
          </a:xfrm>
          <a:custGeom>
            <a:avLst/>
            <a:gdLst/>
            <a:ahLst/>
            <a:cxnLst/>
            <a:rect l="l" t="t" r="r" b="b"/>
            <a:pathLst>
              <a:path w="40005" h="59054">
                <a:moveTo>
                  <a:pt x="19273" y="58489"/>
                </a:moveTo>
                <a:lnTo>
                  <a:pt x="0" y="44760"/>
                </a:lnTo>
                <a:lnTo>
                  <a:pt x="7478" y="43904"/>
                </a:lnTo>
                <a:lnTo>
                  <a:pt x="8259" y="46173"/>
                </a:lnTo>
                <a:lnTo>
                  <a:pt x="9264" y="47997"/>
                </a:lnTo>
                <a:lnTo>
                  <a:pt x="18863" y="52461"/>
                </a:lnTo>
                <a:lnTo>
                  <a:pt x="21133" y="52387"/>
                </a:lnTo>
                <a:lnTo>
                  <a:pt x="32109" y="39662"/>
                </a:lnTo>
                <a:lnTo>
                  <a:pt x="32035" y="37467"/>
                </a:lnTo>
                <a:lnTo>
                  <a:pt x="20761" y="26900"/>
                </a:lnTo>
                <a:lnTo>
                  <a:pt x="18529" y="26900"/>
                </a:lnTo>
                <a:lnTo>
                  <a:pt x="14994" y="27496"/>
                </a:lnTo>
                <a:lnTo>
                  <a:pt x="11571" y="29021"/>
                </a:lnTo>
                <a:lnTo>
                  <a:pt x="8892" y="31030"/>
                </a:lnTo>
                <a:lnTo>
                  <a:pt x="1674" y="31030"/>
                </a:lnTo>
                <a:lnTo>
                  <a:pt x="3609" y="0"/>
                </a:lnTo>
                <a:lnTo>
                  <a:pt x="36388" y="0"/>
                </a:lnTo>
                <a:lnTo>
                  <a:pt x="36388" y="6250"/>
                </a:lnTo>
                <a:lnTo>
                  <a:pt x="10343" y="6250"/>
                </a:lnTo>
                <a:lnTo>
                  <a:pt x="9227" y="24556"/>
                </a:lnTo>
                <a:lnTo>
                  <a:pt x="22807" y="20910"/>
                </a:lnTo>
                <a:lnTo>
                  <a:pt x="25970" y="21319"/>
                </a:lnTo>
                <a:lnTo>
                  <a:pt x="39737" y="38881"/>
                </a:lnTo>
                <a:lnTo>
                  <a:pt x="39439" y="43011"/>
                </a:lnTo>
                <a:lnTo>
                  <a:pt x="22212" y="58340"/>
                </a:lnTo>
                <a:lnTo>
                  <a:pt x="19273" y="58489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494" y="1920515"/>
            <a:ext cx="282661" cy="340593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2502354" y="3600189"/>
            <a:ext cx="39370" cy="59055"/>
          </a:xfrm>
          <a:custGeom>
            <a:avLst/>
            <a:gdLst/>
            <a:ahLst/>
            <a:cxnLst/>
            <a:rect l="l" t="t" r="r" b="b"/>
            <a:pathLst>
              <a:path w="39369" h="59054">
                <a:moveTo>
                  <a:pt x="22737" y="58973"/>
                </a:moveTo>
                <a:lnTo>
                  <a:pt x="16226" y="58973"/>
                </a:lnTo>
                <a:lnTo>
                  <a:pt x="14626" y="58675"/>
                </a:lnTo>
                <a:lnTo>
                  <a:pt x="146" y="38806"/>
                </a:lnTo>
                <a:lnTo>
                  <a:pt x="115" y="38583"/>
                </a:lnTo>
                <a:lnTo>
                  <a:pt x="0" y="21059"/>
                </a:lnTo>
                <a:lnTo>
                  <a:pt x="301" y="18826"/>
                </a:lnTo>
                <a:lnTo>
                  <a:pt x="422" y="18119"/>
                </a:lnTo>
                <a:lnTo>
                  <a:pt x="524" y="17524"/>
                </a:lnTo>
                <a:lnTo>
                  <a:pt x="17193" y="0"/>
                </a:lnTo>
                <a:lnTo>
                  <a:pt x="22179" y="0"/>
                </a:lnTo>
                <a:lnTo>
                  <a:pt x="33825" y="6027"/>
                </a:lnTo>
                <a:lnTo>
                  <a:pt x="17379" y="6027"/>
                </a:lnTo>
                <a:lnTo>
                  <a:pt x="16263" y="6250"/>
                </a:lnTo>
                <a:lnTo>
                  <a:pt x="7519" y="38806"/>
                </a:lnTo>
                <a:lnTo>
                  <a:pt x="7671" y="39774"/>
                </a:lnTo>
                <a:lnTo>
                  <a:pt x="7694" y="39923"/>
                </a:lnTo>
                <a:lnTo>
                  <a:pt x="7817" y="40704"/>
                </a:lnTo>
                <a:lnTo>
                  <a:pt x="10980" y="49076"/>
                </a:lnTo>
                <a:lnTo>
                  <a:pt x="11314" y="49559"/>
                </a:lnTo>
                <a:lnTo>
                  <a:pt x="16747" y="52908"/>
                </a:lnTo>
                <a:lnTo>
                  <a:pt x="33595" y="52908"/>
                </a:lnTo>
                <a:lnTo>
                  <a:pt x="33192" y="53392"/>
                </a:lnTo>
                <a:lnTo>
                  <a:pt x="24337" y="58675"/>
                </a:lnTo>
                <a:lnTo>
                  <a:pt x="22737" y="58973"/>
                </a:lnTo>
                <a:close/>
              </a:path>
              <a:path w="39369" h="59054">
                <a:moveTo>
                  <a:pt x="33595" y="52908"/>
                </a:moveTo>
                <a:lnTo>
                  <a:pt x="22328" y="52908"/>
                </a:lnTo>
                <a:lnTo>
                  <a:pt x="23853" y="52461"/>
                </a:lnTo>
                <a:lnTo>
                  <a:pt x="24884" y="51978"/>
                </a:lnTo>
                <a:lnTo>
                  <a:pt x="28058" y="49076"/>
                </a:lnTo>
                <a:lnTo>
                  <a:pt x="28430" y="48592"/>
                </a:lnTo>
                <a:lnTo>
                  <a:pt x="28727" y="48034"/>
                </a:lnTo>
                <a:lnTo>
                  <a:pt x="29062" y="47476"/>
                </a:lnTo>
                <a:lnTo>
                  <a:pt x="29360" y="46880"/>
                </a:lnTo>
                <a:lnTo>
                  <a:pt x="31630" y="20054"/>
                </a:lnTo>
                <a:lnTo>
                  <a:pt x="31441" y="18826"/>
                </a:lnTo>
                <a:lnTo>
                  <a:pt x="21993" y="6027"/>
                </a:lnTo>
                <a:lnTo>
                  <a:pt x="33825" y="6027"/>
                </a:lnTo>
                <a:lnTo>
                  <a:pt x="39187" y="21059"/>
                </a:lnTo>
                <a:lnTo>
                  <a:pt x="39154" y="37802"/>
                </a:lnTo>
                <a:lnTo>
                  <a:pt x="39032" y="38806"/>
                </a:lnTo>
                <a:lnTo>
                  <a:pt x="38702" y="40704"/>
                </a:lnTo>
                <a:lnTo>
                  <a:pt x="38624" y="41150"/>
                </a:lnTo>
                <a:lnTo>
                  <a:pt x="38094" y="43271"/>
                </a:lnTo>
                <a:lnTo>
                  <a:pt x="37359" y="45727"/>
                </a:lnTo>
                <a:lnTo>
                  <a:pt x="36712" y="47476"/>
                </a:lnTo>
                <a:lnTo>
                  <a:pt x="36615" y="47736"/>
                </a:lnTo>
                <a:lnTo>
                  <a:pt x="35722" y="49559"/>
                </a:lnTo>
                <a:lnTo>
                  <a:pt x="35276" y="50415"/>
                </a:lnTo>
                <a:lnTo>
                  <a:pt x="34836" y="51159"/>
                </a:lnTo>
                <a:lnTo>
                  <a:pt x="33750" y="52722"/>
                </a:lnTo>
                <a:lnTo>
                  <a:pt x="33595" y="5290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0410" y="3553940"/>
            <a:ext cx="84743" cy="105296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3363772" y="3600195"/>
            <a:ext cx="85725" cy="59055"/>
          </a:xfrm>
          <a:custGeom>
            <a:avLst/>
            <a:gdLst/>
            <a:ahLst/>
            <a:cxnLst/>
            <a:rect l="l" t="t" r="r" b="b"/>
            <a:pathLst>
              <a:path w="85725" h="59054">
                <a:moveTo>
                  <a:pt x="38100" y="749"/>
                </a:moveTo>
                <a:lnTo>
                  <a:pt x="0" y="749"/>
                </a:lnTo>
                <a:lnTo>
                  <a:pt x="0" y="6997"/>
                </a:lnTo>
                <a:lnTo>
                  <a:pt x="30988" y="6997"/>
                </a:lnTo>
                <a:lnTo>
                  <a:pt x="30137" y="8191"/>
                </a:lnTo>
                <a:lnTo>
                  <a:pt x="11417" y="48856"/>
                </a:lnTo>
                <a:lnTo>
                  <a:pt x="10642" y="58420"/>
                </a:lnTo>
                <a:lnTo>
                  <a:pt x="18338" y="58420"/>
                </a:lnTo>
                <a:lnTo>
                  <a:pt x="18338" y="56921"/>
                </a:lnTo>
                <a:lnTo>
                  <a:pt x="18669" y="51231"/>
                </a:lnTo>
                <a:lnTo>
                  <a:pt x="38100" y="6692"/>
                </a:lnTo>
                <a:lnTo>
                  <a:pt x="38100" y="749"/>
                </a:lnTo>
                <a:close/>
              </a:path>
              <a:path w="85725" h="59054">
                <a:moveTo>
                  <a:pt x="85204" y="21056"/>
                </a:moveTo>
                <a:lnTo>
                  <a:pt x="77647" y="3721"/>
                </a:lnTo>
                <a:lnTo>
                  <a:pt x="77647" y="20053"/>
                </a:lnTo>
                <a:lnTo>
                  <a:pt x="77571" y="38811"/>
                </a:lnTo>
                <a:lnTo>
                  <a:pt x="77279" y="40703"/>
                </a:lnTo>
                <a:lnTo>
                  <a:pt x="77177" y="41148"/>
                </a:lnTo>
                <a:lnTo>
                  <a:pt x="77089" y="41592"/>
                </a:lnTo>
                <a:lnTo>
                  <a:pt x="68351" y="52908"/>
                </a:lnTo>
                <a:lnTo>
                  <a:pt x="62763" y="52908"/>
                </a:lnTo>
                <a:lnTo>
                  <a:pt x="55435" y="46215"/>
                </a:lnTo>
                <a:lnTo>
                  <a:pt x="55143" y="45542"/>
                </a:lnTo>
                <a:lnTo>
                  <a:pt x="54648" y="44094"/>
                </a:lnTo>
                <a:lnTo>
                  <a:pt x="54432" y="43268"/>
                </a:lnTo>
                <a:lnTo>
                  <a:pt x="54229" y="42418"/>
                </a:lnTo>
                <a:lnTo>
                  <a:pt x="54025" y="41592"/>
                </a:lnTo>
                <a:lnTo>
                  <a:pt x="63398" y="6032"/>
                </a:lnTo>
                <a:lnTo>
                  <a:pt x="68008" y="6032"/>
                </a:lnTo>
                <a:lnTo>
                  <a:pt x="75933" y="12954"/>
                </a:lnTo>
                <a:lnTo>
                  <a:pt x="76339" y="14020"/>
                </a:lnTo>
                <a:lnTo>
                  <a:pt x="76796" y="15557"/>
                </a:lnTo>
                <a:lnTo>
                  <a:pt x="77355" y="18122"/>
                </a:lnTo>
                <a:lnTo>
                  <a:pt x="77457" y="18821"/>
                </a:lnTo>
                <a:lnTo>
                  <a:pt x="77495" y="19088"/>
                </a:lnTo>
                <a:lnTo>
                  <a:pt x="77647" y="20053"/>
                </a:lnTo>
                <a:lnTo>
                  <a:pt x="77647" y="3721"/>
                </a:lnTo>
                <a:lnTo>
                  <a:pt x="68199" y="0"/>
                </a:lnTo>
                <a:lnTo>
                  <a:pt x="63207" y="0"/>
                </a:lnTo>
                <a:lnTo>
                  <a:pt x="47650" y="13360"/>
                </a:lnTo>
                <a:lnTo>
                  <a:pt x="47104" y="15138"/>
                </a:lnTo>
                <a:lnTo>
                  <a:pt x="46990" y="15557"/>
                </a:lnTo>
                <a:lnTo>
                  <a:pt x="46799" y="16294"/>
                </a:lnTo>
                <a:lnTo>
                  <a:pt x="46545" y="17526"/>
                </a:lnTo>
                <a:lnTo>
                  <a:pt x="46443" y="18122"/>
                </a:lnTo>
                <a:lnTo>
                  <a:pt x="46316" y="18821"/>
                </a:lnTo>
                <a:lnTo>
                  <a:pt x="46278" y="19088"/>
                </a:lnTo>
                <a:lnTo>
                  <a:pt x="46012" y="21056"/>
                </a:lnTo>
                <a:lnTo>
                  <a:pt x="46139" y="38582"/>
                </a:lnTo>
                <a:lnTo>
                  <a:pt x="62242" y="58978"/>
                </a:lnTo>
                <a:lnTo>
                  <a:pt x="68795" y="58978"/>
                </a:lnTo>
                <a:lnTo>
                  <a:pt x="79603" y="52908"/>
                </a:lnTo>
                <a:lnTo>
                  <a:pt x="79768" y="52717"/>
                </a:lnTo>
                <a:lnTo>
                  <a:pt x="84721" y="40703"/>
                </a:lnTo>
                <a:lnTo>
                  <a:pt x="85051" y="38811"/>
                </a:lnTo>
                <a:lnTo>
                  <a:pt x="85178" y="37807"/>
                </a:lnTo>
                <a:lnTo>
                  <a:pt x="85204" y="2105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17255" y="3553940"/>
            <a:ext cx="85419" cy="10535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1659" y="466687"/>
            <a:ext cx="614362" cy="117127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558800" y="4004944"/>
            <a:ext cx="6921500" cy="12547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spc="-10" dirty="0">
                <a:latin typeface="Trebuchet MS"/>
                <a:cs typeface="Trebuchet MS"/>
              </a:rPr>
              <a:t>For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continuous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distributions,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while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they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closely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40" dirty="0">
                <a:latin typeface="Trebuchet MS"/>
                <a:cs typeface="Trebuchet MS"/>
              </a:rPr>
              <a:t>related,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10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the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density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not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thing.</a:t>
            </a:r>
            <a:endParaRPr sz="1450">
              <a:latin typeface="Trebuchet MS"/>
              <a:cs typeface="Trebuchet MS"/>
            </a:endParaRPr>
          </a:p>
          <a:p>
            <a:pPr marL="2867025">
              <a:lnSpc>
                <a:spcPct val="100000"/>
              </a:lnSpc>
              <a:spcBef>
                <a:spcPts val="1150"/>
              </a:spcBef>
            </a:pPr>
            <a:r>
              <a:rPr sz="1500" i="1" dirty="0">
                <a:latin typeface="Arial"/>
                <a:cs typeface="Arial"/>
              </a:rPr>
              <a:t>Probability</a:t>
            </a:r>
            <a:r>
              <a:rPr sz="1500" i="1" spc="-10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≠</a:t>
            </a:r>
            <a:r>
              <a:rPr sz="1500" spc="-70" dirty="0">
                <a:latin typeface="Lucida Sans"/>
                <a:cs typeface="Lucida Sans"/>
              </a:rPr>
              <a:t> </a:t>
            </a:r>
            <a:r>
              <a:rPr sz="1500" i="1" spc="-10" dirty="0">
                <a:latin typeface="Arial"/>
                <a:cs typeface="Arial"/>
              </a:rPr>
              <a:t>Density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PDF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gives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density, </a:t>
            </a:r>
            <a:r>
              <a:rPr sz="1450" dirty="0">
                <a:latin typeface="Trebuchet MS"/>
                <a:cs typeface="Trebuchet MS"/>
              </a:rPr>
              <a:t>not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probability.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873624" y="451233"/>
            <a:ext cx="80010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130" dirty="0">
                <a:latin typeface="Arial"/>
                <a:cs typeface="Arial"/>
              </a:rPr>
              <a:t>f</a:t>
            </a:r>
            <a:r>
              <a:rPr sz="1200" spc="130" dirty="0">
                <a:latin typeface="Lucida Sans"/>
                <a:cs typeface="Lucida Sans"/>
              </a:rPr>
              <a:t>(</a:t>
            </a:r>
            <a:r>
              <a:rPr sz="1200" i="1" spc="130" dirty="0">
                <a:latin typeface="Arial"/>
                <a:cs typeface="Arial"/>
              </a:rPr>
              <a:t>x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spc="-50" dirty="0">
                <a:latin typeface="Lucida Sans"/>
                <a:cs typeface="Lucida Sans"/>
              </a:rPr>
              <a:t>= </a:t>
            </a:r>
            <a:r>
              <a:rPr sz="1200" spc="-110" dirty="0">
                <a:latin typeface="Lucida Sans"/>
                <a:cs typeface="Lucida Sans"/>
              </a:rPr>
              <a:t>30)</a:t>
            </a:r>
            <a:r>
              <a:rPr sz="1200" spc="-50" dirty="0">
                <a:latin typeface="Lucida Sans"/>
                <a:cs typeface="Lucida Sans"/>
              </a:rPr>
              <a:t> =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30924" y="453083"/>
            <a:ext cx="5930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1809" algn="l"/>
              </a:tabLst>
            </a:pP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i="1" u="none" spc="-80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166619" y="451233"/>
            <a:ext cx="58674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Lucida Sans"/>
                <a:cs typeface="Lucida Sans"/>
              </a:rPr>
              <a:t>=</a:t>
            </a:r>
            <a:r>
              <a:rPr sz="1200" spc="-60" dirty="0">
                <a:latin typeface="Lucida Sans"/>
                <a:cs typeface="Lucida Sans"/>
              </a:rPr>
              <a:t> </a:t>
            </a:r>
            <a:r>
              <a:rPr sz="1200" spc="-130" dirty="0">
                <a:latin typeface="Lucida Sans"/>
                <a:cs typeface="Lucida Sans"/>
              </a:rPr>
              <a:t>0.0054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22739" y="355983"/>
            <a:ext cx="9906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40" dirty="0">
                <a:latin typeface="Lucida Sans"/>
                <a:cs typeface="Lucida Sans"/>
              </a:rPr>
              <a:t>1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720308" y="594108"/>
            <a:ext cx="90360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90" dirty="0">
                <a:latin typeface="Lucida Sans"/>
                <a:cs typeface="Lucida Sans"/>
              </a:rPr>
              <a:t>10</a:t>
            </a:r>
            <a:r>
              <a:rPr sz="1200" spc="-120" dirty="0">
                <a:latin typeface="Lucida Sans"/>
                <a:cs typeface="Lucida Sans"/>
              </a:rPr>
              <a:t> </a:t>
            </a:r>
            <a:r>
              <a:rPr sz="1200" spc="-480" dirty="0">
                <a:latin typeface="Lucida Sans"/>
                <a:cs typeface="Lucida Sans"/>
              </a:rPr>
              <a:t>∗</a:t>
            </a:r>
            <a:r>
              <a:rPr sz="1200" spc="-114" dirty="0">
                <a:latin typeface="Lucida Sans"/>
                <a:cs typeface="Lucida Sans"/>
              </a:rPr>
              <a:t> </a:t>
            </a:r>
            <a:r>
              <a:rPr sz="1800" spc="-150" baseline="2314" dirty="0">
                <a:latin typeface="Lucida Sans"/>
                <a:cs typeface="Lucida Sans"/>
              </a:rPr>
              <a:t>√</a:t>
            </a:r>
            <a:r>
              <a:rPr sz="1200" spc="-100" dirty="0">
                <a:latin typeface="Lucida Sans"/>
                <a:cs typeface="Lucida Sans"/>
              </a:rPr>
              <a:t>2</a:t>
            </a:r>
            <a:r>
              <a:rPr sz="1200" spc="-120" dirty="0">
                <a:latin typeface="Lucida Sans"/>
                <a:cs typeface="Lucida Sans"/>
              </a:rPr>
              <a:t> </a:t>
            </a:r>
            <a:r>
              <a:rPr sz="1200" spc="-480" dirty="0">
                <a:latin typeface="Lucida Sans"/>
                <a:cs typeface="Lucida Sans"/>
              </a:rPr>
              <a:t>∗</a:t>
            </a:r>
            <a:r>
              <a:rPr sz="1200" spc="-114" dirty="0">
                <a:latin typeface="Lucida Sans"/>
                <a:cs typeface="Lucida Sans"/>
              </a:rPr>
              <a:t> </a:t>
            </a:r>
            <a:r>
              <a:rPr sz="1200" spc="-190" dirty="0">
                <a:latin typeface="Lucida Sans"/>
                <a:cs typeface="Lucida Sans"/>
              </a:rPr>
              <a:t>3.14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714999" y="581024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914399" y="9524"/>
                </a:moveTo>
                <a:lnTo>
                  <a:pt x="0" y="9524"/>
                </a:lnTo>
                <a:lnTo>
                  <a:pt x="0" y="0"/>
                </a:lnTo>
                <a:lnTo>
                  <a:pt x="914399" y="0"/>
                </a:lnTo>
                <a:lnTo>
                  <a:pt x="9143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673155" y="376530"/>
            <a:ext cx="473075" cy="191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7795">
              <a:lnSpc>
                <a:spcPts val="500"/>
              </a:lnSpc>
              <a:spcBef>
                <a:spcPts val="110"/>
              </a:spcBef>
            </a:pPr>
            <a:r>
              <a:rPr sz="600" spc="-45" dirty="0">
                <a:latin typeface="Lucida Sans"/>
                <a:cs typeface="Lucida Sans"/>
              </a:rPr>
              <a:t>(30−50)</a:t>
            </a:r>
            <a:r>
              <a:rPr sz="900" spc="-67" baseline="18518" dirty="0">
                <a:latin typeface="Lucida Sans"/>
                <a:cs typeface="Lucida Sans"/>
              </a:rPr>
              <a:t>2</a:t>
            </a:r>
            <a:endParaRPr sz="900" baseline="18518">
              <a:latin typeface="Lucida Sans"/>
              <a:cs typeface="Lucida Sans"/>
            </a:endParaRPr>
          </a:p>
          <a:p>
            <a:pPr marL="38100">
              <a:lnSpc>
                <a:spcPts val="795"/>
              </a:lnSpc>
            </a:pPr>
            <a:r>
              <a:rPr sz="850" spc="-50" dirty="0">
                <a:latin typeface="Lucida Sans"/>
                <a:cs typeface="Lucida Sans"/>
              </a:rPr>
              <a:t>−</a:t>
            </a:r>
            <a:endParaRPr sz="850">
              <a:latin typeface="Lucida Sans"/>
              <a:cs typeface="Lucida San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30169" y="509880"/>
            <a:ext cx="259079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00" spc="-90" dirty="0">
                <a:latin typeface="Lucida Sans"/>
                <a:cs typeface="Lucida Sans"/>
              </a:rPr>
              <a:t>2∗10</a:t>
            </a:r>
            <a:r>
              <a:rPr sz="900" spc="-135" baseline="18518" dirty="0">
                <a:latin typeface="Lucida Sans"/>
                <a:cs typeface="Lucida Sans"/>
              </a:rPr>
              <a:t>2</a:t>
            </a:r>
            <a:endParaRPr sz="900" baseline="18518">
              <a:latin typeface="Lucida Sans"/>
              <a:cs typeface="Lucida San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800849" y="504825"/>
            <a:ext cx="314325" cy="9525"/>
          </a:xfrm>
          <a:custGeom>
            <a:avLst/>
            <a:gdLst/>
            <a:ahLst/>
            <a:cxnLst/>
            <a:rect l="l" t="t" r="r" b="b"/>
            <a:pathLst>
              <a:path w="314325" h="9525">
                <a:moveTo>
                  <a:pt x="314324" y="9524"/>
                </a:moveTo>
                <a:lnTo>
                  <a:pt x="0" y="9524"/>
                </a:lnTo>
                <a:lnTo>
                  <a:pt x="0" y="0"/>
                </a:lnTo>
                <a:lnTo>
                  <a:pt x="314324" y="0"/>
                </a:lnTo>
                <a:lnTo>
                  <a:pt x="3143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910236" y="1222758"/>
            <a:ext cx="80010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130" dirty="0">
                <a:latin typeface="Arial"/>
                <a:cs typeface="Arial"/>
              </a:rPr>
              <a:t>f</a:t>
            </a:r>
            <a:r>
              <a:rPr sz="1200" spc="130" dirty="0">
                <a:latin typeface="Lucida Sans"/>
                <a:cs typeface="Lucida Sans"/>
              </a:rPr>
              <a:t>(</a:t>
            </a:r>
            <a:r>
              <a:rPr sz="1200" i="1" spc="130" dirty="0">
                <a:latin typeface="Arial"/>
                <a:cs typeface="Arial"/>
              </a:rPr>
              <a:t>x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spc="-50" dirty="0">
                <a:latin typeface="Lucida Sans"/>
                <a:cs typeface="Lucida Sans"/>
              </a:rPr>
              <a:t>= </a:t>
            </a:r>
            <a:r>
              <a:rPr sz="1200" spc="-110" dirty="0">
                <a:latin typeface="Lucida Sans"/>
                <a:cs typeface="Lucida Sans"/>
              </a:rPr>
              <a:t>40)</a:t>
            </a:r>
            <a:r>
              <a:rPr sz="1200" spc="-50" dirty="0">
                <a:latin typeface="Lucida Sans"/>
                <a:cs typeface="Lucida Sans"/>
              </a:rPr>
              <a:t> =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159499" y="1224608"/>
            <a:ext cx="60134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9430" algn="l"/>
              </a:tabLst>
            </a:pP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i="1" u="none" spc="-75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203231" y="1222758"/>
            <a:ext cx="51371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Lucida Sans"/>
                <a:cs typeface="Lucida Sans"/>
              </a:rPr>
              <a:t>=</a:t>
            </a:r>
            <a:r>
              <a:rPr sz="1200" spc="-60" dirty="0">
                <a:latin typeface="Lucida Sans"/>
                <a:cs typeface="Lucida Sans"/>
              </a:rPr>
              <a:t> </a:t>
            </a:r>
            <a:r>
              <a:rPr sz="1200" spc="-120" dirty="0">
                <a:latin typeface="Lucida Sans"/>
                <a:cs typeface="Lucida Sans"/>
              </a:rPr>
              <a:t>0.024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159350" y="1127508"/>
            <a:ext cx="9906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40" dirty="0">
                <a:latin typeface="Lucida Sans"/>
                <a:cs typeface="Lucida Sans"/>
              </a:rPr>
              <a:t>1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36826" y="1356108"/>
            <a:ext cx="3475990" cy="1483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23825" algn="ctr">
              <a:lnSpc>
                <a:spcPct val="100000"/>
              </a:lnSpc>
              <a:spcBef>
                <a:spcPts val="120"/>
              </a:spcBef>
            </a:pPr>
            <a:r>
              <a:rPr sz="1200" spc="-190" dirty="0">
                <a:latin typeface="Lucida Sans"/>
                <a:cs typeface="Lucida Sans"/>
              </a:rPr>
              <a:t>10</a:t>
            </a:r>
            <a:r>
              <a:rPr sz="1200" spc="-120" dirty="0">
                <a:latin typeface="Lucida Sans"/>
                <a:cs typeface="Lucida Sans"/>
              </a:rPr>
              <a:t> </a:t>
            </a:r>
            <a:r>
              <a:rPr sz="1200" spc="-480" dirty="0">
                <a:latin typeface="Lucida Sans"/>
                <a:cs typeface="Lucida Sans"/>
              </a:rPr>
              <a:t>∗</a:t>
            </a:r>
            <a:r>
              <a:rPr sz="1200" spc="-114" dirty="0">
                <a:latin typeface="Lucida Sans"/>
                <a:cs typeface="Lucida Sans"/>
              </a:rPr>
              <a:t> </a:t>
            </a:r>
            <a:r>
              <a:rPr sz="1800" spc="-150" baseline="2314" dirty="0">
                <a:latin typeface="Lucida Sans"/>
                <a:cs typeface="Lucida Sans"/>
              </a:rPr>
              <a:t>√</a:t>
            </a:r>
            <a:r>
              <a:rPr sz="1200" spc="-100" dirty="0">
                <a:latin typeface="Lucida Sans"/>
                <a:cs typeface="Lucida Sans"/>
              </a:rPr>
              <a:t>2</a:t>
            </a:r>
            <a:r>
              <a:rPr sz="1200" spc="-120" dirty="0">
                <a:latin typeface="Lucida Sans"/>
                <a:cs typeface="Lucida Sans"/>
              </a:rPr>
              <a:t> </a:t>
            </a:r>
            <a:r>
              <a:rPr sz="1200" spc="-480" dirty="0">
                <a:latin typeface="Lucida Sans"/>
                <a:cs typeface="Lucida Sans"/>
              </a:rPr>
              <a:t>∗</a:t>
            </a:r>
            <a:r>
              <a:rPr sz="1200" spc="-114" dirty="0">
                <a:latin typeface="Lucida Sans"/>
                <a:cs typeface="Lucida Sans"/>
              </a:rPr>
              <a:t> </a:t>
            </a:r>
            <a:r>
              <a:rPr sz="1200" spc="-20" dirty="0">
                <a:latin typeface="Lucida Sans"/>
                <a:cs typeface="Lucida Sans"/>
              </a:rPr>
              <a:t>3.14</a:t>
            </a:r>
            <a:endParaRPr sz="12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50">
              <a:latin typeface="Lucida Sans"/>
              <a:cs typeface="Lucida Sans"/>
            </a:endParaRPr>
          </a:p>
          <a:p>
            <a:pPr marL="12700" marR="5080">
              <a:lnSpc>
                <a:spcPts val="1730"/>
              </a:lnSpc>
              <a:spcBef>
                <a:spcPts val="5"/>
              </a:spcBef>
            </a:pP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observing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values </a:t>
            </a:r>
            <a:r>
              <a:rPr sz="1450" dirty="0">
                <a:latin typeface="Trebuchet MS"/>
                <a:cs typeface="Trebuchet MS"/>
              </a:rPr>
              <a:t>around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40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more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likely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than</a:t>
            </a:r>
            <a:r>
              <a:rPr sz="1450" spc="-25" dirty="0">
                <a:latin typeface="Trebuchet MS"/>
                <a:cs typeface="Trebuchet MS"/>
              </a:rPr>
              <a:t> the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observing</a:t>
            </a:r>
            <a:r>
              <a:rPr sz="1450" spc="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values</a:t>
            </a:r>
            <a:r>
              <a:rPr sz="1450" spc="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around</a:t>
            </a:r>
            <a:r>
              <a:rPr sz="1450" spc="4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30 </a:t>
            </a:r>
            <a:r>
              <a:rPr sz="1450" dirty="0">
                <a:latin typeface="Trebuchet MS"/>
                <a:cs typeface="Trebuchet MS"/>
              </a:rPr>
              <a:t>because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X=40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has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higher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density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than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X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655"/>
              </a:lnSpc>
            </a:pPr>
            <a:r>
              <a:rPr sz="1450" dirty="0">
                <a:latin typeface="Trebuchet MS"/>
                <a:cs typeface="Trebuchet MS"/>
              </a:rPr>
              <a:t>=</a:t>
            </a:r>
            <a:r>
              <a:rPr sz="1450" spc="-11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30.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753099" y="1343024"/>
            <a:ext cx="904875" cy="9525"/>
          </a:xfrm>
          <a:custGeom>
            <a:avLst/>
            <a:gdLst/>
            <a:ahLst/>
            <a:cxnLst/>
            <a:rect l="l" t="t" r="r" b="b"/>
            <a:pathLst>
              <a:path w="904875" h="9525">
                <a:moveTo>
                  <a:pt x="904874" y="9524"/>
                </a:moveTo>
                <a:lnTo>
                  <a:pt x="0" y="9524"/>
                </a:lnTo>
                <a:lnTo>
                  <a:pt x="0" y="0"/>
                </a:lnTo>
                <a:lnTo>
                  <a:pt x="904874" y="0"/>
                </a:lnTo>
                <a:lnTo>
                  <a:pt x="9048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709767" y="1148055"/>
            <a:ext cx="473075" cy="191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7795">
              <a:lnSpc>
                <a:spcPts val="500"/>
              </a:lnSpc>
              <a:spcBef>
                <a:spcPts val="110"/>
              </a:spcBef>
            </a:pPr>
            <a:r>
              <a:rPr sz="600" spc="-45" dirty="0">
                <a:latin typeface="Lucida Sans"/>
                <a:cs typeface="Lucida Sans"/>
              </a:rPr>
              <a:t>(40−50)</a:t>
            </a:r>
            <a:r>
              <a:rPr sz="900" spc="-67" baseline="18518" dirty="0">
                <a:latin typeface="Lucida Sans"/>
                <a:cs typeface="Lucida Sans"/>
              </a:rPr>
              <a:t>2</a:t>
            </a:r>
            <a:endParaRPr sz="900" baseline="18518">
              <a:latin typeface="Lucida Sans"/>
              <a:cs typeface="Lucida Sans"/>
            </a:endParaRPr>
          </a:p>
          <a:p>
            <a:pPr marL="38100">
              <a:lnSpc>
                <a:spcPts val="795"/>
              </a:lnSpc>
            </a:pPr>
            <a:r>
              <a:rPr sz="850" spc="-50" dirty="0">
                <a:latin typeface="Lucida Sans"/>
                <a:cs typeface="Lucida Sans"/>
              </a:rPr>
              <a:t>−</a:t>
            </a:r>
            <a:endParaRPr sz="850">
              <a:latin typeface="Lucida Sans"/>
              <a:cs typeface="Lucida San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66780" y="1271880"/>
            <a:ext cx="259079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00" spc="-90" dirty="0">
                <a:latin typeface="Lucida Sans"/>
                <a:cs typeface="Lucida Sans"/>
              </a:rPr>
              <a:t>2∗10</a:t>
            </a:r>
            <a:r>
              <a:rPr sz="900" spc="-135" baseline="13888" dirty="0">
                <a:latin typeface="Lucida Sans"/>
                <a:cs typeface="Lucida Sans"/>
              </a:rPr>
              <a:t>2</a:t>
            </a:r>
            <a:endParaRPr sz="900" baseline="13888">
              <a:latin typeface="Lucida Sans"/>
              <a:cs typeface="Lucida San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838949" y="1276349"/>
            <a:ext cx="314325" cy="9525"/>
          </a:xfrm>
          <a:custGeom>
            <a:avLst/>
            <a:gdLst/>
            <a:ahLst/>
            <a:cxnLst/>
            <a:rect l="l" t="t" r="r" b="b"/>
            <a:pathLst>
              <a:path w="314325" h="9525">
                <a:moveTo>
                  <a:pt x="314324" y="9524"/>
                </a:moveTo>
                <a:lnTo>
                  <a:pt x="0" y="9524"/>
                </a:lnTo>
                <a:lnTo>
                  <a:pt x="0" y="0"/>
                </a:lnTo>
                <a:lnTo>
                  <a:pt x="314324" y="0"/>
                </a:lnTo>
                <a:lnTo>
                  <a:pt x="3143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7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Cumulative</a:t>
            </a:r>
            <a:r>
              <a:rPr spc="-120" dirty="0"/>
              <a:t> </a:t>
            </a:r>
            <a:r>
              <a:rPr spc="-80" dirty="0"/>
              <a:t>Distribution</a:t>
            </a:r>
            <a:r>
              <a:rPr spc="-120" dirty="0"/>
              <a:t> Function </a:t>
            </a:r>
            <a:r>
              <a:rPr spc="-135" dirty="0"/>
              <a:t>(CDF)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795019"/>
            <a:ext cx="7442834" cy="17119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26084">
              <a:lnSpc>
                <a:spcPts val="1730"/>
              </a:lnSpc>
              <a:spcBef>
                <a:spcPts val="155"/>
              </a:spcBef>
            </a:pPr>
            <a:r>
              <a:rPr sz="1450" dirty="0">
                <a:latin typeface="Trebuchet MS"/>
                <a:cs typeface="Trebuchet MS"/>
              </a:rPr>
              <a:t>When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working </a:t>
            </a:r>
            <a:r>
              <a:rPr sz="1450" spc="-10" dirty="0">
                <a:latin typeface="Trebuchet MS"/>
                <a:cs typeface="Trebuchet MS"/>
              </a:rPr>
              <a:t>with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continuous distributions,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it</a:t>
            </a:r>
            <a:r>
              <a:rPr sz="1450" dirty="0">
                <a:latin typeface="Trebuchet MS"/>
                <a:cs typeface="Trebuchet MS"/>
              </a:rPr>
              <a:t> doesn’t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make sense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 </a:t>
            </a:r>
            <a:r>
              <a:rPr sz="1450" spc="-20" dirty="0">
                <a:latin typeface="Trebuchet MS"/>
                <a:cs typeface="Trebuchet MS"/>
              </a:rPr>
              <a:t>talk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about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single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exact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it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literally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65" dirty="0">
                <a:latin typeface="Trebuchet MS"/>
                <a:cs typeface="Trebuchet MS"/>
              </a:rPr>
              <a:t>zero.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Why?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does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make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sense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talking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about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variable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falls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within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40" dirty="0">
                <a:latin typeface="Gill Sans MT"/>
                <a:cs typeface="Gill Sans MT"/>
              </a:rPr>
              <a:t>range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values</a:t>
            </a:r>
            <a:r>
              <a:rPr sz="1450" spc="-10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 marR="193675">
              <a:lnSpc>
                <a:spcPts val="1730"/>
              </a:lnSpc>
              <a:spcBef>
                <a:spcPts val="1490"/>
              </a:spcBef>
            </a:pPr>
            <a:r>
              <a:rPr sz="1450" spc="-65" dirty="0">
                <a:latin typeface="Trebuchet MS"/>
                <a:cs typeface="Trebuchet MS"/>
              </a:rPr>
              <a:t>To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find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probability,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calculate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area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under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curve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density </a:t>
            </a:r>
            <a:r>
              <a:rPr sz="1450" dirty="0">
                <a:latin typeface="Trebuchet MS"/>
                <a:cs typeface="Trebuchet MS"/>
              </a:rPr>
              <a:t>function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30" dirty="0">
                <a:latin typeface="Trebuchet MS"/>
                <a:cs typeface="Trebuchet MS"/>
              </a:rPr>
              <a:t>(PDF)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over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range.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58218" y="2897922"/>
            <a:ext cx="3333750" cy="3143250"/>
            <a:chOff x="2658218" y="2897922"/>
            <a:chExt cx="3333750" cy="3143250"/>
          </a:xfrm>
        </p:grpSpPr>
        <p:sp>
          <p:nvSpPr>
            <p:cNvPr id="6" name="object 6"/>
            <p:cNvSpPr/>
            <p:nvPr/>
          </p:nvSpPr>
          <p:spPr>
            <a:xfrm>
              <a:off x="2992077" y="5355802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2077" y="4690838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2077" y="4025912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2077" y="3360948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28180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17105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05993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4919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3806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2731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61619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50544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2077" y="5688284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2077" y="5023320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92077" y="4358394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92077" y="3693430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92077" y="3028503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22662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11549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00475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9362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78287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67175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56100" y="290304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8180" y="3035647"/>
              <a:ext cx="2722363" cy="265263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992077" y="2903004"/>
              <a:ext cx="2994660" cy="2918460"/>
            </a:xfrm>
            <a:custGeom>
              <a:avLst/>
              <a:gdLst/>
              <a:ahLst/>
              <a:cxnLst/>
              <a:rect l="l" t="t" r="r" b="b"/>
              <a:pathLst>
                <a:path w="2994660" h="2918460">
                  <a:moveTo>
                    <a:pt x="0" y="2917886"/>
                  </a:moveTo>
                  <a:lnTo>
                    <a:pt x="2994570" y="2917886"/>
                  </a:lnTo>
                  <a:lnTo>
                    <a:pt x="2994570" y="0"/>
                  </a:lnTo>
                  <a:lnTo>
                    <a:pt x="0" y="0"/>
                  </a:lnTo>
                  <a:lnTo>
                    <a:pt x="0" y="29178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686" y="5658705"/>
              <a:ext cx="155682" cy="589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5685" y="4993741"/>
              <a:ext cx="155307" cy="592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5685" y="3663738"/>
              <a:ext cx="155716" cy="5934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5686" y="2998923"/>
              <a:ext cx="156943" cy="5897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965995" y="3028503"/>
              <a:ext cx="2301240" cy="2818765"/>
            </a:xfrm>
            <a:custGeom>
              <a:avLst/>
              <a:gdLst/>
              <a:ahLst/>
              <a:cxnLst/>
              <a:rect l="l" t="t" r="r" b="b"/>
              <a:pathLst>
                <a:path w="2301240" h="2818765">
                  <a:moveTo>
                    <a:pt x="0" y="2659781"/>
                  </a:moveTo>
                  <a:lnTo>
                    <a:pt x="26082" y="2659781"/>
                  </a:lnTo>
                </a:path>
                <a:path w="2301240" h="2818765">
                  <a:moveTo>
                    <a:pt x="0" y="1994817"/>
                  </a:moveTo>
                  <a:lnTo>
                    <a:pt x="26082" y="1994817"/>
                  </a:lnTo>
                </a:path>
                <a:path w="2301240" h="2818765">
                  <a:moveTo>
                    <a:pt x="0" y="1329890"/>
                  </a:moveTo>
                  <a:lnTo>
                    <a:pt x="26082" y="1329890"/>
                  </a:lnTo>
                </a:path>
                <a:path w="2301240" h="2818765">
                  <a:moveTo>
                    <a:pt x="0" y="664926"/>
                  </a:moveTo>
                  <a:lnTo>
                    <a:pt x="26082" y="664926"/>
                  </a:lnTo>
                </a:path>
                <a:path w="2301240" h="2818765">
                  <a:moveTo>
                    <a:pt x="0" y="0"/>
                  </a:moveTo>
                  <a:lnTo>
                    <a:pt x="26082" y="0"/>
                  </a:lnTo>
                </a:path>
                <a:path w="2301240" h="2818765">
                  <a:moveTo>
                    <a:pt x="356666" y="2818506"/>
                  </a:moveTo>
                  <a:lnTo>
                    <a:pt x="356666" y="2792387"/>
                  </a:lnTo>
                </a:path>
                <a:path w="2301240" h="2818765">
                  <a:moveTo>
                    <a:pt x="745554" y="2818506"/>
                  </a:moveTo>
                  <a:lnTo>
                    <a:pt x="745554" y="2792387"/>
                  </a:lnTo>
                </a:path>
                <a:path w="2301240" h="2818765">
                  <a:moveTo>
                    <a:pt x="1134479" y="2818506"/>
                  </a:moveTo>
                  <a:lnTo>
                    <a:pt x="1134479" y="2792387"/>
                  </a:lnTo>
                </a:path>
                <a:path w="2301240" h="2818765">
                  <a:moveTo>
                    <a:pt x="1523367" y="2818506"/>
                  </a:moveTo>
                  <a:lnTo>
                    <a:pt x="1523367" y="2792387"/>
                  </a:lnTo>
                </a:path>
                <a:path w="2301240" h="2818765">
                  <a:moveTo>
                    <a:pt x="2301180" y="2818506"/>
                  </a:moveTo>
                  <a:lnTo>
                    <a:pt x="2301180" y="2792387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80244" y="5867031"/>
              <a:ext cx="1205865" cy="59690"/>
            </a:xfrm>
            <a:custGeom>
              <a:avLst/>
              <a:gdLst/>
              <a:ahLst/>
              <a:cxnLst/>
              <a:rect l="l" t="t" r="r" b="b"/>
              <a:pathLst>
                <a:path w="1205864" h="59689">
                  <a:moveTo>
                    <a:pt x="38163" y="52235"/>
                  </a:moveTo>
                  <a:lnTo>
                    <a:pt x="8102" y="52235"/>
                  </a:lnTo>
                  <a:lnTo>
                    <a:pt x="9258" y="49974"/>
                  </a:lnTo>
                  <a:lnTo>
                    <a:pt x="10820" y="47777"/>
                  </a:lnTo>
                  <a:lnTo>
                    <a:pt x="14351" y="43942"/>
                  </a:lnTo>
                  <a:lnTo>
                    <a:pt x="24142" y="35648"/>
                  </a:lnTo>
                  <a:lnTo>
                    <a:pt x="32359" y="27724"/>
                  </a:lnTo>
                  <a:lnTo>
                    <a:pt x="34709" y="24371"/>
                  </a:lnTo>
                  <a:lnTo>
                    <a:pt x="36601" y="20243"/>
                  </a:lnTo>
                  <a:lnTo>
                    <a:pt x="37236" y="16929"/>
                  </a:lnTo>
                  <a:lnTo>
                    <a:pt x="37236" y="14287"/>
                  </a:lnTo>
                  <a:lnTo>
                    <a:pt x="18338" y="0"/>
                  </a:lnTo>
                  <a:lnTo>
                    <a:pt x="15849" y="190"/>
                  </a:lnTo>
                  <a:lnTo>
                    <a:pt x="330" y="15113"/>
                  </a:lnTo>
                  <a:lnTo>
                    <a:pt x="7848" y="15773"/>
                  </a:lnTo>
                  <a:lnTo>
                    <a:pt x="8293" y="13512"/>
                  </a:lnTo>
                  <a:lnTo>
                    <a:pt x="8890" y="11950"/>
                  </a:lnTo>
                  <a:lnTo>
                    <a:pt x="19189" y="6032"/>
                  </a:lnTo>
                  <a:lnTo>
                    <a:pt x="22275" y="6362"/>
                  </a:lnTo>
                  <a:lnTo>
                    <a:pt x="29718" y="16040"/>
                  </a:lnTo>
                  <a:lnTo>
                    <a:pt x="29311" y="19354"/>
                  </a:lnTo>
                  <a:lnTo>
                    <a:pt x="28384" y="21767"/>
                  </a:lnTo>
                  <a:lnTo>
                    <a:pt x="26631" y="24523"/>
                  </a:lnTo>
                  <a:lnTo>
                    <a:pt x="23329" y="28168"/>
                  </a:lnTo>
                  <a:lnTo>
                    <a:pt x="17297" y="33223"/>
                  </a:lnTo>
                  <a:lnTo>
                    <a:pt x="9448" y="40068"/>
                  </a:lnTo>
                  <a:lnTo>
                    <a:pt x="5054" y="44869"/>
                  </a:lnTo>
                  <a:lnTo>
                    <a:pt x="3340" y="47180"/>
                  </a:lnTo>
                  <a:lnTo>
                    <a:pt x="1333" y="50533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163" y="58534"/>
                  </a:lnTo>
                  <a:lnTo>
                    <a:pt x="38163" y="52235"/>
                  </a:lnTo>
                  <a:close/>
                </a:path>
                <a:path w="1205864" h="59689">
                  <a:moveTo>
                    <a:pt x="85280" y="21170"/>
                  </a:moveTo>
                  <a:lnTo>
                    <a:pt x="83413" y="12763"/>
                  </a:lnTo>
                  <a:lnTo>
                    <a:pt x="83146" y="12014"/>
                  </a:lnTo>
                  <a:lnTo>
                    <a:pt x="82257" y="9969"/>
                  </a:lnTo>
                  <a:lnTo>
                    <a:pt x="81368" y="8267"/>
                  </a:lnTo>
                  <a:lnTo>
                    <a:pt x="80962" y="7594"/>
                  </a:lnTo>
                  <a:lnTo>
                    <a:pt x="80073" y="6362"/>
                  </a:lnTo>
                  <a:lnTo>
                    <a:pt x="79921" y="6146"/>
                  </a:lnTo>
                  <a:lnTo>
                    <a:pt x="78803" y="4838"/>
                  </a:lnTo>
                  <a:lnTo>
                    <a:pt x="77724" y="3835"/>
                  </a:lnTo>
                  <a:lnTo>
                    <a:pt x="77724" y="20167"/>
                  </a:lnTo>
                  <a:lnTo>
                    <a:pt x="77685" y="38925"/>
                  </a:lnTo>
                  <a:lnTo>
                    <a:pt x="75742" y="46329"/>
                  </a:lnTo>
                  <a:lnTo>
                    <a:pt x="75488" y="46990"/>
                  </a:lnTo>
                  <a:lnTo>
                    <a:pt x="68453" y="53022"/>
                  </a:lnTo>
                  <a:lnTo>
                    <a:pt x="62877" y="53022"/>
                  </a:lnTo>
                  <a:lnTo>
                    <a:pt x="53644" y="38925"/>
                  </a:lnTo>
                  <a:lnTo>
                    <a:pt x="53657" y="20167"/>
                  </a:lnTo>
                  <a:lnTo>
                    <a:pt x="62395" y="6362"/>
                  </a:lnTo>
                  <a:lnTo>
                    <a:pt x="69164" y="6362"/>
                  </a:lnTo>
                  <a:lnTo>
                    <a:pt x="77317" y="17640"/>
                  </a:lnTo>
                  <a:lnTo>
                    <a:pt x="77724" y="20167"/>
                  </a:lnTo>
                  <a:lnTo>
                    <a:pt x="77724" y="3835"/>
                  </a:lnTo>
                  <a:lnTo>
                    <a:pt x="70612" y="482"/>
                  </a:lnTo>
                  <a:lnTo>
                    <a:pt x="70878" y="482"/>
                  </a:lnTo>
                  <a:lnTo>
                    <a:pt x="68275" y="114"/>
                  </a:lnTo>
                  <a:lnTo>
                    <a:pt x="63246" y="114"/>
                  </a:lnTo>
                  <a:lnTo>
                    <a:pt x="60642" y="482"/>
                  </a:lnTo>
                  <a:lnTo>
                    <a:pt x="60871" y="482"/>
                  </a:lnTo>
                  <a:lnTo>
                    <a:pt x="60083" y="673"/>
                  </a:lnTo>
                  <a:lnTo>
                    <a:pt x="46228" y="20167"/>
                  </a:lnTo>
                  <a:lnTo>
                    <a:pt x="46240" y="38925"/>
                  </a:lnTo>
                  <a:lnTo>
                    <a:pt x="62318" y="59093"/>
                  </a:lnTo>
                  <a:lnTo>
                    <a:pt x="68859" y="59093"/>
                  </a:lnTo>
                  <a:lnTo>
                    <a:pt x="79679" y="53022"/>
                  </a:lnTo>
                  <a:lnTo>
                    <a:pt x="79844" y="52832"/>
                  </a:lnTo>
                  <a:lnTo>
                    <a:pt x="85166" y="38696"/>
                  </a:lnTo>
                  <a:lnTo>
                    <a:pt x="85280" y="21170"/>
                  </a:lnTo>
                  <a:close/>
                </a:path>
                <a:path w="1205864" h="59689">
                  <a:moveTo>
                    <a:pt x="427609" y="42608"/>
                  </a:moveTo>
                  <a:lnTo>
                    <a:pt x="413956" y="29095"/>
                  </a:lnTo>
                  <a:lnTo>
                    <a:pt x="413956" y="28917"/>
                  </a:lnTo>
                  <a:lnTo>
                    <a:pt x="426021" y="14630"/>
                  </a:lnTo>
                  <a:lnTo>
                    <a:pt x="425640" y="11607"/>
                  </a:lnTo>
                  <a:lnTo>
                    <a:pt x="409613" y="38"/>
                  </a:lnTo>
                  <a:lnTo>
                    <a:pt x="405587" y="76"/>
                  </a:lnTo>
                  <a:lnTo>
                    <a:pt x="388848" y="14998"/>
                  </a:lnTo>
                  <a:lnTo>
                    <a:pt x="396252" y="15595"/>
                  </a:lnTo>
                  <a:lnTo>
                    <a:pt x="396773" y="13030"/>
                  </a:lnTo>
                  <a:lnTo>
                    <a:pt x="397370" y="11531"/>
                  </a:lnTo>
                  <a:lnTo>
                    <a:pt x="407631" y="6032"/>
                  </a:lnTo>
                  <a:lnTo>
                    <a:pt x="409676" y="6146"/>
                  </a:lnTo>
                  <a:lnTo>
                    <a:pt x="418465" y="16040"/>
                  </a:lnTo>
                  <a:lnTo>
                    <a:pt x="418020" y="19240"/>
                  </a:lnTo>
                  <a:lnTo>
                    <a:pt x="401713" y="25971"/>
                  </a:lnTo>
                  <a:lnTo>
                    <a:pt x="401713" y="32372"/>
                  </a:lnTo>
                  <a:lnTo>
                    <a:pt x="406742" y="32372"/>
                  </a:lnTo>
                  <a:lnTo>
                    <a:pt x="411391" y="32893"/>
                  </a:lnTo>
                  <a:lnTo>
                    <a:pt x="419950" y="43383"/>
                  </a:lnTo>
                  <a:lnTo>
                    <a:pt x="419684" y="45351"/>
                  </a:lnTo>
                  <a:lnTo>
                    <a:pt x="408038" y="53251"/>
                  </a:lnTo>
                  <a:lnTo>
                    <a:pt x="405777" y="53136"/>
                  </a:lnTo>
                  <a:lnTo>
                    <a:pt x="395503" y="43014"/>
                  </a:lnTo>
                  <a:lnTo>
                    <a:pt x="387883" y="43688"/>
                  </a:lnTo>
                  <a:lnTo>
                    <a:pt x="408038" y="59347"/>
                  </a:lnTo>
                  <a:lnTo>
                    <a:pt x="410794" y="59232"/>
                  </a:lnTo>
                  <a:lnTo>
                    <a:pt x="427278" y="46367"/>
                  </a:lnTo>
                  <a:lnTo>
                    <a:pt x="427609" y="42608"/>
                  </a:lnTo>
                  <a:close/>
                </a:path>
                <a:path w="1205864" h="59689">
                  <a:moveTo>
                    <a:pt x="474065" y="20167"/>
                  </a:moveTo>
                  <a:lnTo>
                    <a:pt x="466648" y="3835"/>
                  </a:lnTo>
                  <a:lnTo>
                    <a:pt x="466648" y="20167"/>
                  </a:lnTo>
                  <a:lnTo>
                    <a:pt x="466572" y="38925"/>
                  </a:lnTo>
                  <a:lnTo>
                    <a:pt x="463740" y="48145"/>
                  </a:lnTo>
                  <a:lnTo>
                    <a:pt x="463448" y="48704"/>
                  </a:lnTo>
                  <a:lnTo>
                    <a:pt x="463067" y="49187"/>
                  </a:lnTo>
                  <a:lnTo>
                    <a:pt x="462737" y="49669"/>
                  </a:lnTo>
                  <a:lnTo>
                    <a:pt x="462000" y="50533"/>
                  </a:lnTo>
                  <a:lnTo>
                    <a:pt x="457339" y="53022"/>
                  </a:lnTo>
                  <a:lnTo>
                    <a:pt x="451764" y="53022"/>
                  </a:lnTo>
                  <a:lnTo>
                    <a:pt x="445998" y="49187"/>
                  </a:lnTo>
                  <a:lnTo>
                    <a:pt x="445617" y="48704"/>
                  </a:lnTo>
                  <a:lnTo>
                    <a:pt x="442709" y="40043"/>
                  </a:lnTo>
                  <a:lnTo>
                    <a:pt x="442683" y="39890"/>
                  </a:lnTo>
                  <a:lnTo>
                    <a:pt x="442531" y="38925"/>
                  </a:lnTo>
                  <a:lnTo>
                    <a:pt x="442544" y="20167"/>
                  </a:lnTo>
                  <a:lnTo>
                    <a:pt x="442836" y="18237"/>
                  </a:lnTo>
                  <a:lnTo>
                    <a:pt x="452399" y="6146"/>
                  </a:lnTo>
                  <a:lnTo>
                    <a:pt x="457009" y="6146"/>
                  </a:lnTo>
                  <a:lnTo>
                    <a:pt x="466648" y="20167"/>
                  </a:lnTo>
                  <a:lnTo>
                    <a:pt x="466648" y="3835"/>
                  </a:lnTo>
                  <a:lnTo>
                    <a:pt x="457200" y="114"/>
                  </a:lnTo>
                  <a:lnTo>
                    <a:pt x="452208" y="114"/>
                  </a:lnTo>
                  <a:lnTo>
                    <a:pt x="435013" y="21170"/>
                  </a:lnTo>
                  <a:lnTo>
                    <a:pt x="435127" y="38696"/>
                  </a:lnTo>
                  <a:lnTo>
                    <a:pt x="435165" y="38925"/>
                  </a:lnTo>
                  <a:lnTo>
                    <a:pt x="435317" y="40043"/>
                  </a:lnTo>
                  <a:lnTo>
                    <a:pt x="451243" y="59093"/>
                  </a:lnTo>
                  <a:lnTo>
                    <a:pt x="457758" y="59093"/>
                  </a:lnTo>
                  <a:lnTo>
                    <a:pt x="473722" y="40817"/>
                  </a:lnTo>
                  <a:lnTo>
                    <a:pt x="474052" y="38925"/>
                  </a:lnTo>
                  <a:lnTo>
                    <a:pt x="474065" y="20167"/>
                  </a:lnTo>
                  <a:close/>
                </a:path>
                <a:path w="1205864" h="59689">
                  <a:moveTo>
                    <a:pt x="817765" y="39585"/>
                  </a:moveTo>
                  <a:lnTo>
                    <a:pt x="809663" y="39585"/>
                  </a:lnTo>
                  <a:lnTo>
                    <a:pt x="809663" y="9156"/>
                  </a:lnTo>
                  <a:lnTo>
                    <a:pt x="809663" y="863"/>
                  </a:lnTo>
                  <a:lnTo>
                    <a:pt x="802703" y="863"/>
                  </a:lnTo>
                  <a:lnTo>
                    <a:pt x="802703" y="9156"/>
                  </a:lnTo>
                  <a:lnTo>
                    <a:pt x="802703" y="39585"/>
                  </a:lnTo>
                  <a:lnTo>
                    <a:pt x="782345" y="39585"/>
                  </a:lnTo>
                  <a:lnTo>
                    <a:pt x="782459" y="39446"/>
                  </a:lnTo>
                  <a:lnTo>
                    <a:pt x="782612" y="39293"/>
                  </a:lnTo>
                  <a:lnTo>
                    <a:pt x="782713" y="39141"/>
                  </a:lnTo>
                  <a:lnTo>
                    <a:pt x="782980" y="38849"/>
                  </a:lnTo>
                  <a:lnTo>
                    <a:pt x="783793" y="37769"/>
                  </a:lnTo>
                  <a:lnTo>
                    <a:pt x="784542" y="36652"/>
                  </a:lnTo>
                  <a:lnTo>
                    <a:pt x="784733" y="36461"/>
                  </a:lnTo>
                  <a:lnTo>
                    <a:pt x="784834" y="36283"/>
                  </a:lnTo>
                  <a:lnTo>
                    <a:pt x="785101" y="35941"/>
                  </a:lnTo>
                  <a:lnTo>
                    <a:pt x="785177" y="35801"/>
                  </a:lnTo>
                  <a:lnTo>
                    <a:pt x="799947" y="14033"/>
                  </a:lnTo>
                  <a:lnTo>
                    <a:pt x="800201" y="13589"/>
                  </a:lnTo>
                  <a:lnTo>
                    <a:pt x="800544" y="13093"/>
                  </a:lnTo>
                  <a:lnTo>
                    <a:pt x="800760" y="12649"/>
                  </a:lnTo>
                  <a:lnTo>
                    <a:pt x="800874" y="12509"/>
                  </a:lnTo>
                  <a:lnTo>
                    <a:pt x="800950" y="12319"/>
                  </a:lnTo>
                  <a:lnTo>
                    <a:pt x="801027" y="12166"/>
                  </a:lnTo>
                  <a:lnTo>
                    <a:pt x="801141" y="12014"/>
                  </a:lnTo>
                  <a:lnTo>
                    <a:pt x="801281" y="11722"/>
                  </a:lnTo>
                  <a:lnTo>
                    <a:pt x="801395" y="11569"/>
                  </a:lnTo>
                  <a:lnTo>
                    <a:pt x="802703" y="9156"/>
                  </a:lnTo>
                  <a:lnTo>
                    <a:pt x="802703" y="863"/>
                  </a:lnTo>
                  <a:lnTo>
                    <a:pt x="801916" y="863"/>
                  </a:lnTo>
                  <a:lnTo>
                    <a:pt x="775601" y="39585"/>
                  </a:lnTo>
                  <a:lnTo>
                    <a:pt x="775500" y="45466"/>
                  </a:lnTo>
                  <a:lnTo>
                    <a:pt x="802703" y="45466"/>
                  </a:lnTo>
                  <a:lnTo>
                    <a:pt x="802703" y="58534"/>
                  </a:lnTo>
                  <a:lnTo>
                    <a:pt x="809663" y="58534"/>
                  </a:lnTo>
                  <a:lnTo>
                    <a:pt x="809663" y="45466"/>
                  </a:lnTo>
                  <a:lnTo>
                    <a:pt x="817765" y="45466"/>
                  </a:lnTo>
                  <a:lnTo>
                    <a:pt x="817765" y="39585"/>
                  </a:lnTo>
                  <a:close/>
                </a:path>
                <a:path w="1205864" h="59689">
                  <a:moveTo>
                    <a:pt x="863092" y="21170"/>
                  </a:moveTo>
                  <a:lnTo>
                    <a:pt x="861225" y="12763"/>
                  </a:lnTo>
                  <a:lnTo>
                    <a:pt x="860971" y="12014"/>
                  </a:lnTo>
                  <a:lnTo>
                    <a:pt x="857885" y="6362"/>
                  </a:lnTo>
                  <a:lnTo>
                    <a:pt x="857211" y="5473"/>
                  </a:lnTo>
                  <a:lnTo>
                    <a:pt x="856615" y="4838"/>
                  </a:lnTo>
                  <a:lnTo>
                    <a:pt x="855535" y="3835"/>
                  </a:lnTo>
                  <a:lnTo>
                    <a:pt x="855535" y="20167"/>
                  </a:lnTo>
                  <a:lnTo>
                    <a:pt x="855497" y="38925"/>
                  </a:lnTo>
                  <a:lnTo>
                    <a:pt x="853567" y="46329"/>
                  </a:lnTo>
                  <a:lnTo>
                    <a:pt x="853300" y="46990"/>
                  </a:lnTo>
                  <a:lnTo>
                    <a:pt x="846264" y="53022"/>
                  </a:lnTo>
                  <a:lnTo>
                    <a:pt x="840689" y="53022"/>
                  </a:lnTo>
                  <a:lnTo>
                    <a:pt x="831456" y="38925"/>
                  </a:lnTo>
                  <a:lnTo>
                    <a:pt x="831469" y="20167"/>
                  </a:lnTo>
                  <a:lnTo>
                    <a:pt x="840206" y="6362"/>
                  </a:lnTo>
                  <a:lnTo>
                    <a:pt x="846975" y="6362"/>
                  </a:lnTo>
                  <a:lnTo>
                    <a:pt x="852144" y="9931"/>
                  </a:lnTo>
                  <a:lnTo>
                    <a:pt x="852525" y="10426"/>
                  </a:lnTo>
                  <a:lnTo>
                    <a:pt x="855129" y="17640"/>
                  </a:lnTo>
                  <a:lnTo>
                    <a:pt x="855535" y="20167"/>
                  </a:lnTo>
                  <a:lnTo>
                    <a:pt x="855535" y="3835"/>
                  </a:lnTo>
                  <a:lnTo>
                    <a:pt x="848423" y="482"/>
                  </a:lnTo>
                  <a:lnTo>
                    <a:pt x="848690" y="482"/>
                  </a:lnTo>
                  <a:lnTo>
                    <a:pt x="846086" y="114"/>
                  </a:lnTo>
                  <a:lnTo>
                    <a:pt x="841057" y="114"/>
                  </a:lnTo>
                  <a:lnTo>
                    <a:pt x="838454" y="482"/>
                  </a:lnTo>
                  <a:lnTo>
                    <a:pt x="838682" y="482"/>
                  </a:lnTo>
                  <a:lnTo>
                    <a:pt x="837895" y="673"/>
                  </a:lnTo>
                  <a:lnTo>
                    <a:pt x="824039" y="20167"/>
                  </a:lnTo>
                  <a:lnTo>
                    <a:pt x="824052" y="38925"/>
                  </a:lnTo>
                  <a:lnTo>
                    <a:pt x="840130" y="59093"/>
                  </a:lnTo>
                  <a:lnTo>
                    <a:pt x="846683" y="59093"/>
                  </a:lnTo>
                  <a:lnTo>
                    <a:pt x="862977" y="38696"/>
                  </a:lnTo>
                  <a:lnTo>
                    <a:pt x="863092" y="21170"/>
                  </a:lnTo>
                  <a:close/>
                </a:path>
                <a:path w="1205864" h="59689">
                  <a:moveTo>
                    <a:pt x="1205572" y="39738"/>
                  </a:moveTo>
                  <a:lnTo>
                    <a:pt x="1188643" y="21767"/>
                  </a:lnTo>
                  <a:lnTo>
                    <a:pt x="1184630" y="21805"/>
                  </a:lnTo>
                  <a:lnTo>
                    <a:pt x="1182509" y="22098"/>
                  </a:lnTo>
                  <a:lnTo>
                    <a:pt x="1180579" y="22618"/>
                  </a:lnTo>
                  <a:lnTo>
                    <a:pt x="1177785" y="23736"/>
                  </a:lnTo>
                  <a:lnTo>
                    <a:pt x="1175067" y="25412"/>
                  </a:lnTo>
                  <a:lnTo>
                    <a:pt x="1176185" y="7112"/>
                  </a:lnTo>
                  <a:lnTo>
                    <a:pt x="1202232" y="7112"/>
                  </a:lnTo>
                  <a:lnTo>
                    <a:pt x="1202232" y="863"/>
                  </a:lnTo>
                  <a:lnTo>
                    <a:pt x="1169454" y="863"/>
                  </a:lnTo>
                  <a:lnTo>
                    <a:pt x="1167511" y="31889"/>
                  </a:lnTo>
                  <a:lnTo>
                    <a:pt x="1174737" y="31889"/>
                  </a:lnTo>
                  <a:lnTo>
                    <a:pt x="1177417" y="29883"/>
                  </a:lnTo>
                  <a:lnTo>
                    <a:pt x="1180833" y="28359"/>
                  </a:lnTo>
                  <a:lnTo>
                    <a:pt x="1184363" y="27762"/>
                  </a:lnTo>
                  <a:lnTo>
                    <a:pt x="1186599" y="27762"/>
                  </a:lnTo>
                  <a:lnTo>
                    <a:pt x="1197952" y="40525"/>
                  </a:lnTo>
                  <a:lnTo>
                    <a:pt x="1197508" y="44056"/>
                  </a:lnTo>
                  <a:lnTo>
                    <a:pt x="1184706" y="53314"/>
                  </a:lnTo>
                  <a:lnTo>
                    <a:pt x="1181582" y="52984"/>
                  </a:lnTo>
                  <a:lnTo>
                    <a:pt x="1173314" y="44767"/>
                  </a:lnTo>
                  <a:lnTo>
                    <a:pt x="1165834" y="45618"/>
                  </a:lnTo>
                  <a:lnTo>
                    <a:pt x="1185113" y="59347"/>
                  </a:lnTo>
                  <a:lnTo>
                    <a:pt x="1188046" y="59194"/>
                  </a:lnTo>
                  <a:lnTo>
                    <a:pt x="1205280" y="43865"/>
                  </a:lnTo>
                  <a:lnTo>
                    <a:pt x="1205572" y="3973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8218" y="4187465"/>
              <a:ext cx="282661" cy="34059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493079" y="5867139"/>
              <a:ext cx="39370" cy="59055"/>
            </a:xfrm>
            <a:custGeom>
              <a:avLst/>
              <a:gdLst/>
              <a:ahLst/>
              <a:cxnLst/>
              <a:rect l="l" t="t" r="r" b="b"/>
              <a:pathLst>
                <a:path w="39370" h="59054">
                  <a:moveTo>
                    <a:pt x="22737" y="58973"/>
                  </a:moveTo>
                  <a:lnTo>
                    <a:pt x="16226" y="58973"/>
                  </a:lnTo>
                  <a:lnTo>
                    <a:pt x="14626" y="58675"/>
                  </a:lnTo>
                  <a:lnTo>
                    <a:pt x="146" y="38806"/>
                  </a:lnTo>
                  <a:lnTo>
                    <a:pt x="115" y="38583"/>
                  </a:lnTo>
                  <a:lnTo>
                    <a:pt x="0" y="21059"/>
                  </a:lnTo>
                  <a:lnTo>
                    <a:pt x="301" y="18826"/>
                  </a:lnTo>
                  <a:lnTo>
                    <a:pt x="422" y="18119"/>
                  </a:lnTo>
                  <a:lnTo>
                    <a:pt x="524" y="17524"/>
                  </a:lnTo>
                  <a:lnTo>
                    <a:pt x="17193" y="0"/>
                  </a:lnTo>
                  <a:lnTo>
                    <a:pt x="22179" y="0"/>
                  </a:lnTo>
                  <a:lnTo>
                    <a:pt x="33825" y="6027"/>
                  </a:lnTo>
                  <a:lnTo>
                    <a:pt x="17379" y="6027"/>
                  </a:lnTo>
                  <a:lnTo>
                    <a:pt x="16263" y="6250"/>
                  </a:lnTo>
                  <a:lnTo>
                    <a:pt x="7519" y="38806"/>
                  </a:lnTo>
                  <a:lnTo>
                    <a:pt x="7671" y="39774"/>
                  </a:lnTo>
                  <a:lnTo>
                    <a:pt x="7694" y="39923"/>
                  </a:lnTo>
                  <a:lnTo>
                    <a:pt x="7817" y="40704"/>
                  </a:lnTo>
                  <a:lnTo>
                    <a:pt x="10980" y="49076"/>
                  </a:lnTo>
                  <a:lnTo>
                    <a:pt x="11314" y="49559"/>
                  </a:lnTo>
                  <a:lnTo>
                    <a:pt x="16747" y="52908"/>
                  </a:lnTo>
                  <a:lnTo>
                    <a:pt x="33595" y="52908"/>
                  </a:lnTo>
                  <a:lnTo>
                    <a:pt x="33192" y="53392"/>
                  </a:lnTo>
                  <a:lnTo>
                    <a:pt x="24337" y="58675"/>
                  </a:lnTo>
                  <a:lnTo>
                    <a:pt x="22737" y="58973"/>
                  </a:lnTo>
                  <a:close/>
                </a:path>
                <a:path w="39370" h="59054">
                  <a:moveTo>
                    <a:pt x="33595" y="52908"/>
                  </a:moveTo>
                  <a:lnTo>
                    <a:pt x="22328" y="52908"/>
                  </a:lnTo>
                  <a:lnTo>
                    <a:pt x="23853" y="52461"/>
                  </a:lnTo>
                  <a:lnTo>
                    <a:pt x="24884" y="51978"/>
                  </a:lnTo>
                  <a:lnTo>
                    <a:pt x="28058" y="49076"/>
                  </a:lnTo>
                  <a:lnTo>
                    <a:pt x="28430" y="48592"/>
                  </a:lnTo>
                  <a:lnTo>
                    <a:pt x="28727" y="48034"/>
                  </a:lnTo>
                  <a:lnTo>
                    <a:pt x="29062" y="47476"/>
                  </a:lnTo>
                  <a:lnTo>
                    <a:pt x="29360" y="46880"/>
                  </a:lnTo>
                  <a:lnTo>
                    <a:pt x="31630" y="20054"/>
                  </a:lnTo>
                  <a:lnTo>
                    <a:pt x="31441" y="18826"/>
                  </a:lnTo>
                  <a:lnTo>
                    <a:pt x="21993" y="6027"/>
                  </a:lnTo>
                  <a:lnTo>
                    <a:pt x="33825" y="6027"/>
                  </a:lnTo>
                  <a:lnTo>
                    <a:pt x="39187" y="21059"/>
                  </a:lnTo>
                  <a:lnTo>
                    <a:pt x="39154" y="37802"/>
                  </a:lnTo>
                  <a:lnTo>
                    <a:pt x="39032" y="38806"/>
                  </a:lnTo>
                  <a:lnTo>
                    <a:pt x="38702" y="40704"/>
                  </a:lnTo>
                  <a:lnTo>
                    <a:pt x="38624" y="41150"/>
                  </a:lnTo>
                  <a:lnTo>
                    <a:pt x="38094" y="43271"/>
                  </a:lnTo>
                  <a:lnTo>
                    <a:pt x="37359" y="45727"/>
                  </a:lnTo>
                  <a:lnTo>
                    <a:pt x="36712" y="47476"/>
                  </a:lnTo>
                  <a:lnTo>
                    <a:pt x="36615" y="47736"/>
                  </a:lnTo>
                  <a:lnTo>
                    <a:pt x="35722" y="49559"/>
                  </a:lnTo>
                  <a:lnTo>
                    <a:pt x="35276" y="50415"/>
                  </a:lnTo>
                  <a:lnTo>
                    <a:pt x="34836" y="51159"/>
                  </a:lnTo>
                  <a:lnTo>
                    <a:pt x="33750" y="52722"/>
                  </a:lnTo>
                  <a:lnTo>
                    <a:pt x="33595" y="5290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6320" y="5820890"/>
              <a:ext cx="84834" cy="10529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224869" y="5867145"/>
              <a:ext cx="85725" cy="59055"/>
            </a:xfrm>
            <a:custGeom>
              <a:avLst/>
              <a:gdLst/>
              <a:ahLst/>
              <a:cxnLst/>
              <a:rect l="l" t="t" r="r" b="b"/>
              <a:pathLst>
                <a:path w="85725" h="59054">
                  <a:moveTo>
                    <a:pt x="38100" y="749"/>
                  </a:moveTo>
                  <a:lnTo>
                    <a:pt x="0" y="749"/>
                  </a:lnTo>
                  <a:lnTo>
                    <a:pt x="0" y="6997"/>
                  </a:lnTo>
                  <a:lnTo>
                    <a:pt x="30949" y="6997"/>
                  </a:lnTo>
                  <a:lnTo>
                    <a:pt x="26149" y="14287"/>
                  </a:lnTo>
                  <a:lnTo>
                    <a:pt x="10680" y="55664"/>
                  </a:lnTo>
                  <a:lnTo>
                    <a:pt x="10642" y="58420"/>
                  </a:lnTo>
                  <a:lnTo>
                    <a:pt x="18338" y="58420"/>
                  </a:lnTo>
                  <a:lnTo>
                    <a:pt x="18376" y="55473"/>
                  </a:lnTo>
                  <a:lnTo>
                    <a:pt x="18821" y="49860"/>
                  </a:lnTo>
                  <a:lnTo>
                    <a:pt x="38100" y="6692"/>
                  </a:lnTo>
                  <a:lnTo>
                    <a:pt x="38100" y="749"/>
                  </a:lnTo>
                  <a:close/>
                </a:path>
                <a:path w="85725" h="59054">
                  <a:moveTo>
                    <a:pt x="85204" y="21056"/>
                  </a:moveTo>
                  <a:lnTo>
                    <a:pt x="77647" y="3721"/>
                  </a:lnTo>
                  <a:lnTo>
                    <a:pt x="77647" y="20053"/>
                  </a:lnTo>
                  <a:lnTo>
                    <a:pt x="77571" y="38811"/>
                  </a:lnTo>
                  <a:lnTo>
                    <a:pt x="77279" y="40703"/>
                  </a:lnTo>
                  <a:lnTo>
                    <a:pt x="77177" y="41148"/>
                  </a:lnTo>
                  <a:lnTo>
                    <a:pt x="77089" y="41592"/>
                  </a:lnTo>
                  <a:lnTo>
                    <a:pt x="74739" y="48031"/>
                  </a:lnTo>
                  <a:lnTo>
                    <a:pt x="74447" y="48590"/>
                  </a:lnTo>
                  <a:lnTo>
                    <a:pt x="74079" y="49072"/>
                  </a:lnTo>
                  <a:lnTo>
                    <a:pt x="73736" y="49555"/>
                  </a:lnTo>
                  <a:lnTo>
                    <a:pt x="72999" y="50419"/>
                  </a:lnTo>
                  <a:lnTo>
                    <a:pt x="68351" y="52908"/>
                  </a:lnTo>
                  <a:lnTo>
                    <a:pt x="62763" y="52908"/>
                  </a:lnTo>
                  <a:lnTo>
                    <a:pt x="56997" y="49072"/>
                  </a:lnTo>
                  <a:lnTo>
                    <a:pt x="56629" y="48590"/>
                  </a:lnTo>
                  <a:lnTo>
                    <a:pt x="53543" y="38811"/>
                  </a:lnTo>
                  <a:lnTo>
                    <a:pt x="53543" y="20053"/>
                  </a:lnTo>
                  <a:lnTo>
                    <a:pt x="63398" y="6032"/>
                  </a:lnTo>
                  <a:lnTo>
                    <a:pt x="68008" y="6032"/>
                  </a:lnTo>
                  <a:lnTo>
                    <a:pt x="77457" y="18821"/>
                  </a:lnTo>
                  <a:lnTo>
                    <a:pt x="77647" y="20053"/>
                  </a:lnTo>
                  <a:lnTo>
                    <a:pt x="77647" y="3721"/>
                  </a:lnTo>
                  <a:lnTo>
                    <a:pt x="68199" y="0"/>
                  </a:lnTo>
                  <a:lnTo>
                    <a:pt x="63207" y="0"/>
                  </a:lnTo>
                  <a:lnTo>
                    <a:pt x="46443" y="18122"/>
                  </a:lnTo>
                  <a:lnTo>
                    <a:pt x="46316" y="18821"/>
                  </a:lnTo>
                  <a:lnTo>
                    <a:pt x="46012" y="21056"/>
                  </a:lnTo>
                  <a:lnTo>
                    <a:pt x="46139" y="38582"/>
                  </a:lnTo>
                  <a:lnTo>
                    <a:pt x="46164" y="38811"/>
                  </a:lnTo>
                  <a:lnTo>
                    <a:pt x="62242" y="58978"/>
                  </a:lnTo>
                  <a:lnTo>
                    <a:pt x="68757" y="58978"/>
                  </a:lnTo>
                  <a:lnTo>
                    <a:pt x="79603" y="52908"/>
                  </a:lnTo>
                  <a:lnTo>
                    <a:pt x="79768" y="52717"/>
                  </a:lnTo>
                  <a:lnTo>
                    <a:pt x="82727" y="47472"/>
                  </a:lnTo>
                  <a:lnTo>
                    <a:pt x="83375" y="45732"/>
                  </a:lnTo>
                  <a:lnTo>
                    <a:pt x="84112" y="43268"/>
                  </a:lnTo>
                  <a:lnTo>
                    <a:pt x="84645" y="41148"/>
                  </a:lnTo>
                  <a:lnTo>
                    <a:pt x="84721" y="40703"/>
                  </a:lnTo>
                  <a:lnTo>
                    <a:pt x="85051" y="38811"/>
                  </a:lnTo>
                  <a:lnTo>
                    <a:pt x="85166" y="37807"/>
                  </a:lnTo>
                  <a:lnTo>
                    <a:pt x="85204" y="210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13536" y="5820890"/>
              <a:ext cx="85431" cy="10522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56769" y="5969049"/>
              <a:ext cx="65335" cy="72069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02383" y="2733637"/>
            <a:ext cx="820377" cy="117127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8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8800" y="394970"/>
            <a:ext cx="7238365" cy="46418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cumulative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function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85" dirty="0">
                <a:latin typeface="Gill Sans MT"/>
                <a:cs typeface="Gill Sans MT"/>
              </a:rPr>
              <a:t>(CDF)</a:t>
            </a:r>
            <a:r>
              <a:rPr sz="1450" b="1" spc="-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gives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variable </a:t>
            </a:r>
            <a:r>
              <a:rPr sz="1450" dirty="0">
                <a:latin typeface="Trebuchet MS"/>
                <a:cs typeface="Trebuchet MS"/>
              </a:rPr>
              <a:t>takes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55" dirty="0">
                <a:latin typeface="Trebuchet MS"/>
                <a:cs typeface="Trebuchet MS"/>
              </a:rPr>
              <a:t>on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less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than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55" dirty="0">
                <a:latin typeface="Gill Sans MT"/>
                <a:cs typeface="Gill Sans MT"/>
              </a:rPr>
              <a:t>or </a:t>
            </a:r>
            <a:r>
              <a:rPr sz="1450" b="1" dirty="0">
                <a:latin typeface="Gill Sans MT"/>
                <a:cs typeface="Gill Sans MT"/>
              </a:rPr>
              <a:t>equal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to</a:t>
            </a:r>
            <a:r>
              <a:rPr sz="1450" b="1" spc="-1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specified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(x).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8800" y="1002984"/>
            <a:ext cx="72028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000000"/>
                </a:solidFill>
              </a:rPr>
              <a:t>CDF</a:t>
            </a:r>
            <a:r>
              <a:rPr sz="1450" spc="-50" dirty="0">
                <a:solidFill>
                  <a:srgbClr val="000000"/>
                </a:solidFill>
              </a:rPr>
              <a:t> </a:t>
            </a:r>
            <a:r>
              <a:rPr sz="1450" dirty="0">
                <a:solidFill>
                  <a:srgbClr val="000000"/>
                </a:solidFill>
              </a:rPr>
              <a:t>represents</a:t>
            </a:r>
            <a:r>
              <a:rPr sz="1450" spc="-50" dirty="0">
                <a:solidFill>
                  <a:srgbClr val="000000"/>
                </a:solidFill>
              </a:rPr>
              <a:t> </a:t>
            </a:r>
            <a:r>
              <a:rPr sz="1450" dirty="0">
                <a:solidFill>
                  <a:srgbClr val="000000"/>
                </a:solidFill>
              </a:rPr>
              <a:t>the</a:t>
            </a:r>
            <a:r>
              <a:rPr sz="1450" spc="-40" dirty="0">
                <a:solidFill>
                  <a:srgbClr val="000000"/>
                </a:solidFill>
              </a:rPr>
              <a:t> </a:t>
            </a:r>
            <a:r>
              <a:rPr sz="1450" b="1" spc="-40" dirty="0">
                <a:solidFill>
                  <a:srgbClr val="000000"/>
                </a:solidFill>
                <a:latin typeface="Gill Sans MT"/>
                <a:cs typeface="Gill Sans MT"/>
              </a:rPr>
              <a:t>area</a:t>
            </a:r>
            <a:r>
              <a:rPr sz="1450" b="1" spc="-5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b="1" spc="-30" dirty="0">
                <a:solidFill>
                  <a:srgbClr val="000000"/>
                </a:solidFill>
                <a:latin typeface="Gill Sans MT"/>
                <a:cs typeface="Gill Sans MT"/>
              </a:rPr>
              <a:t>under</a:t>
            </a:r>
            <a:r>
              <a:rPr sz="1450" b="1" spc="-5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b="1" spc="-2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450" b="1" spc="-5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b="1" spc="-10" dirty="0">
                <a:solidFill>
                  <a:srgbClr val="000000"/>
                </a:solidFill>
                <a:latin typeface="Gill Sans MT"/>
                <a:cs typeface="Gill Sans MT"/>
              </a:rPr>
              <a:t>probability</a:t>
            </a:r>
            <a:r>
              <a:rPr sz="1450" b="1" spc="-5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b="1" dirty="0">
                <a:solidFill>
                  <a:srgbClr val="000000"/>
                </a:solidFill>
                <a:latin typeface="Gill Sans MT"/>
                <a:cs typeface="Gill Sans MT"/>
              </a:rPr>
              <a:t>density</a:t>
            </a:r>
            <a:r>
              <a:rPr sz="1450" b="1" spc="-5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b="1" spc="-10" dirty="0">
                <a:solidFill>
                  <a:srgbClr val="000000"/>
                </a:solidFill>
                <a:latin typeface="Gill Sans MT"/>
                <a:cs typeface="Gill Sans MT"/>
              </a:rPr>
              <a:t>function</a:t>
            </a:r>
            <a:r>
              <a:rPr sz="1450" b="1" spc="-5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b="1" spc="-145" dirty="0">
                <a:solidFill>
                  <a:srgbClr val="000000"/>
                </a:solidFill>
                <a:latin typeface="Gill Sans MT"/>
                <a:cs typeface="Gill Sans MT"/>
              </a:rPr>
              <a:t>(PDF)</a:t>
            </a:r>
            <a:r>
              <a:rPr sz="1450" b="1" spc="-1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450" dirty="0">
                <a:solidFill>
                  <a:srgbClr val="000000"/>
                </a:solidFill>
              </a:rPr>
              <a:t>from</a:t>
            </a:r>
            <a:r>
              <a:rPr sz="1450" spc="-45" dirty="0">
                <a:solidFill>
                  <a:srgbClr val="000000"/>
                </a:solidFill>
              </a:rPr>
              <a:t> </a:t>
            </a:r>
            <a:r>
              <a:rPr sz="1500" spc="-40" dirty="0">
                <a:solidFill>
                  <a:srgbClr val="000000"/>
                </a:solidFill>
                <a:latin typeface="Lucida Sans"/>
                <a:cs typeface="Lucida Sans"/>
              </a:rPr>
              <a:t>−∞</a:t>
            </a:r>
            <a:r>
              <a:rPr sz="1500" spc="-80" dirty="0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000000"/>
                </a:solidFill>
              </a:rPr>
              <a:t>up</a:t>
            </a:r>
            <a:r>
              <a:rPr sz="1450" spc="-50" dirty="0">
                <a:solidFill>
                  <a:srgbClr val="000000"/>
                </a:solidFill>
              </a:rPr>
              <a:t> </a:t>
            </a:r>
            <a:r>
              <a:rPr sz="1450" dirty="0">
                <a:solidFill>
                  <a:srgbClr val="000000"/>
                </a:solidFill>
              </a:rPr>
              <a:t>to</a:t>
            </a:r>
            <a:r>
              <a:rPr sz="1450" spc="-40" dirty="0">
                <a:solidFill>
                  <a:srgbClr val="000000"/>
                </a:solidFill>
              </a:rPr>
              <a:t> </a:t>
            </a:r>
            <a:r>
              <a:rPr sz="1500" i="1" spc="-25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sz="1450" spc="-25" dirty="0">
                <a:solidFill>
                  <a:srgbClr val="000000"/>
                </a:solidFill>
              </a:rPr>
              <a:t>: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2060260"/>
            <a:ext cx="7121525" cy="47561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40"/>
              </a:spcBef>
            </a:pPr>
            <a:r>
              <a:rPr sz="1450" dirty="0">
                <a:latin typeface="Trebuchet MS"/>
                <a:cs typeface="Trebuchet MS"/>
              </a:rPr>
              <a:t>By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definition,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total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40" dirty="0">
                <a:latin typeface="Gill Sans MT"/>
                <a:cs typeface="Gill Sans MT"/>
              </a:rPr>
              <a:t>area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under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175" dirty="0">
                <a:latin typeface="Gill Sans MT"/>
                <a:cs typeface="Gill Sans MT"/>
              </a:rPr>
              <a:t>PDF</a:t>
            </a:r>
            <a:r>
              <a:rPr sz="1450" b="1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Lucida Sans"/>
                <a:cs typeface="Lucida Sans"/>
              </a:rPr>
              <a:t>−∞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Lucida Sans"/>
                <a:cs typeface="Lucida Sans"/>
              </a:rPr>
              <a:t>+∞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equals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b="1" spc="-170" dirty="0">
                <a:latin typeface="Gill Sans MT"/>
                <a:cs typeface="Gill Sans MT"/>
              </a:rPr>
              <a:t>1</a:t>
            </a:r>
            <a:r>
              <a:rPr sz="1450" spc="-170" dirty="0">
                <a:latin typeface="Trebuchet MS"/>
                <a:cs typeface="Trebuchet MS"/>
              </a:rPr>
              <a:t>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representing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spc="-10" dirty="0">
                <a:latin typeface="Trebuchet MS"/>
                <a:cs typeface="Trebuchet MS"/>
              </a:rPr>
              <a:t>entire</a:t>
            </a:r>
            <a:r>
              <a:rPr sz="1450" spc="-6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6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space.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58218" y="2771232"/>
            <a:ext cx="3333750" cy="3308350"/>
            <a:chOff x="2658218" y="2771232"/>
            <a:chExt cx="3333750" cy="3308350"/>
          </a:xfrm>
        </p:grpSpPr>
        <p:sp>
          <p:nvSpPr>
            <p:cNvPr id="7" name="object 7"/>
            <p:cNvSpPr/>
            <p:nvPr/>
          </p:nvSpPr>
          <p:spPr>
            <a:xfrm>
              <a:off x="2992077" y="5367634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2077" y="4665203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2077" y="3962734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92077" y="3260265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47739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6819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25899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65017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04097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3177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82257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2077" y="5718869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2077" y="5016400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92077" y="4313968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92077" y="3611500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92077" y="2909031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8180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67298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06378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45458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84538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23618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62736" y="2776351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h="3082925">
                  <a:moveTo>
                    <a:pt x="0" y="30826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28180" y="2916472"/>
              <a:ext cx="2634615" cy="2802890"/>
            </a:xfrm>
            <a:custGeom>
              <a:avLst/>
              <a:gdLst/>
              <a:ahLst/>
              <a:cxnLst/>
              <a:rect l="l" t="t" r="r" b="b"/>
              <a:pathLst>
                <a:path w="2634615" h="2802890">
                  <a:moveTo>
                    <a:pt x="2634555" y="2802396"/>
                  </a:moveTo>
                  <a:lnTo>
                    <a:pt x="0" y="2802396"/>
                  </a:lnTo>
                  <a:lnTo>
                    <a:pt x="0" y="2771291"/>
                  </a:lnTo>
                  <a:lnTo>
                    <a:pt x="26342" y="2765189"/>
                  </a:lnTo>
                  <a:lnTo>
                    <a:pt x="52685" y="2758119"/>
                  </a:lnTo>
                  <a:lnTo>
                    <a:pt x="105407" y="2740260"/>
                  </a:lnTo>
                  <a:lnTo>
                    <a:pt x="158092" y="2716485"/>
                  </a:lnTo>
                  <a:lnTo>
                    <a:pt x="210777" y="2685305"/>
                  </a:lnTo>
                  <a:lnTo>
                    <a:pt x="263462" y="2645084"/>
                  </a:lnTo>
                  <a:lnTo>
                    <a:pt x="316148" y="2594111"/>
                  </a:lnTo>
                  <a:lnTo>
                    <a:pt x="342490" y="2563973"/>
                  </a:lnTo>
                  <a:lnTo>
                    <a:pt x="368833" y="2530524"/>
                  </a:lnTo>
                  <a:lnTo>
                    <a:pt x="395175" y="2493429"/>
                  </a:lnTo>
                  <a:lnTo>
                    <a:pt x="421518" y="2452575"/>
                  </a:lnTo>
                  <a:lnTo>
                    <a:pt x="447898" y="2407741"/>
                  </a:lnTo>
                  <a:lnTo>
                    <a:pt x="474240" y="2358739"/>
                  </a:lnTo>
                  <a:lnTo>
                    <a:pt x="500583" y="2305496"/>
                  </a:lnTo>
                  <a:lnTo>
                    <a:pt x="526925" y="2247825"/>
                  </a:lnTo>
                  <a:lnTo>
                    <a:pt x="553268" y="2185689"/>
                  </a:lnTo>
                  <a:lnTo>
                    <a:pt x="579611" y="2119051"/>
                  </a:lnTo>
                  <a:lnTo>
                    <a:pt x="605953" y="2047912"/>
                  </a:lnTo>
                  <a:lnTo>
                    <a:pt x="632296" y="1972381"/>
                  </a:lnTo>
                  <a:lnTo>
                    <a:pt x="658638" y="1892609"/>
                  </a:lnTo>
                  <a:lnTo>
                    <a:pt x="684981" y="1808708"/>
                  </a:lnTo>
                  <a:lnTo>
                    <a:pt x="711323" y="1720973"/>
                  </a:lnTo>
                  <a:lnTo>
                    <a:pt x="737666" y="1629742"/>
                  </a:lnTo>
                  <a:lnTo>
                    <a:pt x="764009" y="1535385"/>
                  </a:lnTo>
                  <a:lnTo>
                    <a:pt x="790388" y="1438312"/>
                  </a:lnTo>
                  <a:lnTo>
                    <a:pt x="816731" y="1339118"/>
                  </a:lnTo>
                  <a:lnTo>
                    <a:pt x="843074" y="1238361"/>
                  </a:lnTo>
                  <a:lnTo>
                    <a:pt x="922101" y="933263"/>
                  </a:lnTo>
                  <a:lnTo>
                    <a:pt x="948444" y="833102"/>
                  </a:lnTo>
                  <a:lnTo>
                    <a:pt x="974786" y="735024"/>
                  </a:lnTo>
                  <a:lnTo>
                    <a:pt x="1001129" y="639886"/>
                  </a:lnTo>
                  <a:lnTo>
                    <a:pt x="1027472" y="548468"/>
                  </a:lnTo>
                  <a:lnTo>
                    <a:pt x="1053814" y="461627"/>
                  </a:lnTo>
                  <a:lnTo>
                    <a:pt x="1080157" y="380181"/>
                  </a:lnTo>
                  <a:lnTo>
                    <a:pt x="1106499" y="304911"/>
                  </a:lnTo>
                  <a:lnTo>
                    <a:pt x="1132842" y="236562"/>
                  </a:lnTo>
                  <a:lnTo>
                    <a:pt x="1159222" y="175840"/>
                  </a:lnTo>
                  <a:lnTo>
                    <a:pt x="1185564" y="123304"/>
                  </a:lnTo>
                  <a:lnTo>
                    <a:pt x="1211907" y="79548"/>
                  </a:lnTo>
                  <a:lnTo>
                    <a:pt x="1238249" y="45020"/>
                  </a:lnTo>
                  <a:lnTo>
                    <a:pt x="1290935" y="5022"/>
                  </a:lnTo>
                  <a:lnTo>
                    <a:pt x="1317277" y="0"/>
                  </a:lnTo>
                  <a:lnTo>
                    <a:pt x="1343620" y="5022"/>
                  </a:lnTo>
                  <a:lnTo>
                    <a:pt x="1396305" y="45020"/>
                  </a:lnTo>
                  <a:lnTo>
                    <a:pt x="1422647" y="79548"/>
                  </a:lnTo>
                  <a:lnTo>
                    <a:pt x="1448990" y="123304"/>
                  </a:lnTo>
                  <a:lnTo>
                    <a:pt x="1475333" y="175840"/>
                  </a:lnTo>
                  <a:lnTo>
                    <a:pt x="1501675" y="236562"/>
                  </a:lnTo>
                  <a:lnTo>
                    <a:pt x="1528055" y="304911"/>
                  </a:lnTo>
                  <a:lnTo>
                    <a:pt x="1554398" y="380181"/>
                  </a:lnTo>
                  <a:lnTo>
                    <a:pt x="1580740" y="461627"/>
                  </a:lnTo>
                  <a:lnTo>
                    <a:pt x="1607083" y="548468"/>
                  </a:lnTo>
                  <a:lnTo>
                    <a:pt x="1633425" y="639886"/>
                  </a:lnTo>
                  <a:lnTo>
                    <a:pt x="1659768" y="735024"/>
                  </a:lnTo>
                  <a:lnTo>
                    <a:pt x="1686110" y="833102"/>
                  </a:lnTo>
                  <a:lnTo>
                    <a:pt x="1712453" y="933263"/>
                  </a:lnTo>
                  <a:lnTo>
                    <a:pt x="1791481" y="1238361"/>
                  </a:lnTo>
                  <a:lnTo>
                    <a:pt x="1817823" y="1339118"/>
                  </a:lnTo>
                  <a:lnTo>
                    <a:pt x="1844166" y="1438312"/>
                  </a:lnTo>
                  <a:lnTo>
                    <a:pt x="1870546" y="1535385"/>
                  </a:lnTo>
                  <a:lnTo>
                    <a:pt x="1896888" y="1629742"/>
                  </a:lnTo>
                  <a:lnTo>
                    <a:pt x="1923231" y="1720973"/>
                  </a:lnTo>
                  <a:lnTo>
                    <a:pt x="1949573" y="1808708"/>
                  </a:lnTo>
                  <a:lnTo>
                    <a:pt x="1975916" y="1892609"/>
                  </a:lnTo>
                  <a:lnTo>
                    <a:pt x="2002259" y="1972381"/>
                  </a:lnTo>
                  <a:lnTo>
                    <a:pt x="2028601" y="2047912"/>
                  </a:lnTo>
                  <a:lnTo>
                    <a:pt x="2054944" y="2119051"/>
                  </a:lnTo>
                  <a:lnTo>
                    <a:pt x="2081286" y="2185689"/>
                  </a:lnTo>
                  <a:lnTo>
                    <a:pt x="2107629" y="2247825"/>
                  </a:lnTo>
                  <a:lnTo>
                    <a:pt x="2133971" y="2305496"/>
                  </a:lnTo>
                  <a:lnTo>
                    <a:pt x="2160314" y="2358739"/>
                  </a:lnTo>
                  <a:lnTo>
                    <a:pt x="2186657" y="2407741"/>
                  </a:lnTo>
                  <a:lnTo>
                    <a:pt x="2212999" y="2452575"/>
                  </a:lnTo>
                  <a:lnTo>
                    <a:pt x="2239379" y="2493429"/>
                  </a:lnTo>
                  <a:lnTo>
                    <a:pt x="2265721" y="2530524"/>
                  </a:lnTo>
                  <a:lnTo>
                    <a:pt x="2292064" y="2563973"/>
                  </a:lnTo>
                  <a:lnTo>
                    <a:pt x="2318407" y="2594111"/>
                  </a:lnTo>
                  <a:lnTo>
                    <a:pt x="2371092" y="2645084"/>
                  </a:lnTo>
                  <a:lnTo>
                    <a:pt x="2423777" y="2685305"/>
                  </a:lnTo>
                  <a:lnTo>
                    <a:pt x="2476462" y="2716485"/>
                  </a:lnTo>
                  <a:lnTo>
                    <a:pt x="2529147" y="2740260"/>
                  </a:lnTo>
                  <a:lnTo>
                    <a:pt x="2581832" y="2758119"/>
                  </a:lnTo>
                  <a:lnTo>
                    <a:pt x="2634555" y="2771291"/>
                  </a:lnTo>
                  <a:lnTo>
                    <a:pt x="2634555" y="2802396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45458" y="3251336"/>
              <a:ext cx="1317625" cy="360680"/>
            </a:xfrm>
            <a:custGeom>
              <a:avLst/>
              <a:gdLst/>
              <a:ahLst/>
              <a:cxnLst/>
              <a:rect l="l" t="t" r="r" b="b"/>
              <a:pathLst>
                <a:path w="1317625" h="360679">
                  <a:moveTo>
                    <a:pt x="0" y="360164"/>
                  </a:moveTo>
                  <a:lnTo>
                    <a:pt x="1317277" y="8929"/>
                  </a:lnTo>
                </a:path>
                <a:path w="1317625" h="360679">
                  <a:moveTo>
                    <a:pt x="1292981" y="33151"/>
                  </a:moveTo>
                  <a:lnTo>
                    <a:pt x="1317277" y="8929"/>
                  </a:lnTo>
                  <a:lnTo>
                    <a:pt x="1284163" y="0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29299" y="3224100"/>
              <a:ext cx="45720" cy="72390"/>
            </a:xfrm>
            <a:custGeom>
              <a:avLst/>
              <a:gdLst/>
              <a:ahLst/>
              <a:cxnLst/>
              <a:rect l="l" t="t" r="r" b="b"/>
              <a:pathLst>
                <a:path w="45720" h="72389">
                  <a:moveTo>
                    <a:pt x="45355" y="72330"/>
                  </a:moveTo>
                  <a:lnTo>
                    <a:pt x="0" y="72330"/>
                  </a:lnTo>
                  <a:lnTo>
                    <a:pt x="0" y="64479"/>
                  </a:lnTo>
                  <a:lnTo>
                    <a:pt x="18454" y="64479"/>
                  </a:lnTo>
                  <a:lnTo>
                    <a:pt x="18454" y="8818"/>
                  </a:lnTo>
                  <a:lnTo>
                    <a:pt x="2120" y="20463"/>
                  </a:lnTo>
                  <a:lnTo>
                    <a:pt x="2120" y="11757"/>
                  </a:lnTo>
                  <a:lnTo>
                    <a:pt x="19198" y="0"/>
                  </a:lnTo>
                  <a:lnTo>
                    <a:pt x="27719" y="0"/>
                  </a:lnTo>
                  <a:lnTo>
                    <a:pt x="27719" y="64479"/>
                  </a:lnTo>
                  <a:lnTo>
                    <a:pt x="45355" y="64479"/>
                  </a:lnTo>
                  <a:lnTo>
                    <a:pt x="45355" y="72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92077" y="2776314"/>
              <a:ext cx="2994660" cy="3082925"/>
            </a:xfrm>
            <a:custGeom>
              <a:avLst/>
              <a:gdLst/>
              <a:ahLst/>
              <a:cxnLst/>
              <a:rect l="l" t="t" r="r" b="b"/>
              <a:pathLst>
                <a:path w="2994660" h="3082925">
                  <a:moveTo>
                    <a:pt x="0" y="3082676"/>
                  </a:moveTo>
                  <a:lnTo>
                    <a:pt x="2994570" y="3082676"/>
                  </a:lnTo>
                  <a:lnTo>
                    <a:pt x="2994570" y="0"/>
                  </a:lnTo>
                  <a:lnTo>
                    <a:pt x="0" y="0"/>
                  </a:lnTo>
                  <a:lnTo>
                    <a:pt x="0" y="30826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5686" y="5689252"/>
              <a:ext cx="155909" cy="5904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686" y="4986932"/>
              <a:ext cx="155306" cy="5889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5686" y="3581846"/>
              <a:ext cx="155715" cy="5927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5690" y="2879451"/>
              <a:ext cx="156939" cy="592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965995" y="2909031"/>
              <a:ext cx="2357755" cy="2976245"/>
            </a:xfrm>
            <a:custGeom>
              <a:avLst/>
              <a:gdLst/>
              <a:ahLst/>
              <a:cxnLst/>
              <a:rect l="l" t="t" r="r" b="b"/>
              <a:pathLst>
                <a:path w="2357754" h="2976245">
                  <a:moveTo>
                    <a:pt x="0" y="2809837"/>
                  </a:moveTo>
                  <a:lnTo>
                    <a:pt x="26082" y="2809837"/>
                  </a:lnTo>
                </a:path>
                <a:path w="2357754" h="2976245">
                  <a:moveTo>
                    <a:pt x="0" y="2107368"/>
                  </a:moveTo>
                  <a:lnTo>
                    <a:pt x="26082" y="2107368"/>
                  </a:lnTo>
                </a:path>
                <a:path w="2357754" h="2976245">
                  <a:moveTo>
                    <a:pt x="0" y="1404937"/>
                  </a:moveTo>
                  <a:lnTo>
                    <a:pt x="26082" y="1404937"/>
                  </a:lnTo>
                </a:path>
                <a:path w="2357754" h="2976245">
                  <a:moveTo>
                    <a:pt x="0" y="702468"/>
                  </a:moveTo>
                  <a:lnTo>
                    <a:pt x="26082" y="702468"/>
                  </a:lnTo>
                </a:path>
                <a:path w="2357754" h="2976245">
                  <a:moveTo>
                    <a:pt x="0" y="0"/>
                  </a:moveTo>
                  <a:lnTo>
                    <a:pt x="26082" y="0"/>
                  </a:lnTo>
                </a:path>
                <a:path w="2357754" h="2976245">
                  <a:moveTo>
                    <a:pt x="162185" y="2976078"/>
                  </a:moveTo>
                  <a:lnTo>
                    <a:pt x="162185" y="2949959"/>
                  </a:lnTo>
                </a:path>
                <a:path w="2357754" h="2976245">
                  <a:moveTo>
                    <a:pt x="601302" y="2976078"/>
                  </a:moveTo>
                  <a:lnTo>
                    <a:pt x="601302" y="2949959"/>
                  </a:lnTo>
                </a:path>
                <a:path w="2357754" h="2976245">
                  <a:moveTo>
                    <a:pt x="1040382" y="2976078"/>
                  </a:moveTo>
                  <a:lnTo>
                    <a:pt x="1040382" y="2949959"/>
                  </a:lnTo>
                </a:path>
                <a:path w="2357754" h="2976245">
                  <a:moveTo>
                    <a:pt x="1479463" y="2976078"/>
                  </a:moveTo>
                  <a:lnTo>
                    <a:pt x="1479463" y="2949959"/>
                  </a:lnTo>
                </a:path>
                <a:path w="2357754" h="2976245">
                  <a:moveTo>
                    <a:pt x="2357623" y="2976078"/>
                  </a:moveTo>
                  <a:lnTo>
                    <a:pt x="2357623" y="2949959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85795" y="5905131"/>
              <a:ext cx="1402715" cy="59690"/>
            </a:xfrm>
            <a:custGeom>
              <a:avLst/>
              <a:gdLst/>
              <a:ahLst/>
              <a:cxnLst/>
              <a:rect l="l" t="t" r="r" b="b"/>
              <a:pathLst>
                <a:path w="1402714" h="59689">
                  <a:moveTo>
                    <a:pt x="38176" y="52235"/>
                  </a:moveTo>
                  <a:lnTo>
                    <a:pt x="8115" y="52235"/>
                  </a:lnTo>
                  <a:lnTo>
                    <a:pt x="9271" y="49974"/>
                  </a:lnTo>
                  <a:lnTo>
                    <a:pt x="10833" y="47777"/>
                  </a:lnTo>
                  <a:lnTo>
                    <a:pt x="15697" y="42710"/>
                  </a:lnTo>
                  <a:lnTo>
                    <a:pt x="25641" y="34378"/>
                  </a:lnTo>
                  <a:lnTo>
                    <a:pt x="31546" y="28651"/>
                  </a:lnTo>
                  <a:lnTo>
                    <a:pt x="34709" y="24371"/>
                  </a:lnTo>
                  <a:lnTo>
                    <a:pt x="36614" y="20243"/>
                  </a:lnTo>
                  <a:lnTo>
                    <a:pt x="37249" y="16929"/>
                  </a:lnTo>
                  <a:lnTo>
                    <a:pt x="37172" y="13550"/>
                  </a:lnTo>
                  <a:lnTo>
                    <a:pt x="18300" y="0"/>
                  </a:lnTo>
                  <a:lnTo>
                    <a:pt x="14287" y="406"/>
                  </a:lnTo>
                  <a:lnTo>
                    <a:pt x="330" y="15113"/>
                  </a:lnTo>
                  <a:lnTo>
                    <a:pt x="7848" y="15773"/>
                  </a:lnTo>
                  <a:lnTo>
                    <a:pt x="8293" y="13512"/>
                  </a:lnTo>
                  <a:lnTo>
                    <a:pt x="9271" y="11201"/>
                  </a:lnTo>
                  <a:lnTo>
                    <a:pt x="19202" y="6032"/>
                  </a:lnTo>
                  <a:lnTo>
                    <a:pt x="21882" y="6286"/>
                  </a:lnTo>
                  <a:lnTo>
                    <a:pt x="29654" y="14630"/>
                  </a:lnTo>
                  <a:lnTo>
                    <a:pt x="29654" y="17411"/>
                  </a:lnTo>
                  <a:lnTo>
                    <a:pt x="17297" y="33223"/>
                  </a:lnTo>
                  <a:lnTo>
                    <a:pt x="8153" y="41376"/>
                  </a:lnTo>
                  <a:lnTo>
                    <a:pt x="5651" y="44170"/>
                  </a:lnTo>
                  <a:lnTo>
                    <a:pt x="3352" y="47180"/>
                  </a:lnTo>
                  <a:lnTo>
                    <a:pt x="1790" y="49669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176" y="58534"/>
                  </a:lnTo>
                  <a:lnTo>
                    <a:pt x="38176" y="52235"/>
                  </a:lnTo>
                  <a:close/>
                </a:path>
                <a:path w="1402714" h="59689">
                  <a:moveTo>
                    <a:pt x="85280" y="21170"/>
                  </a:moveTo>
                  <a:lnTo>
                    <a:pt x="77724" y="3835"/>
                  </a:lnTo>
                  <a:lnTo>
                    <a:pt x="77724" y="20167"/>
                  </a:lnTo>
                  <a:lnTo>
                    <a:pt x="77647" y="38925"/>
                  </a:lnTo>
                  <a:lnTo>
                    <a:pt x="77355" y="40817"/>
                  </a:lnTo>
                  <a:lnTo>
                    <a:pt x="77254" y="41262"/>
                  </a:lnTo>
                  <a:lnTo>
                    <a:pt x="77165" y="41706"/>
                  </a:lnTo>
                  <a:lnTo>
                    <a:pt x="68427" y="53022"/>
                  </a:lnTo>
                  <a:lnTo>
                    <a:pt x="62839" y="53022"/>
                  </a:lnTo>
                  <a:lnTo>
                    <a:pt x="56400" y="48145"/>
                  </a:lnTo>
                  <a:lnTo>
                    <a:pt x="56070" y="47586"/>
                  </a:lnTo>
                  <a:lnTo>
                    <a:pt x="55778" y="46990"/>
                  </a:lnTo>
                  <a:lnTo>
                    <a:pt x="55511" y="46329"/>
                  </a:lnTo>
                  <a:lnTo>
                    <a:pt x="55219" y="45656"/>
                  </a:lnTo>
                  <a:lnTo>
                    <a:pt x="54737" y="44208"/>
                  </a:lnTo>
                  <a:lnTo>
                    <a:pt x="54508" y="43383"/>
                  </a:lnTo>
                  <a:lnTo>
                    <a:pt x="54317" y="42532"/>
                  </a:lnTo>
                  <a:lnTo>
                    <a:pt x="54102" y="41706"/>
                  </a:lnTo>
                  <a:lnTo>
                    <a:pt x="54025" y="41262"/>
                  </a:lnTo>
                  <a:lnTo>
                    <a:pt x="53949" y="40817"/>
                  </a:lnTo>
                  <a:lnTo>
                    <a:pt x="53797" y="40043"/>
                  </a:lnTo>
                  <a:lnTo>
                    <a:pt x="63474" y="6146"/>
                  </a:lnTo>
                  <a:lnTo>
                    <a:pt x="68084" y="6146"/>
                  </a:lnTo>
                  <a:lnTo>
                    <a:pt x="74460" y="10121"/>
                  </a:lnTo>
                  <a:lnTo>
                    <a:pt x="75006" y="10947"/>
                  </a:lnTo>
                  <a:lnTo>
                    <a:pt x="75311" y="11493"/>
                  </a:lnTo>
                  <a:lnTo>
                    <a:pt x="75907" y="12763"/>
                  </a:lnTo>
                  <a:lnTo>
                    <a:pt x="76009" y="13068"/>
                  </a:lnTo>
                  <a:lnTo>
                    <a:pt x="76428" y="14135"/>
                  </a:lnTo>
                  <a:lnTo>
                    <a:pt x="76873" y="15671"/>
                  </a:lnTo>
                  <a:lnTo>
                    <a:pt x="77431" y="18237"/>
                  </a:lnTo>
                  <a:lnTo>
                    <a:pt x="77533" y="18935"/>
                  </a:lnTo>
                  <a:lnTo>
                    <a:pt x="77571" y="19202"/>
                  </a:lnTo>
                  <a:lnTo>
                    <a:pt x="77724" y="20167"/>
                  </a:lnTo>
                  <a:lnTo>
                    <a:pt x="77724" y="3835"/>
                  </a:lnTo>
                  <a:lnTo>
                    <a:pt x="68275" y="114"/>
                  </a:lnTo>
                  <a:lnTo>
                    <a:pt x="63284" y="114"/>
                  </a:lnTo>
                  <a:lnTo>
                    <a:pt x="47078" y="15671"/>
                  </a:lnTo>
                  <a:lnTo>
                    <a:pt x="46875" y="16408"/>
                  </a:lnTo>
                  <a:lnTo>
                    <a:pt x="46621" y="17640"/>
                  </a:lnTo>
                  <a:lnTo>
                    <a:pt x="46520" y="18237"/>
                  </a:lnTo>
                  <a:lnTo>
                    <a:pt x="46393" y="18935"/>
                  </a:lnTo>
                  <a:lnTo>
                    <a:pt x="46367" y="19202"/>
                  </a:lnTo>
                  <a:lnTo>
                    <a:pt x="46101" y="21170"/>
                  </a:lnTo>
                  <a:lnTo>
                    <a:pt x="46215" y="38696"/>
                  </a:lnTo>
                  <a:lnTo>
                    <a:pt x="62318" y="59093"/>
                  </a:lnTo>
                  <a:lnTo>
                    <a:pt x="68872" y="59093"/>
                  </a:lnTo>
                  <a:lnTo>
                    <a:pt x="82804" y="47586"/>
                  </a:lnTo>
                  <a:lnTo>
                    <a:pt x="83515" y="45656"/>
                  </a:lnTo>
                  <a:lnTo>
                    <a:pt x="83832" y="44767"/>
                  </a:lnTo>
                  <a:lnTo>
                    <a:pt x="84721" y="41262"/>
                  </a:lnTo>
                  <a:lnTo>
                    <a:pt x="84797" y="40817"/>
                  </a:lnTo>
                  <a:lnTo>
                    <a:pt x="85128" y="38925"/>
                  </a:lnTo>
                  <a:lnTo>
                    <a:pt x="85255" y="37922"/>
                  </a:lnTo>
                  <a:lnTo>
                    <a:pt x="85280" y="21170"/>
                  </a:lnTo>
                  <a:close/>
                </a:path>
                <a:path w="1402714" h="59689">
                  <a:moveTo>
                    <a:pt x="477812" y="42608"/>
                  </a:moveTo>
                  <a:lnTo>
                    <a:pt x="464121" y="29095"/>
                  </a:lnTo>
                  <a:lnTo>
                    <a:pt x="464121" y="28917"/>
                  </a:lnTo>
                  <a:lnTo>
                    <a:pt x="476173" y="16256"/>
                  </a:lnTo>
                  <a:lnTo>
                    <a:pt x="476135" y="13995"/>
                  </a:lnTo>
                  <a:lnTo>
                    <a:pt x="459765" y="38"/>
                  </a:lnTo>
                  <a:lnTo>
                    <a:pt x="455752" y="76"/>
                  </a:lnTo>
                  <a:lnTo>
                    <a:pt x="439039" y="14998"/>
                  </a:lnTo>
                  <a:lnTo>
                    <a:pt x="446443" y="15595"/>
                  </a:lnTo>
                  <a:lnTo>
                    <a:pt x="446557" y="14693"/>
                  </a:lnTo>
                  <a:lnTo>
                    <a:pt x="446963" y="13030"/>
                  </a:lnTo>
                  <a:lnTo>
                    <a:pt x="457835" y="6032"/>
                  </a:lnTo>
                  <a:lnTo>
                    <a:pt x="459879" y="6146"/>
                  </a:lnTo>
                  <a:lnTo>
                    <a:pt x="468617" y="16040"/>
                  </a:lnTo>
                  <a:lnTo>
                    <a:pt x="468439" y="18275"/>
                  </a:lnTo>
                  <a:lnTo>
                    <a:pt x="451878" y="25971"/>
                  </a:lnTo>
                  <a:lnTo>
                    <a:pt x="451878" y="32372"/>
                  </a:lnTo>
                  <a:lnTo>
                    <a:pt x="456907" y="32372"/>
                  </a:lnTo>
                  <a:lnTo>
                    <a:pt x="461594" y="32893"/>
                  </a:lnTo>
                  <a:lnTo>
                    <a:pt x="470115" y="43383"/>
                  </a:lnTo>
                  <a:lnTo>
                    <a:pt x="469633" y="46253"/>
                  </a:lnTo>
                  <a:lnTo>
                    <a:pt x="458241" y="53251"/>
                  </a:lnTo>
                  <a:lnTo>
                    <a:pt x="455930" y="53136"/>
                  </a:lnTo>
                  <a:lnTo>
                    <a:pt x="445668" y="43014"/>
                  </a:lnTo>
                  <a:lnTo>
                    <a:pt x="438035" y="43688"/>
                  </a:lnTo>
                  <a:lnTo>
                    <a:pt x="456158" y="59270"/>
                  </a:lnTo>
                  <a:lnTo>
                    <a:pt x="460959" y="59232"/>
                  </a:lnTo>
                  <a:lnTo>
                    <a:pt x="477481" y="46367"/>
                  </a:lnTo>
                  <a:lnTo>
                    <a:pt x="477812" y="42608"/>
                  </a:lnTo>
                  <a:close/>
                </a:path>
                <a:path w="1402714" h="59689">
                  <a:moveTo>
                    <a:pt x="524357" y="21170"/>
                  </a:moveTo>
                  <a:lnTo>
                    <a:pt x="516801" y="3822"/>
                  </a:lnTo>
                  <a:lnTo>
                    <a:pt x="516801" y="20167"/>
                  </a:lnTo>
                  <a:lnTo>
                    <a:pt x="516763" y="38925"/>
                  </a:lnTo>
                  <a:lnTo>
                    <a:pt x="514832" y="46329"/>
                  </a:lnTo>
                  <a:lnTo>
                    <a:pt x="514578" y="46990"/>
                  </a:lnTo>
                  <a:lnTo>
                    <a:pt x="507542" y="53022"/>
                  </a:lnTo>
                  <a:lnTo>
                    <a:pt x="501954" y="53022"/>
                  </a:lnTo>
                  <a:lnTo>
                    <a:pt x="492912" y="40043"/>
                  </a:lnTo>
                  <a:lnTo>
                    <a:pt x="492887" y="39890"/>
                  </a:lnTo>
                  <a:lnTo>
                    <a:pt x="492734" y="38925"/>
                  </a:lnTo>
                  <a:lnTo>
                    <a:pt x="492734" y="20167"/>
                  </a:lnTo>
                  <a:lnTo>
                    <a:pt x="501472" y="6362"/>
                  </a:lnTo>
                  <a:lnTo>
                    <a:pt x="508254" y="6362"/>
                  </a:lnTo>
                  <a:lnTo>
                    <a:pt x="516801" y="20167"/>
                  </a:lnTo>
                  <a:lnTo>
                    <a:pt x="516801" y="3822"/>
                  </a:lnTo>
                  <a:lnTo>
                    <a:pt x="509701" y="482"/>
                  </a:lnTo>
                  <a:lnTo>
                    <a:pt x="509955" y="482"/>
                  </a:lnTo>
                  <a:lnTo>
                    <a:pt x="507352" y="114"/>
                  </a:lnTo>
                  <a:lnTo>
                    <a:pt x="502335" y="114"/>
                  </a:lnTo>
                  <a:lnTo>
                    <a:pt x="499732" y="482"/>
                  </a:lnTo>
                  <a:lnTo>
                    <a:pt x="499948" y="482"/>
                  </a:lnTo>
                  <a:lnTo>
                    <a:pt x="499173" y="673"/>
                  </a:lnTo>
                  <a:lnTo>
                    <a:pt x="486156" y="15671"/>
                  </a:lnTo>
                  <a:lnTo>
                    <a:pt x="485965" y="16408"/>
                  </a:lnTo>
                  <a:lnTo>
                    <a:pt x="485482" y="18935"/>
                  </a:lnTo>
                  <a:lnTo>
                    <a:pt x="485305" y="20167"/>
                  </a:lnTo>
                  <a:lnTo>
                    <a:pt x="485317" y="38925"/>
                  </a:lnTo>
                  <a:lnTo>
                    <a:pt x="485482" y="40043"/>
                  </a:lnTo>
                  <a:lnTo>
                    <a:pt x="485736" y="41262"/>
                  </a:lnTo>
                  <a:lnTo>
                    <a:pt x="485952" y="42494"/>
                  </a:lnTo>
                  <a:lnTo>
                    <a:pt x="501408" y="59093"/>
                  </a:lnTo>
                  <a:lnTo>
                    <a:pt x="507949" y="59093"/>
                  </a:lnTo>
                  <a:lnTo>
                    <a:pt x="524243" y="38696"/>
                  </a:lnTo>
                  <a:lnTo>
                    <a:pt x="524357" y="21170"/>
                  </a:lnTo>
                  <a:close/>
                </a:path>
                <a:path w="1402714" h="59689">
                  <a:moveTo>
                    <a:pt x="918121" y="39662"/>
                  </a:moveTo>
                  <a:lnTo>
                    <a:pt x="910005" y="39662"/>
                  </a:lnTo>
                  <a:lnTo>
                    <a:pt x="910005" y="9156"/>
                  </a:lnTo>
                  <a:lnTo>
                    <a:pt x="910005" y="863"/>
                  </a:lnTo>
                  <a:lnTo>
                    <a:pt x="903046" y="863"/>
                  </a:lnTo>
                  <a:lnTo>
                    <a:pt x="903046" y="9309"/>
                  </a:lnTo>
                  <a:lnTo>
                    <a:pt x="903046" y="39662"/>
                  </a:lnTo>
                  <a:lnTo>
                    <a:pt x="882662" y="39662"/>
                  </a:lnTo>
                  <a:lnTo>
                    <a:pt x="882777" y="39522"/>
                  </a:lnTo>
                  <a:lnTo>
                    <a:pt x="882891" y="39370"/>
                  </a:lnTo>
                  <a:lnTo>
                    <a:pt x="883107" y="39141"/>
                  </a:lnTo>
                  <a:lnTo>
                    <a:pt x="884072" y="37884"/>
                  </a:lnTo>
                  <a:lnTo>
                    <a:pt x="885228" y="36283"/>
                  </a:lnTo>
                  <a:lnTo>
                    <a:pt x="885342" y="36093"/>
                  </a:lnTo>
                  <a:lnTo>
                    <a:pt x="885456" y="35941"/>
                  </a:lnTo>
                  <a:lnTo>
                    <a:pt x="885532" y="35801"/>
                  </a:lnTo>
                  <a:lnTo>
                    <a:pt x="900747" y="13360"/>
                  </a:lnTo>
                  <a:lnTo>
                    <a:pt x="901115" y="12649"/>
                  </a:lnTo>
                  <a:lnTo>
                    <a:pt x="901230" y="12509"/>
                  </a:lnTo>
                  <a:lnTo>
                    <a:pt x="901306" y="12319"/>
                  </a:lnTo>
                  <a:lnTo>
                    <a:pt x="901420" y="12166"/>
                  </a:lnTo>
                  <a:lnTo>
                    <a:pt x="901636" y="11722"/>
                  </a:lnTo>
                  <a:lnTo>
                    <a:pt x="901750" y="11569"/>
                  </a:lnTo>
                  <a:lnTo>
                    <a:pt x="902309" y="10604"/>
                  </a:lnTo>
                  <a:lnTo>
                    <a:pt x="902423" y="10350"/>
                  </a:lnTo>
                  <a:lnTo>
                    <a:pt x="902500" y="10198"/>
                  </a:lnTo>
                  <a:lnTo>
                    <a:pt x="902716" y="9867"/>
                  </a:lnTo>
                  <a:lnTo>
                    <a:pt x="902830" y="9639"/>
                  </a:lnTo>
                  <a:lnTo>
                    <a:pt x="902906" y="9448"/>
                  </a:lnTo>
                  <a:lnTo>
                    <a:pt x="903046" y="9309"/>
                  </a:lnTo>
                  <a:lnTo>
                    <a:pt x="903046" y="863"/>
                  </a:lnTo>
                  <a:lnTo>
                    <a:pt x="902271" y="863"/>
                  </a:lnTo>
                  <a:lnTo>
                    <a:pt x="875944" y="39662"/>
                  </a:lnTo>
                  <a:lnTo>
                    <a:pt x="875893" y="45466"/>
                  </a:lnTo>
                  <a:lnTo>
                    <a:pt x="903046" y="45466"/>
                  </a:lnTo>
                  <a:lnTo>
                    <a:pt x="903046" y="58534"/>
                  </a:lnTo>
                  <a:lnTo>
                    <a:pt x="910005" y="58534"/>
                  </a:lnTo>
                  <a:lnTo>
                    <a:pt x="910005" y="45466"/>
                  </a:lnTo>
                  <a:lnTo>
                    <a:pt x="918121" y="45466"/>
                  </a:lnTo>
                  <a:lnTo>
                    <a:pt x="918121" y="39662"/>
                  </a:lnTo>
                  <a:close/>
                </a:path>
                <a:path w="1402714" h="59689">
                  <a:moveTo>
                    <a:pt x="963345" y="20167"/>
                  </a:moveTo>
                  <a:lnTo>
                    <a:pt x="961580" y="12763"/>
                  </a:lnTo>
                  <a:lnTo>
                    <a:pt x="961313" y="12014"/>
                  </a:lnTo>
                  <a:lnTo>
                    <a:pt x="960907" y="11049"/>
                  </a:lnTo>
                  <a:lnTo>
                    <a:pt x="960094" y="9232"/>
                  </a:lnTo>
                  <a:lnTo>
                    <a:pt x="959980" y="9042"/>
                  </a:lnTo>
                  <a:lnTo>
                    <a:pt x="959751" y="8636"/>
                  </a:lnTo>
                  <a:lnTo>
                    <a:pt x="958634" y="6845"/>
                  </a:lnTo>
                  <a:lnTo>
                    <a:pt x="958519" y="6705"/>
                  </a:lnTo>
                  <a:lnTo>
                    <a:pt x="958265" y="6362"/>
                  </a:lnTo>
                  <a:lnTo>
                    <a:pt x="957554" y="5473"/>
                  </a:lnTo>
                  <a:lnTo>
                    <a:pt x="956411" y="4279"/>
                  </a:lnTo>
                  <a:lnTo>
                    <a:pt x="956030" y="3949"/>
                  </a:lnTo>
                  <a:lnTo>
                    <a:pt x="956030" y="21170"/>
                  </a:lnTo>
                  <a:lnTo>
                    <a:pt x="955967" y="37922"/>
                  </a:lnTo>
                  <a:lnTo>
                    <a:pt x="946619" y="53022"/>
                  </a:lnTo>
                  <a:lnTo>
                    <a:pt x="946937" y="53022"/>
                  </a:lnTo>
                  <a:lnTo>
                    <a:pt x="944981" y="53289"/>
                  </a:lnTo>
                  <a:lnTo>
                    <a:pt x="942682" y="53289"/>
                  </a:lnTo>
                  <a:lnTo>
                    <a:pt x="940727" y="53022"/>
                  </a:lnTo>
                  <a:lnTo>
                    <a:pt x="941044" y="53022"/>
                  </a:lnTo>
                  <a:lnTo>
                    <a:pt x="939482" y="52578"/>
                  </a:lnTo>
                  <a:lnTo>
                    <a:pt x="931811" y="38925"/>
                  </a:lnTo>
                  <a:lnTo>
                    <a:pt x="931824" y="20167"/>
                  </a:lnTo>
                  <a:lnTo>
                    <a:pt x="940562" y="6362"/>
                  </a:lnTo>
                  <a:lnTo>
                    <a:pt x="947331" y="6362"/>
                  </a:lnTo>
                  <a:lnTo>
                    <a:pt x="952500" y="9931"/>
                  </a:lnTo>
                  <a:lnTo>
                    <a:pt x="952868" y="10426"/>
                  </a:lnTo>
                  <a:lnTo>
                    <a:pt x="955586" y="18237"/>
                  </a:lnTo>
                  <a:lnTo>
                    <a:pt x="955776" y="19164"/>
                  </a:lnTo>
                  <a:lnTo>
                    <a:pt x="955890" y="20167"/>
                  </a:lnTo>
                  <a:lnTo>
                    <a:pt x="956030" y="21170"/>
                  </a:lnTo>
                  <a:lnTo>
                    <a:pt x="956030" y="3949"/>
                  </a:lnTo>
                  <a:lnTo>
                    <a:pt x="948029" y="342"/>
                  </a:lnTo>
                  <a:lnTo>
                    <a:pt x="939850" y="342"/>
                  </a:lnTo>
                  <a:lnTo>
                    <a:pt x="925245" y="15709"/>
                  </a:lnTo>
                  <a:lnTo>
                    <a:pt x="924814" y="17640"/>
                  </a:lnTo>
                  <a:lnTo>
                    <a:pt x="924712" y="18237"/>
                  </a:lnTo>
                  <a:lnTo>
                    <a:pt x="924394" y="20167"/>
                  </a:lnTo>
                  <a:lnTo>
                    <a:pt x="924407" y="38925"/>
                  </a:lnTo>
                  <a:lnTo>
                    <a:pt x="940485" y="59093"/>
                  </a:lnTo>
                  <a:lnTo>
                    <a:pt x="947026" y="59093"/>
                  </a:lnTo>
                  <a:lnTo>
                    <a:pt x="963295" y="38925"/>
                  </a:lnTo>
                  <a:lnTo>
                    <a:pt x="963345" y="20167"/>
                  </a:lnTo>
                  <a:close/>
                </a:path>
                <a:path w="1402714" h="59689">
                  <a:moveTo>
                    <a:pt x="1356118" y="39738"/>
                  </a:moveTo>
                  <a:lnTo>
                    <a:pt x="1336700" y="21729"/>
                  </a:lnTo>
                  <a:lnTo>
                    <a:pt x="1334465" y="21882"/>
                  </a:lnTo>
                  <a:lnTo>
                    <a:pt x="1331125" y="22618"/>
                  </a:lnTo>
                  <a:lnTo>
                    <a:pt x="1328331" y="23736"/>
                  </a:lnTo>
                  <a:lnTo>
                    <a:pt x="1325613" y="25412"/>
                  </a:lnTo>
                  <a:lnTo>
                    <a:pt x="1326692" y="7112"/>
                  </a:lnTo>
                  <a:lnTo>
                    <a:pt x="1352778" y="7112"/>
                  </a:lnTo>
                  <a:lnTo>
                    <a:pt x="1352778" y="863"/>
                  </a:lnTo>
                  <a:lnTo>
                    <a:pt x="1319999" y="863"/>
                  </a:lnTo>
                  <a:lnTo>
                    <a:pt x="1318056" y="31889"/>
                  </a:lnTo>
                  <a:lnTo>
                    <a:pt x="1325283" y="31889"/>
                  </a:lnTo>
                  <a:lnTo>
                    <a:pt x="1327962" y="29883"/>
                  </a:lnTo>
                  <a:lnTo>
                    <a:pt x="1331976" y="28206"/>
                  </a:lnTo>
                  <a:lnTo>
                    <a:pt x="1335989" y="27724"/>
                  </a:lnTo>
                  <a:lnTo>
                    <a:pt x="1338783" y="27940"/>
                  </a:lnTo>
                  <a:lnTo>
                    <a:pt x="1342136" y="29019"/>
                  </a:lnTo>
                  <a:lnTo>
                    <a:pt x="1348460" y="41148"/>
                  </a:lnTo>
                  <a:lnTo>
                    <a:pt x="1348054" y="44056"/>
                  </a:lnTo>
                  <a:lnTo>
                    <a:pt x="1336408" y="53314"/>
                  </a:lnTo>
                  <a:lnTo>
                    <a:pt x="1334135" y="53251"/>
                  </a:lnTo>
                  <a:lnTo>
                    <a:pt x="1323822" y="44767"/>
                  </a:lnTo>
                  <a:lnTo>
                    <a:pt x="1316380" y="45618"/>
                  </a:lnTo>
                  <a:lnTo>
                    <a:pt x="1335659" y="59347"/>
                  </a:lnTo>
                  <a:lnTo>
                    <a:pt x="1338592" y="59194"/>
                  </a:lnTo>
                  <a:lnTo>
                    <a:pt x="1355826" y="43865"/>
                  </a:lnTo>
                  <a:lnTo>
                    <a:pt x="1356118" y="39738"/>
                  </a:lnTo>
                  <a:close/>
                </a:path>
                <a:path w="1402714" h="59689">
                  <a:moveTo>
                    <a:pt x="1402511" y="37922"/>
                  </a:moveTo>
                  <a:lnTo>
                    <a:pt x="1401330" y="14884"/>
                  </a:lnTo>
                  <a:lnTo>
                    <a:pt x="1400771" y="13068"/>
                  </a:lnTo>
                  <a:lnTo>
                    <a:pt x="1395120" y="3937"/>
                  </a:lnTo>
                  <a:lnTo>
                    <a:pt x="1395120" y="21170"/>
                  </a:lnTo>
                  <a:lnTo>
                    <a:pt x="1395082" y="37922"/>
                  </a:lnTo>
                  <a:lnTo>
                    <a:pt x="1385697" y="53022"/>
                  </a:lnTo>
                  <a:lnTo>
                    <a:pt x="1386014" y="53022"/>
                  </a:lnTo>
                  <a:lnTo>
                    <a:pt x="1384058" y="53289"/>
                  </a:lnTo>
                  <a:lnTo>
                    <a:pt x="1381760" y="53289"/>
                  </a:lnTo>
                  <a:lnTo>
                    <a:pt x="1379804" y="53022"/>
                  </a:lnTo>
                  <a:lnTo>
                    <a:pt x="1380121" y="53022"/>
                  </a:lnTo>
                  <a:lnTo>
                    <a:pt x="1378597" y="52578"/>
                  </a:lnTo>
                  <a:lnTo>
                    <a:pt x="1374355" y="49187"/>
                  </a:lnTo>
                  <a:lnTo>
                    <a:pt x="1373987" y="48704"/>
                  </a:lnTo>
                  <a:lnTo>
                    <a:pt x="1370888" y="38925"/>
                  </a:lnTo>
                  <a:lnTo>
                    <a:pt x="1370901" y="20167"/>
                  </a:lnTo>
                  <a:lnTo>
                    <a:pt x="1371193" y="18237"/>
                  </a:lnTo>
                  <a:lnTo>
                    <a:pt x="1371765" y="15671"/>
                  </a:lnTo>
                  <a:lnTo>
                    <a:pt x="1371879" y="15252"/>
                  </a:lnTo>
                  <a:lnTo>
                    <a:pt x="1371993" y="14884"/>
                  </a:lnTo>
                  <a:lnTo>
                    <a:pt x="1372209" y="14135"/>
                  </a:lnTo>
                  <a:lnTo>
                    <a:pt x="1380756" y="6146"/>
                  </a:lnTo>
                  <a:lnTo>
                    <a:pt x="1385366" y="6146"/>
                  </a:lnTo>
                  <a:lnTo>
                    <a:pt x="1393291" y="13068"/>
                  </a:lnTo>
                  <a:lnTo>
                    <a:pt x="1393444" y="13436"/>
                  </a:lnTo>
                  <a:lnTo>
                    <a:pt x="1393926" y="14884"/>
                  </a:lnTo>
                  <a:lnTo>
                    <a:pt x="1394015" y="15252"/>
                  </a:lnTo>
                  <a:lnTo>
                    <a:pt x="1394117" y="15671"/>
                  </a:lnTo>
                  <a:lnTo>
                    <a:pt x="1394307" y="16408"/>
                  </a:lnTo>
                  <a:lnTo>
                    <a:pt x="1394701" y="18237"/>
                  </a:lnTo>
                  <a:lnTo>
                    <a:pt x="1394815" y="18935"/>
                  </a:lnTo>
                  <a:lnTo>
                    <a:pt x="1394853" y="19164"/>
                  </a:lnTo>
                  <a:lnTo>
                    <a:pt x="1394968" y="20167"/>
                  </a:lnTo>
                  <a:lnTo>
                    <a:pt x="1395120" y="21170"/>
                  </a:lnTo>
                  <a:lnTo>
                    <a:pt x="1395120" y="3937"/>
                  </a:lnTo>
                  <a:lnTo>
                    <a:pt x="1385557" y="114"/>
                  </a:lnTo>
                  <a:lnTo>
                    <a:pt x="1380566" y="114"/>
                  </a:lnTo>
                  <a:lnTo>
                    <a:pt x="1363802" y="18237"/>
                  </a:lnTo>
                  <a:lnTo>
                    <a:pt x="1363675" y="18935"/>
                  </a:lnTo>
                  <a:lnTo>
                    <a:pt x="1363649" y="19164"/>
                  </a:lnTo>
                  <a:lnTo>
                    <a:pt x="1363370" y="21170"/>
                  </a:lnTo>
                  <a:lnTo>
                    <a:pt x="1363383" y="37922"/>
                  </a:lnTo>
                  <a:lnTo>
                    <a:pt x="1379562" y="59093"/>
                  </a:lnTo>
                  <a:lnTo>
                    <a:pt x="1386116" y="59093"/>
                  </a:lnTo>
                  <a:lnTo>
                    <a:pt x="1396733" y="53289"/>
                  </a:lnTo>
                  <a:lnTo>
                    <a:pt x="1397647" y="52095"/>
                  </a:lnTo>
                  <a:lnTo>
                    <a:pt x="1402232" y="39890"/>
                  </a:lnTo>
                  <a:lnTo>
                    <a:pt x="1402511" y="3792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8218" y="4143188"/>
              <a:ext cx="282661" cy="3405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2858" y="5858990"/>
              <a:ext cx="84584" cy="10526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281307" y="5905245"/>
              <a:ext cx="85725" cy="59055"/>
            </a:xfrm>
            <a:custGeom>
              <a:avLst/>
              <a:gdLst/>
              <a:ahLst/>
              <a:cxnLst/>
              <a:rect l="l" t="t" r="r" b="b"/>
              <a:pathLst>
                <a:path w="85725" h="59054">
                  <a:moveTo>
                    <a:pt x="38100" y="749"/>
                  </a:moveTo>
                  <a:lnTo>
                    <a:pt x="0" y="749"/>
                  </a:lnTo>
                  <a:lnTo>
                    <a:pt x="0" y="6997"/>
                  </a:lnTo>
                  <a:lnTo>
                    <a:pt x="30988" y="6997"/>
                  </a:lnTo>
                  <a:lnTo>
                    <a:pt x="25412" y="15519"/>
                  </a:lnTo>
                  <a:lnTo>
                    <a:pt x="10896" y="52908"/>
                  </a:lnTo>
                  <a:lnTo>
                    <a:pt x="10642" y="58420"/>
                  </a:lnTo>
                  <a:lnTo>
                    <a:pt x="18338" y="58420"/>
                  </a:lnTo>
                  <a:lnTo>
                    <a:pt x="18338" y="56921"/>
                  </a:lnTo>
                  <a:lnTo>
                    <a:pt x="18681" y="51231"/>
                  </a:lnTo>
                  <a:lnTo>
                    <a:pt x="38100" y="6692"/>
                  </a:lnTo>
                  <a:lnTo>
                    <a:pt x="38100" y="749"/>
                  </a:lnTo>
                  <a:close/>
                </a:path>
                <a:path w="85725" h="59054">
                  <a:moveTo>
                    <a:pt x="85204" y="21056"/>
                  </a:moveTo>
                  <a:lnTo>
                    <a:pt x="84912" y="18821"/>
                  </a:lnTo>
                  <a:lnTo>
                    <a:pt x="84785" y="18122"/>
                  </a:lnTo>
                  <a:lnTo>
                    <a:pt x="84683" y="17526"/>
                  </a:lnTo>
                  <a:lnTo>
                    <a:pt x="84620" y="17259"/>
                  </a:lnTo>
                  <a:lnTo>
                    <a:pt x="84124" y="15138"/>
                  </a:lnTo>
                  <a:lnTo>
                    <a:pt x="83451" y="12954"/>
                  </a:lnTo>
                  <a:lnTo>
                    <a:pt x="77647" y="3708"/>
                  </a:lnTo>
                  <a:lnTo>
                    <a:pt x="77647" y="20053"/>
                  </a:lnTo>
                  <a:lnTo>
                    <a:pt x="77609" y="38811"/>
                  </a:lnTo>
                  <a:lnTo>
                    <a:pt x="77279" y="40703"/>
                  </a:lnTo>
                  <a:lnTo>
                    <a:pt x="77190" y="41148"/>
                  </a:lnTo>
                  <a:lnTo>
                    <a:pt x="77089" y="41592"/>
                  </a:lnTo>
                  <a:lnTo>
                    <a:pt x="76923" y="42379"/>
                  </a:lnTo>
                  <a:lnTo>
                    <a:pt x="68389" y="52908"/>
                  </a:lnTo>
                  <a:lnTo>
                    <a:pt x="62763" y="52908"/>
                  </a:lnTo>
                  <a:lnTo>
                    <a:pt x="55435" y="46215"/>
                  </a:lnTo>
                  <a:lnTo>
                    <a:pt x="55143" y="45542"/>
                  </a:lnTo>
                  <a:lnTo>
                    <a:pt x="54660" y="44094"/>
                  </a:lnTo>
                  <a:lnTo>
                    <a:pt x="54432" y="43268"/>
                  </a:lnTo>
                  <a:lnTo>
                    <a:pt x="54025" y="41592"/>
                  </a:lnTo>
                  <a:lnTo>
                    <a:pt x="53949" y="41148"/>
                  </a:lnTo>
                  <a:lnTo>
                    <a:pt x="53873" y="40703"/>
                  </a:lnTo>
                  <a:lnTo>
                    <a:pt x="53721" y="39928"/>
                  </a:lnTo>
                  <a:lnTo>
                    <a:pt x="53746" y="18821"/>
                  </a:lnTo>
                  <a:lnTo>
                    <a:pt x="54025" y="17259"/>
                  </a:lnTo>
                  <a:lnTo>
                    <a:pt x="62318" y="6248"/>
                  </a:lnTo>
                  <a:lnTo>
                    <a:pt x="69062" y="6248"/>
                  </a:lnTo>
                  <a:lnTo>
                    <a:pt x="75946" y="12954"/>
                  </a:lnTo>
                  <a:lnTo>
                    <a:pt x="76352" y="14020"/>
                  </a:lnTo>
                  <a:lnTo>
                    <a:pt x="76796" y="15557"/>
                  </a:lnTo>
                  <a:lnTo>
                    <a:pt x="77355" y="18122"/>
                  </a:lnTo>
                  <a:lnTo>
                    <a:pt x="77457" y="18821"/>
                  </a:lnTo>
                  <a:lnTo>
                    <a:pt x="77508" y="19088"/>
                  </a:lnTo>
                  <a:lnTo>
                    <a:pt x="77647" y="20053"/>
                  </a:lnTo>
                  <a:lnTo>
                    <a:pt x="77647" y="3708"/>
                  </a:lnTo>
                  <a:lnTo>
                    <a:pt x="70548" y="368"/>
                  </a:lnTo>
                  <a:lnTo>
                    <a:pt x="70802" y="368"/>
                  </a:lnTo>
                  <a:lnTo>
                    <a:pt x="68199" y="0"/>
                  </a:lnTo>
                  <a:lnTo>
                    <a:pt x="63182" y="0"/>
                  </a:lnTo>
                  <a:lnTo>
                    <a:pt x="60566" y="368"/>
                  </a:lnTo>
                  <a:lnTo>
                    <a:pt x="60794" y="368"/>
                  </a:lnTo>
                  <a:lnTo>
                    <a:pt x="60020" y="558"/>
                  </a:lnTo>
                  <a:lnTo>
                    <a:pt x="47002" y="15557"/>
                  </a:lnTo>
                  <a:lnTo>
                    <a:pt x="46812" y="16294"/>
                  </a:lnTo>
                  <a:lnTo>
                    <a:pt x="46545" y="17526"/>
                  </a:lnTo>
                  <a:lnTo>
                    <a:pt x="46443" y="18122"/>
                  </a:lnTo>
                  <a:lnTo>
                    <a:pt x="46329" y="18821"/>
                  </a:lnTo>
                  <a:lnTo>
                    <a:pt x="46291" y="19088"/>
                  </a:lnTo>
                  <a:lnTo>
                    <a:pt x="46151" y="20053"/>
                  </a:lnTo>
                  <a:lnTo>
                    <a:pt x="56261" y="57035"/>
                  </a:lnTo>
                  <a:lnTo>
                    <a:pt x="62242" y="58978"/>
                  </a:lnTo>
                  <a:lnTo>
                    <a:pt x="68795" y="58978"/>
                  </a:lnTo>
                  <a:lnTo>
                    <a:pt x="82727" y="47472"/>
                  </a:lnTo>
                  <a:lnTo>
                    <a:pt x="83451" y="45542"/>
                  </a:lnTo>
                  <a:lnTo>
                    <a:pt x="83756" y="44653"/>
                  </a:lnTo>
                  <a:lnTo>
                    <a:pt x="84391" y="42379"/>
                  </a:lnTo>
                  <a:lnTo>
                    <a:pt x="84721" y="40703"/>
                  </a:lnTo>
                  <a:lnTo>
                    <a:pt x="85090" y="38582"/>
                  </a:lnTo>
                  <a:lnTo>
                    <a:pt x="85204" y="210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0171" y="5858990"/>
              <a:ext cx="85431" cy="10522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6769" y="6007149"/>
              <a:ext cx="65335" cy="7206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906516" y="1366303"/>
            <a:ext cx="99695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i="1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9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805163" y="1736143"/>
            <a:ext cx="25527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45" dirty="0">
                <a:latin typeface="Lucida Sans"/>
                <a:cs typeface="Lucida Sans"/>
              </a:rPr>
              <a:t>−∞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47057" y="1304965"/>
            <a:ext cx="2554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0255" algn="l"/>
              </a:tabLst>
            </a:pPr>
            <a:r>
              <a:rPr sz="1500" i="1" dirty="0">
                <a:latin typeface="Arial"/>
                <a:cs typeface="Arial"/>
              </a:rPr>
              <a:t>F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60" dirty="0">
                <a:latin typeface="Lucida Sans"/>
                <a:cs typeface="Lucida Sans"/>
              </a:rPr>
              <a:t>(</a:t>
            </a:r>
            <a:r>
              <a:rPr sz="1500" i="1" spc="60" dirty="0">
                <a:latin typeface="Arial"/>
                <a:cs typeface="Arial"/>
              </a:rPr>
              <a:t>x</a:t>
            </a:r>
            <a:r>
              <a:rPr sz="1500" spc="60" dirty="0">
                <a:latin typeface="Lucida Sans"/>
                <a:cs typeface="Lucida Sans"/>
              </a:rPr>
              <a:t>)</a:t>
            </a:r>
            <a:r>
              <a:rPr sz="1500" spc="-120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i="1" spc="-80" dirty="0">
                <a:latin typeface="Arial"/>
                <a:cs typeface="Arial"/>
              </a:rPr>
              <a:t>P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125" dirty="0">
                <a:latin typeface="Lucida Sans"/>
                <a:cs typeface="Lucida Sans"/>
              </a:rPr>
              <a:t>(</a:t>
            </a:r>
            <a:r>
              <a:rPr sz="1500" i="1" spc="125" dirty="0">
                <a:latin typeface="Arial"/>
                <a:cs typeface="Arial"/>
              </a:rPr>
              <a:t>X</a:t>
            </a:r>
            <a:r>
              <a:rPr sz="1500" i="1" spc="-65" dirty="0">
                <a:latin typeface="Arial"/>
                <a:cs typeface="Arial"/>
              </a:rPr>
              <a:t> </a:t>
            </a:r>
            <a:r>
              <a:rPr sz="1500" spc="-20" dirty="0">
                <a:latin typeface="Lucida Sans"/>
                <a:cs typeface="Lucida Sans"/>
              </a:rPr>
              <a:t>≤</a:t>
            </a:r>
            <a:r>
              <a:rPr sz="1500" spc="100" dirty="0">
                <a:latin typeface="Lucida Sans"/>
                <a:cs typeface="Lucida Sans"/>
              </a:rPr>
              <a:t> </a:t>
            </a:r>
            <a:r>
              <a:rPr sz="1500" i="1" spc="65" dirty="0">
                <a:latin typeface="Arial"/>
                <a:cs typeface="Arial"/>
              </a:rPr>
              <a:t>x</a:t>
            </a:r>
            <a:r>
              <a:rPr sz="1500" spc="65" dirty="0">
                <a:latin typeface="Lucida Sans"/>
                <a:cs typeface="Lucida Sans"/>
              </a:rPr>
              <a:t>)</a:t>
            </a:r>
            <a:r>
              <a:rPr sz="1500" spc="-100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3200" spc="-50" dirty="0">
                <a:latin typeface="Arial"/>
                <a:cs typeface="Arial"/>
              </a:rPr>
              <a:t>∫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1500" i="1" spc="150" dirty="0">
                <a:latin typeface="Arial"/>
                <a:cs typeface="Arial"/>
              </a:rPr>
              <a:t>f</a:t>
            </a:r>
            <a:r>
              <a:rPr sz="1500" spc="150" dirty="0">
                <a:latin typeface="Lucida Sans"/>
                <a:cs typeface="Lucida Sans"/>
              </a:rPr>
              <a:t>(</a:t>
            </a:r>
            <a:r>
              <a:rPr sz="1500" i="1" spc="150" dirty="0">
                <a:latin typeface="Arial"/>
                <a:cs typeface="Arial"/>
              </a:rPr>
              <a:t>t</a:t>
            </a:r>
            <a:r>
              <a:rPr sz="1500" spc="150" dirty="0">
                <a:latin typeface="Lucida Sans"/>
                <a:cs typeface="Lucida Sans"/>
              </a:rPr>
              <a:t>)</a:t>
            </a:r>
            <a:r>
              <a:rPr sz="1500" spc="-235" dirty="0">
                <a:latin typeface="Lucida Sans"/>
                <a:cs typeface="Lucida Sans"/>
              </a:rPr>
              <a:t> </a:t>
            </a:r>
            <a:r>
              <a:rPr sz="1500" i="1" spc="-25" dirty="0">
                <a:latin typeface="Arial"/>
                <a:cs typeface="Arial"/>
              </a:rPr>
              <a:t>dt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9" y="1219199"/>
            <a:ext cx="7505700" cy="9525"/>
          </a:xfrm>
          <a:custGeom>
            <a:avLst/>
            <a:gdLst/>
            <a:ahLst/>
            <a:cxnLst/>
            <a:rect l="l" t="t" r="r" b="b"/>
            <a:pathLst>
              <a:path w="7505700" h="9525">
                <a:moveTo>
                  <a:pt x="7505699" y="9524"/>
                </a:moveTo>
                <a:lnTo>
                  <a:pt x="0" y="9524"/>
                </a:lnTo>
                <a:lnTo>
                  <a:pt x="0" y="0"/>
                </a:lnTo>
                <a:lnTo>
                  <a:pt x="7505699" y="0"/>
                </a:lnTo>
                <a:lnTo>
                  <a:pt x="75056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1499" y="2714624"/>
            <a:ext cx="7505700" cy="9525"/>
          </a:xfrm>
          <a:custGeom>
            <a:avLst/>
            <a:gdLst/>
            <a:ahLst/>
            <a:cxnLst/>
            <a:rect l="l" t="t" r="r" b="b"/>
            <a:pathLst>
              <a:path w="7505700" h="9525">
                <a:moveTo>
                  <a:pt x="7505699" y="9524"/>
                </a:moveTo>
                <a:lnTo>
                  <a:pt x="0" y="9524"/>
                </a:lnTo>
                <a:lnTo>
                  <a:pt x="0" y="0"/>
                </a:lnTo>
                <a:lnTo>
                  <a:pt x="7505699" y="0"/>
                </a:lnTo>
                <a:lnTo>
                  <a:pt x="75056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549" y="1247774"/>
          <a:ext cx="7543800" cy="14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-10" dirty="0">
                          <a:latin typeface="Gill Sans MT"/>
                          <a:cs typeface="Gill Sans MT"/>
                        </a:rPr>
                        <a:t>Function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-10" dirty="0">
                          <a:latin typeface="Gill Sans MT"/>
                          <a:cs typeface="Gill Sans MT"/>
                        </a:rPr>
                        <a:t>Meaning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-10" dirty="0">
                          <a:latin typeface="Gill Sans MT"/>
                          <a:cs typeface="Gill Sans MT"/>
                        </a:rPr>
                        <a:t>Concept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600" spc="-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d*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15367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450" spc="-10" dirty="0">
                          <a:latin typeface="Trebuchet MS"/>
                          <a:cs typeface="Trebuchet MS"/>
                        </a:rPr>
                        <a:t>Density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T="1727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 marR="374650">
                        <a:lnSpc>
                          <a:spcPts val="1730"/>
                        </a:lnSpc>
                        <a:spcBef>
                          <a:spcPts val="525"/>
                        </a:spcBef>
                      </a:pPr>
                      <a:r>
                        <a:rPr sz="1450" dirty="0">
                          <a:latin typeface="Trebuchet MS"/>
                          <a:cs typeface="Trebuchet MS"/>
                        </a:rPr>
                        <a:t>Returns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4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probability</a:t>
                      </a:r>
                      <a:r>
                        <a:rPr sz="14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density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function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30" dirty="0">
                          <a:latin typeface="Trebuchet MS"/>
                          <a:cs typeface="Trebuchet MS"/>
                        </a:rPr>
                        <a:t>(PDF)</a:t>
                      </a:r>
                      <a:r>
                        <a:rPr sz="14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4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50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given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point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spc="-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p*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13970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450" spc="-10" dirty="0">
                          <a:latin typeface="Trebuchet MS"/>
                          <a:cs typeface="Trebuchet MS"/>
                        </a:rPr>
                        <a:t>Probability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T="1587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168275">
                        <a:lnSpc>
                          <a:spcPts val="1800"/>
                        </a:lnSpc>
                        <a:spcBef>
                          <a:spcPts val="285"/>
                        </a:spcBef>
                      </a:pPr>
                      <a:r>
                        <a:rPr sz="1450" dirty="0">
                          <a:latin typeface="Trebuchet MS"/>
                          <a:cs typeface="Trebuchet MS"/>
                        </a:rPr>
                        <a:t>Returns</a:t>
                      </a:r>
                      <a:r>
                        <a:rPr sz="14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cumulative</a:t>
                      </a:r>
                      <a:r>
                        <a:rPr sz="14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distribution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function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55" dirty="0">
                          <a:latin typeface="Trebuchet MS"/>
                          <a:cs typeface="Trebuchet MS"/>
                        </a:rPr>
                        <a:t>(CDF)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20" dirty="0">
                          <a:latin typeface="Trebuchet MS"/>
                          <a:cs typeface="Trebuchet MS"/>
                        </a:rPr>
                        <a:t>—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probability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observing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less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4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Probability</a:t>
            </a:r>
            <a:r>
              <a:rPr spc="-140" dirty="0"/>
              <a:t> </a:t>
            </a:r>
            <a:r>
              <a:rPr spc="-100" dirty="0"/>
              <a:t>Functions</a:t>
            </a:r>
            <a:r>
              <a:rPr spc="-135" dirty="0"/>
              <a:t> </a:t>
            </a:r>
            <a:r>
              <a:rPr spc="-70" dirty="0"/>
              <a:t>in</a:t>
            </a:r>
            <a:r>
              <a:rPr spc="-135" dirty="0"/>
              <a:t> </a:t>
            </a:r>
            <a:r>
              <a:rPr spc="-50" dirty="0"/>
              <a:t>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8800" y="795019"/>
            <a:ext cx="712533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R provides a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consistent naming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convention for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working </a:t>
            </a:r>
            <a:r>
              <a:rPr sz="1450" spc="-10" dirty="0">
                <a:latin typeface="Trebuchet MS"/>
                <a:cs typeface="Trebuchet MS"/>
              </a:rPr>
              <a:t>with</a:t>
            </a:r>
            <a:r>
              <a:rPr sz="1450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 distributions</a:t>
            </a:r>
            <a:r>
              <a:rPr sz="1450" spc="-10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0" y="2879410"/>
            <a:ext cx="324231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latin typeface="Trebuchet MS"/>
                <a:cs typeface="Trebuchet MS"/>
              </a:rPr>
              <a:t>For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distribution,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500" i="1" spc="190" dirty="0">
                <a:latin typeface="Arial"/>
                <a:cs typeface="Arial"/>
              </a:rPr>
              <a:t>X</a:t>
            </a:r>
            <a:r>
              <a:rPr sz="1500" i="1" spc="30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∼</a:t>
            </a:r>
            <a:r>
              <a:rPr sz="1500" spc="-65" dirty="0">
                <a:latin typeface="Lucida Sans"/>
                <a:cs typeface="Lucida Sans"/>
              </a:rPr>
              <a:t> </a:t>
            </a:r>
            <a:r>
              <a:rPr sz="1500" i="1" spc="50" dirty="0">
                <a:latin typeface="Arial"/>
                <a:cs typeface="Arial"/>
              </a:rPr>
              <a:t>N</a:t>
            </a:r>
            <a:r>
              <a:rPr sz="1500" spc="50" dirty="0">
                <a:latin typeface="Lucida Sans"/>
                <a:cs typeface="Lucida Sans"/>
              </a:rPr>
              <a:t>(</a:t>
            </a:r>
            <a:r>
              <a:rPr sz="1500" i="1" spc="50" dirty="0">
                <a:latin typeface="Arial"/>
                <a:cs typeface="Arial"/>
              </a:rPr>
              <a:t>μ</a:t>
            </a:r>
            <a:r>
              <a:rPr sz="1500" spc="50" dirty="0">
                <a:latin typeface="Lucida Sans"/>
                <a:cs typeface="Lucida Sans"/>
              </a:rPr>
              <a:t>,</a:t>
            </a:r>
            <a:r>
              <a:rPr sz="1500" spc="-225" dirty="0">
                <a:latin typeface="Lucida Sans"/>
                <a:cs typeface="Lucida Sans"/>
              </a:rPr>
              <a:t> </a:t>
            </a:r>
            <a:r>
              <a:rPr sz="1500" i="1" spc="-100" dirty="0">
                <a:latin typeface="Arial"/>
                <a:cs typeface="Arial"/>
              </a:rPr>
              <a:t>σ</a:t>
            </a:r>
            <a:r>
              <a:rPr sz="1500" spc="-100" dirty="0">
                <a:latin typeface="Lucida Sans"/>
                <a:cs typeface="Lucida Sans"/>
              </a:rPr>
              <a:t>)</a:t>
            </a:r>
            <a:r>
              <a:rPr sz="1450" spc="-100" dirty="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4" y="4743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524" y="5162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3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7021" y="3403284"/>
            <a:ext cx="56642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140" dirty="0">
                <a:latin typeface="Arial"/>
                <a:cs typeface="Arial"/>
              </a:rPr>
              <a:t>f</a:t>
            </a:r>
            <a:r>
              <a:rPr sz="1500" spc="140" dirty="0">
                <a:latin typeface="Lucida Sans"/>
                <a:cs typeface="Lucida Sans"/>
              </a:rPr>
              <a:t>(</a:t>
            </a:r>
            <a:r>
              <a:rPr sz="1500" i="1" spc="140" dirty="0">
                <a:latin typeface="Arial"/>
                <a:cs typeface="Arial"/>
              </a:rPr>
              <a:t>x</a:t>
            </a:r>
            <a:r>
              <a:rPr sz="1500" spc="140" dirty="0">
                <a:latin typeface="Lucida Sans"/>
                <a:cs typeface="Lucida Sans"/>
              </a:rPr>
              <a:t>)</a:t>
            </a:r>
            <a:r>
              <a:rPr sz="1500" spc="-70" dirty="0">
                <a:latin typeface="Lucida Sans"/>
                <a:cs typeface="Lucida Sans"/>
              </a:rPr>
              <a:t> </a:t>
            </a:r>
            <a:r>
              <a:rPr sz="1500" spc="-50" dirty="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8799" y="3405598"/>
            <a:ext cx="3441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5745" algn="l"/>
              </a:tabLst>
            </a:pPr>
            <a:r>
              <a:rPr sz="14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00" i="1" u="none" spc="-12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9623" y="3279459"/>
            <a:ext cx="116839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190" dirty="0">
                <a:latin typeface="Lucida Sans"/>
                <a:cs typeface="Lucida Sans"/>
              </a:rPr>
              <a:t>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8797" y="3565209"/>
            <a:ext cx="47879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-80" dirty="0">
                <a:latin typeface="Arial"/>
                <a:cs typeface="Arial"/>
              </a:rPr>
              <a:t>σ</a:t>
            </a:r>
            <a:r>
              <a:rPr sz="2250" spc="-120" baseline="1851" dirty="0">
                <a:latin typeface="Lucida Sans"/>
                <a:cs typeface="Lucida Sans"/>
              </a:rPr>
              <a:t>√</a:t>
            </a:r>
            <a:r>
              <a:rPr sz="1500" spc="-80" dirty="0">
                <a:latin typeface="Lucida Sans"/>
                <a:cs typeface="Lucida Sans"/>
              </a:rPr>
              <a:t>2</a:t>
            </a:r>
            <a:r>
              <a:rPr sz="1500" i="1" spc="-80" dirty="0">
                <a:latin typeface="Arial"/>
                <a:cs typeface="Arial"/>
              </a:rPr>
              <a:t>π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05274" y="3562349"/>
            <a:ext cx="485775" cy="9525"/>
          </a:xfrm>
          <a:custGeom>
            <a:avLst/>
            <a:gdLst/>
            <a:ahLst/>
            <a:cxnLst/>
            <a:rect l="l" t="t" r="r" b="b"/>
            <a:pathLst>
              <a:path w="485775" h="9525">
                <a:moveTo>
                  <a:pt x="485774" y="9524"/>
                </a:moveTo>
                <a:lnTo>
                  <a:pt x="0" y="9524"/>
                </a:lnTo>
                <a:lnTo>
                  <a:pt x="0" y="0"/>
                </a:lnTo>
                <a:lnTo>
                  <a:pt x="485774" y="0"/>
                </a:lnTo>
                <a:lnTo>
                  <a:pt x="4857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62041" y="3279193"/>
            <a:ext cx="4972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75" spc="-104" baseline="-31746" dirty="0">
                <a:latin typeface="Lucida Sans"/>
                <a:cs typeface="Lucida Sans"/>
              </a:rPr>
              <a:t>−</a:t>
            </a:r>
            <a:r>
              <a:rPr sz="1575" spc="-202" baseline="-31746" dirty="0">
                <a:latin typeface="Lucida Sans"/>
                <a:cs typeface="Lucida Sans"/>
              </a:rPr>
              <a:t> </a:t>
            </a:r>
            <a:r>
              <a:rPr sz="750" spc="-30" dirty="0">
                <a:latin typeface="Lucida Sans"/>
                <a:cs typeface="Lucida Sans"/>
              </a:rPr>
              <a:t>(</a:t>
            </a:r>
            <a:r>
              <a:rPr sz="750" i="1" spc="-30" dirty="0">
                <a:latin typeface="Arial"/>
                <a:cs typeface="Arial"/>
              </a:rPr>
              <a:t>x</a:t>
            </a:r>
            <a:r>
              <a:rPr sz="750" spc="-30" dirty="0">
                <a:latin typeface="Lucida Sans"/>
                <a:cs typeface="Lucida Sans"/>
              </a:rPr>
              <a:t>−</a:t>
            </a:r>
            <a:r>
              <a:rPr sz="750" i="1" spc="-30" dirty="0">
                <a:latin typeface="Arial"/>
                <a:cs typeface="Arial"/>
              </a:rPr>
              <a:t>μ</a:t>
            </a:r>
            <a:r>
              <a:rPr sz="750" spc="-30" dirty="0">
                <a:latin typeface="Lucida Sans"/>
                <a:cs typeface="Lucida Sans"/>
              </a:rPr>
              <a:t>)</a:t>
            </a:r>
            <a:r>
              <a:rPr sz="1125" spc="-44" baseline="14814" dirty="0">
                <a:latin typeface="Lucida Sans"/>
                <a:cs typeface="Lucida Sans"/>
              </a:rPr>
              <a:t>2</a:t>
            </a:r>
            <a:endParaRPr sz="1125" baseline="14814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60875" y="3471805"/>
            <a:ext cx="22479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Lucida Sans"/>
                <a:cs typeface="Lucida Sans"/>
              </a:rPr>
              <a:t>2</a:t>
            </a:r>
            <a:r>
              <a:rPr sz="750" i="1" spc="-25" dirty="0">
                <a:latin typeface="Arial"/>
                <a:cs typeface="Arial"/>
              </a:rPr>
              <a:t>σ</a:t>
            </a:r>
            <a:r>
              <a:rPr sz="1125" spc="-37" baseline="14814" dirty="0">
                <a:latin typeface="Lucida Sans"/>
                <a:cs typeface="Lucida Sans"/>
              </a:rPr>
              <a:t>2</a:t>
            </a:r>
            <a:endParaRPr sz="1125" baseline="14814">
              <a:latin typeface="Lucida Sans"/>
              <a:cs typeface="Lucida San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19649" y="3467099"/>
            <a:ext cx="314325" cy="9525"/>
          </a:xfrm>
          <a:custGeom>
            <a:avLst/>
            <a:gdLst/>
            <a:ahLst/>
            <a:cxnLst/>
            <a:rect l="l" t="t" r="r" b="b"/>
            <a:pathLst>
              <a:path w="314325" h="9525">
                <a:moveTo>
                  <a:pt x="314324" y="9524"/>
                </a:moveTo>
                <a:lnTo>
                  <a:pt x="0" y="9524"/>
                </a:lnTo>
                <a:lnTo>
                  <a:pt x="0" y="0"/>
                </a:lnTo>
                <a:lnTo>
                  <a:pt x="314324" y="0"/>
                </a:lnTo>
                <a:lnTo>
                  <a:pt x="3143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06516" y="3909478"/>
            <a:ext cx="99695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i="1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10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39800" y="4288843"/>
            <a:ext cx="6628765" cy="1237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56995" algn="ctr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latin typeface="Lucida Sans"/>
                <a:cs typeface="Lucida Sans"/>
              </a:rPr>
              <a:t>−∞</a:t>
            </a:r>
            <a:endParaRPr sz="10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1600" spc="-105" dirty="0">
                <a:solidFill>
                  <a:srgbClr val="007834"/>
                </a:solidFill>
                <a:latin typeface="Lucida Console"/>
                <a:cs typeface="Lucida Console"/>
              </a:rPr>
              <a:t>dnorm(x,</a:t>
            </a:r>
            <a:r>
              <a:rPr sz="1600" spc="-90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600" spc="-100" dirty="0">
                <a:solidFill>
                  <a:srgbClr val="007834"/>
                </a:solidFill>
                <a:latin typeface="Lucida Console"/>
                <a:cs typeface="Lucida Console"/>
              </a:rPr>
              <a:t>mean,</a:t>
            </a:r>
            <a:r>
              <a:rPr sz="1600" spc="-85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600" spc="-114" dirty="0">
                <a:solidFill>
                  <a:srgbClr val="007834"/>
                </a:solidFill>
                <a:latin typeface="Lucida Console"/>
                <a:cs typeface="Lucida Console"/>
              </a:rPr>
              <a:t>sd)</a:t>
            </a:r>
            <a:r>
              <a:rPr sz="1600" spc="-580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450" dirty="0">
                <a:latin typeface="Arial"/>
                <a:cs typeface="Arial"/>
              </a:rPr>
              <a:t>→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gives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height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75" dirty="0">
                <a:latin typeface="Gill Sans MT"/>
                <a:cs typeface="Gill Sans MT"/>
              </a:rPr>
              <a:t>PDF</a:t>
            </a:r>
            <a:r>
              <a:rPr sz="1450" b="1" spc="-20" dirty="0">
                <a:latin typeface="Gill Sans MT"/>
                <a:cs typeface="Gill Sans MT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(the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density)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at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point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007834"/>
                </a:solidFill>
                <a:latin typeface="Lucida Console"/>
                <a:cs typeface="Lucida Console"/>
              </a:rPr>
              <a:t>x</a:t>
            </a:r>
            <a:endParaRPr sz="1600">
              <a:latin typeface="Lucida Console"/>
              <a:cs typeface="Lucida Console"/>
            </a:endParaRPr>
          </a:p>
          <a:p>
            <a:pPr marL="12700" marR="5080">
              <a:lnSpc>
                <a:spcPct val="101600"/>
              </a:lnSpc>
              <a:spcBef>
                <a:spcPts val="1350"/>
              </a:spcBef>
            </a:pPr>
            <a:r>
              <a:rPr sz="1600" spc="-105" dirty="0">
                <a:solidFill>
                  <a:srgbClr val="007834"/>
                </a:solidFill>
                <a:latin typeface="Lucida Console"/>
                <a:cs typeface="Lucida Console"/>
              </a:rPr>
              <a:t>pnorm(x,</a:t>
            </a:r>
            <a:r>
              <a:rPr sz="1600" spc="-95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600" spc="-100" dirty="0">
                <a:solidFill>
                  <a:srgbClr val="007834"/>
                </a:solidFill>
                <a:latin typeface="Lucida Console"/>
                <a:cs typeface="Lucida Console"/>
              </a:rPr>
              <a:t>mean,</a:t>
            </a:r>
            <a:r>
              <a:rPr sz="1600" spc="-90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600" spc="-114" dirty="0">
                <a:solidFill>
                  <a:srgbClr val="007834"/>
                </a:solidFill>
                <a:latin typeface="Lucida Console"/>
                <a:cs typeface="Lucida Console"/>
              </a:rPr>
              <a:t>sd)</a:t>
            </a:r>
            <a:r>
              <a:rPr sz="1600" spc="-580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450" dirty="0">
                <a:latin typeface="Arial"/>
                <a:cs typeface="Arial"/>
              </a:rPr>
              <a:t>→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gives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b="1" spc="-40" dirty="0">
                <a:latin typeface="Gill Sans MT"/>
                <a:cs typeface="Gill Sans MT"/>
              </a:rPr>
              <a:t>area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under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175" dirty="0">
                <a:latin typeface="Gill Sans MT"/>
                <a:cs typeface="Gill Sans MT"/>
              </a:rPr>
              <a:t>PDF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up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to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00" b="1" dirty="0">
                <a:solidFill>
                  <a:srgbClr val="007834"/>
                </a:solidFill>
                <a:latin typeface="Lucida Sans"/>
                <a:cs typeface="Lucida Sans"/>
              </a:rPr>
              <a:t>x</a:t>
            </a:r>
            <a:r>
              <a:rPr sz="1400" b="1" spc="-75" dirty="0">
                <a:solidFill>
                  <a:srgbClr val="00783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(the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cumulative probability)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7057" y="3848140"/>
            <a:ext cx="2554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0255" algn="l"/>
              </a:tabLst>
            </a:pPr>
            <a:r>
              <a:rPr sz="1500" i="1" dirty="0">
                <a:latin typeface="Arial"/>
                <a:cs typeface="Arial"/>
              </a:rPr>
              <a:t>F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60" dirty="0">
                <a:latin typeface="Lucida Sans"/>
                <a:cs typeface="Lucida Sans"/>
              </a:rPr>
              <a:t>(</a:t>
            </a:r>
            <a:r>
              <a:rPr sz="1500" i="1" spc="60" dirty="0">
                <a:latin typeface="Arial"/>
                <a:cs typeface="Arial"/>
              </a:rPr>
              <a:t>x</a:t>
            </a:r>
            <a:r>
              <a:rPr sz="1500" spc="60" dirty="0">
                <a:latin typeface="Lucida Sans"/>
                <a:cs typeface="Lucida Sans"/>
              </a:rPr>
              <a:t>)</a:t>
            </a:r>
            <a:r>
              <a:rPr sz="1500" spc="-120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i="1" spc="-80" dirty="0">
                <a:latin typeface="Arial"/>
                <a:cs typeface="Arial"/>
              </a:rPr>
              <a:t>P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125" dirty="0">
                <a:latin typeface="Lucida Sans"/>
                <a:cs typeface="Lucida Sans"/>
              </a:rPr>
              <a:t>(</a:t>
            </a:r>
            <a:r>
              <a:rPr sz="1500" i="1" spc="125" dirty="0">
                <a:latin typeface="Arial"/>
                <a:cs typeface="Arial"/>
              </a:rPr>
              <a:t>X</a:t>
            </a:r>
            <a:r>
              <a:rPr sz="1500" i="1" spc="-65" dirty="0">
                <a:latin typeface="Arial"/>
                <a:cs typeface="Arial"/>
              </a:rPr>
              <a:t> </a:t>
            </a:r>
            <a:r>
              <a:rPr sz="1500" spc="-20" dirty="0">
                <a:latin typeface="Lucida Sans"/>
                <a:cs typeface="Lucida Sans"/>
              </a:rPr>
              <a:t>≤</a:t>
            </a:r>
            <a:r>
              <a:rPr sz="1500" spc="100" dirty="0">
                <a:latin typeface="Lucida Sans"/>
                <a:cs typeface="Lucida Sans"/>
              </a:rPr>
              <a:t> </a:t>
            </a:r>
            <a:r>
              <a:rPr sz="1500" i="1" spc="65" dirty="0">
                <a:latin typeface="Arial"/>
                <a:cs typeface="Arial"/>
              </a:rPr>
              <a:t>x</a:t>
            </a:r>
            <a:r>
              <a:rPr sz="1500" spc="65" dirty="0">
                <a:latin typeface="Lucida Sans"/>
                <a:cs typeface="Lucida Sans"/>
              </a:rPr>
              <a:t>)</a:t>
            </a:r>
            <a:r>
              <a:rPr sz="1500" spc="-100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3200" spc="-50" dirty="0">
                <a:latin typeface="Arial"/>
                <a:cs typeface="Arial"/>
              </a:rPr>
              <a:t>∫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1500" i="1" spc="150" dirty="0">
                <a:latin typeface="Arial"/>
                <a:cs typeface="Arial"/>
              </a:rPr>
              <a:t>f</a:t>
            </a:r>
            <a:r>
              <a:rPr sz="1500" spc="150" dirty="0">
                <a:latin typeface="Lucida Sans"/>
                <a:cs typeface="Lucida Sans"/>
              </a:rPr>
              <a:t>(</a:t>
            </a:r>
            <a:r>
              <a:rPr sz="1500" i="1" spc="150" dirty="0">
                <a:latin typeface="Arial"/>
                <a:cs typeface="Arial"/>
              </a:rPr>
              <a:t>t</a:t>
            </a:r>
            <a:r>
              <a:rPr sz="1500" spc="150" dirty="0">
                <a:latin typeface="Lucida Sans"/>
                <a:cs typeface="Lucida Sans"/>
              </a:rPr>
              <a:t>)</a:t>
            </a:r>
            <a:r>
              <a:rPr sz="1500" spc="-235" dirty="0">
                <a:latin typeface="Lucida Sans"/>
                <a:cs typeface="Lucida Sans"/>
              </a:rPr>
              <a:t> </a:t>
            </a:r>
            <a:r>
              <a:rPr sz="1500" i="1" spc="-25" dirty="0">
                <a:latin typeface="Arial"/>
                <a:cs typeface="Arial"/>
              </a:rPr>
              <a:t>dt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9" y="971549"/>
            <a:ext cx="7505700" cy="1200150"/>
          </a:xfrm>
          <a:custGeom>
            <a:avLst/>
            <a:gdLst/>
            <a:ahLst/>
            <a:cxnLst/>
            <a:rect l="l" t="t" r="r" b="b"/>
            <a:pathLst>
              <a:path w="7505700" h="1200150">
                <a:moveTo>
                  <a:pt x="7505699" y="1200149"/>
                </a:moveTo>
                <a:lnTo>
                  <a:pt x="0" y="1200149"/>
                </a:lnTo>
                <a:lnTo>
                  <a:pt x="0" y="0"/>
                </a:lnTo>
                <a:lnTo>
                  <a:pt x="7505699" y="0"/>
                </a:lnTo>
                <a:lnTo>
                  <a:pt x="7505699" y="12001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8800" y="473075"/>
            <a:ext cx="282638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415" dirty="0">
                <a:latin typeface="Segoe UI Symbol"/>
                <a:cs typeface="Segoe UI Symbol"/>
              </a:rPr>
              <a:t>📈</a:t>
            </a:r>
            <a:r>
              <a:rPr sz="1550" spc="-70" dirty="0">
                <a:latin typeface="Segoe UI Symbol"/>
                <a:cs typeface="Segoe UI Symbol"/>
              </a:rPr>
              <a:t> </a:t>
            </a:r>
            <a:r>
              <a:rPr sz="1450" spc="-105" dirty="0">
                <a:latin typeface="Trebuchet MS"/>
                <a:cs typeface="Trebuchet MS"/>
              </a:rPr>
              <a:t>Example:</a:t>
            </a:r>
            <a:r>
              <a:rPr sz="1450" spc="-80" dirty="0">
                <a:latin typeface="Trebuchet MS"/>
                <a:cs typeface="Trebuchet MS"/>
              </a:rPr>
              <a:t> </a:t>
            </a:r>
            <a:r>
              <a:rPr sz="1450" spc="-100" dirty="0">
                <a:latin typeface="Trebuchet MS"/>
                <a:cs typeface="Trebuchet MS"/>
              </a:rPr>
              <a:t>The</a:t>
            </a:r>
            <a:r>
              <a:rPr sz="1450" spc="-75" dirty="0">
                <a:latin typeface="Trebuchet MS"/>
                <a:cs typeface="Trebuchet MS"/>
              </a:rPr>
              <a:t> </a:t>
            </a:r>
            <a:r>
              <a:rPr sz="1450" spc="-65" dirty="0">
                <a:latin typeface="Trebuchet MS"/>
                <a:cs typeface="Trebuchet MS"/>
              </a:rPr>
              <a:t>Normal</a:t>
            </a:r>
            <a:r>
              <a:rPr sz="1450" spc="-80" dirty="0">
                <a:latin typeface="Trebuchet MS"/>
                <a:cs typeface="Trebuchet MS"/>
              </a:rPr>
              <a:t> </a:t>
            </a:r>
            <a:r>
              <a:rPr sz="1450" spc="-45" dirty="0">
                <a:latin typeface="Trebuchet MS"/>
                <a:cs typeface="Trebuchet MS"/>
              </a:rPr>
              <a:t>Distribution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11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7224" y="1020752"/>
            <a:ext cx="299656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500" spc="-80" dirty="0">
                <a:solidFill>
                  <a:srgbClr val="333333"/>
                </a:solidFill>
                <a:latin typeface="Lucida Console"/>
                <a:cs typeface="Lucida Console"/>
              </a:rPr>
              <a:t>dnorm(</a:t>
            </a:r>
            <a:r>
              <a:rPr sz="1400" spc="-80" dirty="0">
                <a:solidFill>
                  <a:srgbClr val="008080"/>
                </a:solidFill>
                <a:latin typeface="Courier New"/>
                <a:cs typeface="Courier New"/>
              </a:rPr>
              <a:t>40</a:t>
            </a:r>
            <a:r>
              <a:rPr sz="1500" spc="-80" dirty="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sz="1500" spc="-13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90" dirty="0">
                <a:solidFill>
                  <a:srgbClr val="333333"/>
                </a:solidFill>
                <a:latin typeface="Lucida Console"/>
                <a:cs typeface="Lucida Console"/>
              </a:rPr>
              <a:t>mean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2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r>
              <a:rPr sz="1500" spc="-20" dirty="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2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9570" y="1020752"/>
            <a:ext cx="1967864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#</a:t>
            </a:r>
            <a:r>
              <a:rPr sz="1500" spc="-15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100" dirty="0">
                <a:solidFill>
                  <a:srgbClr val="333333"/>
                </a:solidFill>
                <a:latin typeface="Lucida Console"/>
                <a:cs typeface="Lucida Console"/>
              </a:rPr>
              <a:t>Density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333333"/>
                </a:solidFill>
                <a:latin typeface="Lucida Console"/>
                <a:cs typeface="Lucida Console"/>
              </a:rPr>
              <a:t>at</a:t>
            </a:r>
            <a:r>
              <a:rPr sz="1500" spc="-13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x</a:t>
            </a:r>
            <a:r>
              <a:rPr sz="1500" spc="-14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05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7224" y="1420802"/>
            <a:ext cx="6391910" cy="660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291840" algn="l"/>
              </a:tabLst>
            </a:pPr>
            <a:r>
              <a:rPr sz="1500" spc="-80" dirty="0">
                <a:solidFill>
                  <a:srgbClr val="333333"/>
                </a:solidFill>
                <a:latin typeface="Lucida Console"/>
                <a:cs typeface="Lucida Console"/>
              </a:rPr>
              <a:t>pnorm(</a:t>
            </a:r>
            <a:r>
              <a:rPr sz="1400" spc="-80" dirty="0">
                <a:solidFill>
                  <a:srgbClr val="008080"/>
                </a:solidFill>
                <a:latin typeface="Courier New"/>
                <a:cs typeface="Courier New"/>
              </a:rPr>
              <a:t>40</a:t>
            </a:r>
            <a:r>
              <a:rPr sz="1500" spc="-80" dirty="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sz="1500" spc="-13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90" dirty="0">
                <a:solidFill>
                  <a:srgbClr val="333333"/>
                </a:solidFill>
                <a:latin typeface="Lucida Console"/>
                <a:cs typeface="Lucida Console"/>
              </a:rPr>
              <a:t>mean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2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r>
              <a:rPr sz="1500" spc="-20" dirty="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2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	#</a:t>
            </a:r>
            <a:r>
              <a:rPr sz="1500" spc="-14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90" dirty="0">
                <a:solidFill>
                  <a:srgbClr val="333333"/>
                </a:solidFill>
                <a:latin typeface="Lucida Console"/>
                <a:cs typeface="Lucida Console"/>
              </a:rPr>
              <a:t>P(X</a:t>
            </a:r>
            <a:r>
              <a:rPr sz="1500" spc="-13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50" dirty="0">
                <a:solidFill>
                  <a:srgbClr val="333333"/>
                </a:solidFill>
                <a:latin typeface="Consolas"/>
                <a:cs typeface="Consolas"/>
              </a:rPr>
              <a:t>≤</a:t>
            </a:r>
            <a:r>
              <a:rPr sz="1350" spc="2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40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3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tabLst>
                <a:tab pos="5246370" algn="l"/>
              </a:tabLst>
            </a:pPr>
            <a:r>
              <a:rPr sz="1500" spc="-80" dirty="0">
                <a:solidFill>
                  <a:srgbClr val="333333"/>
                </a:solidFill>
                <a:latin typeface="Lucida Console"/>
                <a:cs typeface="Lucida Console"/>
              </a:rPr>
              <a:t>pnorm(</a:t>
            </a:r>
            <a:r>
              <a:rPr sz="1400" spc="-80" dirty="0">
                <a:solidFill>
                  <a:srgbClr val="008080"/>
                </a:solidFill>
                <a:latin typeface="Courier New"/>
                <a:cs typeface="Courier New"/>
              </a:rPr>
              <a:t>40</a:t>
            </a:r>
            <a:r>
              <a:rPr sz="1500" spc="-80" dirty="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sz="1500" spc="-10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90" dirty="0">
                <a:solidFill>
                  <a:srgbClr val="333333"/>
                </a:solidFill>
                <a:latin typeface="Lucida Console"/>
                <a:cs typeface="Lucida Console"/>
              </a:rPr>
              <a:t>mean</a:t>
            </a:r>
            <a:r>
              <a:rPr sz="1500" spc="-10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4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r>
              <a:rPr sz="1500" spc="-20" dirty="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sz="1500" spc="-10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sz="1500" spc="-10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34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95" dirty="0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sz="1500" spc="-95" dirty="0">
                <a:solidFill>
                  <a:srgbClr val="333333"/>
                </a:solidFill>
                <a:latin typeface="Lucida Console"/>
                <a:cs typeface="Lucida Console"/>
              </a:rPr>
              <a:t>,lower.tail</a:t>
            </a:r>
            <a:r>
              <a:rPr sz="1500" spc="-10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4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sz="1500" spc="-10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	#</a:t>
            </a:r>
            <a:r>
              <a:rPr sz="1500" spc="-13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90" dirty="0">
                <a:solidFill>
                  <a:srgbClr val="333333"/>
                </a:solidFill>
                <a:latin typeface="Lucida Console"/>
                <a:cs typeface="Lucida Console"/>
              </a:rPr>
              <a:t>P(X</a:t>
            </a:r>
            <a:r>
              <a:rPr sz="1500" spc="-13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&gt;</a:t>
            </a:r>
            <a:r>
              <a:rPr sz="1300" spc="415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40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6735445" cy="46418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b="1" spc="-120" dirty="0">
                <a:latin typeface="Gill Sans MT"/>
                <a:cs typeface="Gill Sans MT"/>
              </a:rPr>
              <a:t>For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0" dirty="0">
                <a:latin typeface="Gill Sans MT"/>
                <a:cs typeface="Gill Sans MT"/>
              </a:rPr>
              <a:t>random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variable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50" dirty="0">
                <a:latin typeface="Gill Sans MT"/>
                <a:cs typeface="Gill Sans MT"/>
              </a:rPr>
              <a:t> normal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mean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50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 deviation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10,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what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is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observing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value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40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55" dirty="0">
                <a:latin typeface="Gill Sans MT"/>
                <a:cs typeface="Gill Sans MT"/>
              </a:rPr>
              <a:t>or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less?</a:t>
            </a:r>
            <a:endParaRPr sz="145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58218" y="1250097"/>
            <a:ext cx="3333750" cy="3143250"/>
            <a:chOff x="2658218" y="1250097"/>
            <a:chExt cx="3333750" cy="3143250"/>
          </a:xfrm>
        </p:grpSpPr>
        <p:sp>
          <p:nvSpPr>
            <p:cNvPr id="4" name="object 4"/>
            <p:cNvSpPr/>
            <p:nvPr/>
          </p:nvSpPr>
          <p:spPr>
            <a:xfrm>
              <a:off x="2992077" y="3707978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2077" y="3043013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2077" y="2378087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2077" y="1713123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28180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7105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5993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4919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83806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72731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61619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50544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92077" y="4040460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92077" y="3375495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2077" y="2710569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2077" y="2045605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92077" y="1380678"/>
              <a:ext cx="2994660" cy="0"/>
            </a:xfrm>
            <a:custGeom>
              <a:avLst/>
              <a:gdLst/>
              <a:ahLst/>
              <a:cxnLst/>
              <a:rect l="l" t="t" r="r" b="b"/>
              <a:pathLst>
                <a:path w="2994660">
                  <a:moveTo>
                    <a:pt x="0" y="0"/>
                  </a:moveTo>
                  <a:lnTo>
                    <a:pt x="29945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22662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11549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00475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89362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78287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67175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56100" y="1255216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8180" y="1387822"/>
              <a:ext cx="2722363" cy="265263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992077" y="1255179"/>
              <a:ext cx="2994660" cy="2918460"/>
            </a:xfrm>
            <a:custGeom>
              <a:avLst/>
              <a:gdLst/>
              <a:ahLst/>
              <a:cxnLst/>
              <a:rect l="l" t="t" r="r" b="b"/>
              <a:pathLst>
                <a:path w="2994660" h="2918460">
                  <a:moveTo>
                    <a:pt x="0" y="2917886"/>
                  </a:moveTo>
                  <a:lnTo>
                    <a:pt x="2994570" y="2917886"/>
                  </a:lnTo>
                  <a:lnTo>
                    <a:pt x="2994570" y="0"/>
                  </a:lnTo>
                  <a:lnTo>
                    <a:pt x="0" y="0"/>
                  </a:lnTo>
                  <a:lnTo>
                    <a:pt x="0" y="29178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686" y="4010880"/>
              <a:ext cx="155682" cy="5897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5685" y="3345916"/>
              <a:ext cx="155307" cy="592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5685" y="2015914"/>
              <a:ext cx="155716" cy="5934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5686" y="1351098"/>
              <a:ext cx="156943" cy="5897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965995" y="1380678"/>
              <a:ext cx="2301240" cy="2818765"/>
            </a:xfrm>
            <a:custGeom>
              <a:avLst/>
              <a:gdLst/>
              <a:ahLst/>
              <a:cxnLst/>
              <a:rect l="l" t="t" r="r" b="b"/>
              <a:pathLst>
                <a:path w="2301240" h="2818765">
                  <a:moveTo>
                    <a:pt x="0" y="2659781"/>
                  </a:moveTo>
                  <a:lnTo>
                    <a:pt x="26082" y="2659781"/>
                  </a:lnTo>
                </a:path>
                <a:path w="2301240" h="2818765">
                  <a:moveTo>
                    <a:pt x="0" y="1994817"/>
                  </a:moveTo>
                  <a:lnTo>
                    <a:pt x="26082" y="1994817"/>
                  </a:lnTo>
                </a:path>
                <a:path w="2301240" h="2818765">
                  <a:moveTo>
                    <a:pt x="0" y="1329890"/>
                  </a:moveTo>
                  <a:lnTo>
                    <a:pt x="26082" y="1329890"/>
                  </a:lnTo>
                </a:path>
                <a:path w="2301240" h="2818765">
                  <a:moveTo>
                    <a:pt x="0" y="664926"/>
                  </a:moveTo>
                  <a:lnTo>
                    <a:pt x="26082" y="664926"/>
                  </a:lnTo>
                </a:path>
                <a:path w="2301240" h="2818765">
                  <a:moveTo>
                    <a:pt x="0" y="0"/>
                  </a:moveTo>
                  <a:lnTo>
                    <a:pt x="26082" y="0"/>
                  </a:lnTo>
                </a:path>
                <a:path w="2301240" h="2818765">
                  <a:moveTo>
                    <a:pt x="356666" y="2818506"/>
                  </a:moveTo>
                  <a:lnTo>
                    <a:pt x="356666" y="2792387"/>
                  </a:lnTo>
                </a:path>
                <a:path w="2301240" h="2818765">
                  <a:moveTo>
                    <a:pt x="745554" y="2818506"/>
                  </a:moveTo>
                  <a:lnTo>
                    <a:pt x="745554" y="2792387"/>
                  </a:lnTo>
                </a:path>
                <a:path w="2301240" h="2818765">
                  <a:moveTo>
                    <a:pt x="1134479" y="2818506"/>
                  </a:moveTo>
                  <a:lnTo>
                    <a:pt x="1134479" y="2792387"/>
                  </a:lnTo>
                </a:path>
                <a:path w="2301240" h="2818765">
                  <a:moveTo>
                    <a:pt x="1523367" y="2818506"/>
                  </a:moveTo>
                  <a:lnTo>
                    <a:pt x="1523367" y="2792387"/>
                  </a:lnTo>
                </a:path>
                <a:path w="2301240" h="2818765">
                  <a:moveTo>
                    <a:pt x="2301180" y="2818506"/>
                  </a:moveTo>
                  <a:lnTo>
                    <a:pt x="2301180" y="2792387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80244" y="4219206"/>
              <a:ext cx="1205865" cy="59690"/>
            </a:xfrm>
            <a:custGeom>
              <a:avLst/>
              <a:gdLst/>
              <a:ahLst/>
              <a:cxnLst/>
              <a:rect l="l" t="t" r="r" b="b"/>
              <a:pathLst>
                <a:path w="1205864" h="59689">
                  <a:moveTo>
                    <a:pt x="38163" y="52235"/>
                  </a:moveTo>
                  <a:lnTo>
                    <a:pt x="8102" y="52235"/>
                  </a:lnTo>
                  <a:lnTo>
                    <a:pt x="9258" y="49974"/>
                  </a:lnTo>
                  <a:lnTo>
                    <a:pt x="10820" y="47777"/>
                  </a:lnTo>
                  <a:lnTo>
                    <a:pt x="14351" y="43942"/>
                  </a:lnTo>
                  <a:lnTo>
                    <a:pt x="24142" y="35648"/>
                  </a:lnTo>
                  <a:lnTo>
                    <a:pt x="32359" y="27724"/>
                  </a:lnTo>
                  <a:lnTo>
                    <a:pt x="34709" y="24371"/>
                  </a:lnTo>
                  <a:lnTo>
                    <a:pt x="36601" y="20243"/>
                  </a:lnTo>
                  <a:lnTo>
                    <a:pt x="37236" y="16929"/>
                  </a:lnTo>
                  <a:lnTo>
                    <a:pt x="37236" y="14287"/>
                  </a:lnTo>
                  <a:lnTo>
                    <a:pt x="18338" y="0"/>
                  </a:lnTo>
                  <a:lnTo>
                    <a:pt x="15849" y="190"/>
                  </a:lnTo>
                  <a:lnTo>
                    <a:pt x="330" y="15113"/>
                  </a:lnTo>
                  <a:lnTo>
                    <a:pt x="7848" y="15773"/>
                  </a:lnTo>
                  <a:lnTo>
                    <a:pt x="8293" y="13512"/>
                  </a:lnTo>
                  <a:lnTo>
                    <a:pt x="8890" y="11950"/>
                  </a:lnTo>
                  <a:lnTo>
                    <a:pt x="19189" y="6032"/>
                  </a:lnTo>
                  <a:lnTo>
                    <a:pt x="22275" y="6362"/>
                  </a:lnTo>
                  <a:lnTo>
                    <a:pt x="29718" y="16040"/>
                  </a:lnTo>
                  <a:lnTo>
                    <a:pt x="29311" y="19354"/>
                  </a:lnTo>
                  <a:lnTo>
                    <a:pt x="28384" y="21767"/>
                  </a:lnTo>
                  <a:lnTo>
                    <a:pt x="26631" y="24523"/>
                  </a:lnTo>
                  <a:lnTo>
                    <a:pt x="23329" y="28168"/>
                  </a:lnTo>
                  <a:lnTo>
                    <a:pt x="17297" y="33223"/>
                  </a:lnTo>
                  <a:lnTo>
                    <a:pt x="9448" y="40068"/>
                  </a:lnTo>
                  <a:lnTo>
                    <a:pt x="5054" y="44869"/>
                  </a:lnTo>
                  <a:lnTo>
                    <a:pt x="3340" y="47180"/>
                  </a:lnTo>
                  <a:lnTo>
                    <a:pt x="1333" y="50533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163" y="58534"/>
                  </a:lnTo>
                  <a:lnTo>
                    <a:pt x="38163" y="52235"/>
                  </a:lnTo>
                  <a:close/>
                </a:path>
                <a:path w="1205864" h="59689">
                  <a:moveTo>
                    <a:pt x="85280" y="21170"/>
                  </a:moveTo>
                  <a:lnTo>
                    <a:pt x="83413" y="12763"/>
                  </a:lnTo>
                  <a:lnTo>
                    <a:pt x="83146" y="12014"/>
                  </a:lnTo>
                  <a:lnTo>
                    <a:pt x="82257" y="9969"/>
                  </a:lnTo>
                  <a:lnTo>
                    <a:pt x="81368" y="8267"/>
                  </a:lnTo>
                  <a:lnTo>
                    <a:pt x="80962" y="7594"/>
                  </a:lnTo>
                  <a:lnTo>
                    <a:pt x="80073" y="6362"/>
                  </a:lnTo>
                  <a:lnTo>
                    <a:pt x="79921" y="6146"/>
                  </a:lnTo>
                  <a:lnTo>
                    <a:pt x="78803" y="4838"/>
                  </a:lnTo>
                  <a:lnTo>
                    <a:pt x="77724" y="3835"/>
                  </a:lnTo>
                  <a:lnTo>
                    <a:pt x="77724" y="20167"/>
                  </a:lnTo>
                  <a:lnTo>
                    <a:pt x="77685" y="38925"/>
                  </a:lnTo>
                  <a:lnTo>
                    <a:pt x="75742" y="46329"/>
                  </a:lnTo>
                  <a:lnTo>
                    <a:pt x="75488" y="46990"/>
                  </a:lnTo>
                  <a:lnTo>
                    <a:pt x="68453" y="53022"/>
                  </a:lnTo>
                  <a:lnTo>
                    <a:pt x="62877" y="53022"/>
                  </a:lnTo>
                  <a:lnTo>
                    <a:pt x="53644" y="38925"/>
                  </a:lnTo>
                  <a:lnTo>
                    <a:pt x="53657" y="20167"/>
                  </a:lnTo>
                  <a:lnTo>
                    <a:pt x="62395" y="6362"/>
                  </a:lnTo>
                  <a:lnTo>
                    <a:pt x="69164" y="6362"/>
                  </a:lnTo>
                  <a:lnTo>
                    <a:pt x="77317" y="17640"/>
                  </a:lnTo>
                  <a:lnTo>
                    <a:pt x="77724" y="20167"/>
                  </a:lnTo>
                  <a:lnTo>
                    <a:pt x="77724" y="3835"/>
                  </a:lnTo>
                  <a:lnTo>
                    <a:pt x="70612" y="482"/>
                  </a:lnTo>
                  <a:lnTo>
                    <a:pt x="70878" y="482"/>
                  </a:lnTo>
                  <a:lnTo>
                    <a:pt x="68275" y="114"/>
                  </a:lnTo>
                  <a:lnTo>
                    <a:pt x="63246" y="114"/>
                  </a:lnTo>
                  <a:lnTo>
                    <a:pt x="60642" y="482"/>
                  </a:lnTo>
                  <a:lnTo>
                    <a:pt x="60871" y="482"/>
                  </a:lnTo>
                  <a:lnTo>
                    <a:pt x="60083" y="673"/>
                  </a:lnTo>
                  <a:lnTo>
                    <a:pt x="46228" y="20167"/>
                  </a:lnTo>
                  <a:lnTo>
                    <a:pt x="46240" y="38925"/>
                  </a:lnTo>
                  <a:lnTo>
                    <a:pt x="62318" y="59093"/>
                  </a:lnTo>
                  <a:lnTo>
                    <a:pt x="68859" y="59093"/>
                  </a:lnTo>
                  <a:lnTo>
                    <a:pt x="79679" y="53022"/>
                  </a:lnTo>
                  <a:lnTo>
                    <a:pt x="79844" y="52832"/>
                  </a:lnTo>
                  <a:lnTo>
                    <a:pt x="85166" y="38696"/>
                  </a:lnTo>
                  <a:lnTo>
                    <a:pt x="85280" y="21170"/>
                  </a:lnTo>
                  <a:close/>
                </a:path>
                <a:path w="1205864" h="59689">
                  <a:moveTo>
                    <a:pt x="427609" y="42608"/>
                  </a:moveTo>
                  <a:lnTo>
                    <a:pt x="413956" y="29095"/>
                  </a:lnTo>
                  <a:lnTo>
                    <a:pt x="413956" y="28917"/>
                  </a:lnTo>
                  <a:lnTo>
                    <a:pt x="426021" y="14630"/>
                  </a:lnTo>
                  <a:lnTo>
                    <a:pt x="425640" y="11607"/>
                  </a:lnTo>
                  <a:lnTo>
                    <a:pt x="409613" y="38"/>
                  </a:lnTo>
                  <a:lnTo>
                    <a:pt x="405587" y="76"/>
                  </a:lnTo>
                  <a:lnTo>
                    <a:pt x="388848" y="14998"/>
                  </a:lnTo>
                  <a:lnTo>
                    <a:pt x="396252" y="15595"/>
                  </a:lnTo>
                  <a:lnTo>
                    <a:pt x="396773" y="13030"/>
                  </a:lnTo>
                  <a:lnTo>
                    <a:pt x="397370" y="11531"/>
                  </a:lnTo>
                  <a:lnTo>
                    <a:pt x="407631" y="6032"/>
                  </a:lnTo>
                  <a:lnTo>
                    <a:pt x="409676" y="6146"/>
                  </a:lnTo>
                  <a:lnTo>
                    <a:pt x="418465" y="16040"/>
                  </a:lnTo>
                  <a:lnTo>
                    <a:pt x="418020" y="19240"/>
                  </a:lnTo>
                  <a:lnTo>
                    <a:pt x="401713" y="25971"/>
                  </a:lnTo>
                  <a:lnTo>
                    <a:pt x="401713" y="32372"/>
                  </a:lnTo>
                  <a:lnTo>
                    <a:pt x="406742" y="32372"/>
                  </a:lnTo>
                  <a:lnTo>
                    <a:pt x="411391" y="32893"/>
                  </a:lnTo>
                  <a:lnTo>
                    <a:pt x="419950" y="43383"/>
                  </a:lnTo>
                  <a:lnTo>
                    <a:pt x="419684" y="45351"/>
                  </a:lnTo>
                  <a:lnTo>
                    <a:pt x="408038" y="53251"/>
                  </a:lnTo>
                  <a:lnTo>
                    <a:pt x="405777" y="53136"/>
                  </a:lnTo>
                  <a:lnTo>
                    <a:pt x="395503" y="43014"/>
                  </a:lnTo>
                  <a:lnTo>
                    <a:pt x="387883" y="43688"/>
                  </a:lnTo>
                  <a:lnTo>
                    <a:pt x="408038" y="59347"/>
                  </a:lnTo>
                  <a:lnTo>
                    <a:pt x="410794" y="59232"/>
                  </a:lnTo>
                  <a:lnTo>
                    <a:pt x="427278" y="46367"/>
                  </a:lnTo>
                  <a:lnTo>
                    <a:pt x="427609" y="42608"/>
                  </a:lnTo>
                  <a:close/>
                </a:path>
                <a:path w="1205864" h="59689">
                  <a:moveTo>
                    <a:pt x="474065" y="20167"/>
                  </a:moveTo>
                  <a:lnTo>
                    <a:pt x="466648" y="3835"/>
                  </a:lnTo>
                  <a:lnTo>
                    <a:pt x="466648" y="20167"/>
                  </a:lnTo>
                  <a:lnTo>
                    <a:pt x="466572" y="38925"/>
                  </a:lnTo>
                  <a:lnTo>
                    <a:pt x="463740" y="48145"/>
                  </a:lnTo>
                  <a:lnTo>
                    <a:pt x="463448" y="48704"/>
                  </a:lnTo>
                  <a:lnTo>
                    <a:pt x="463067" y="49187"/>
                  </a:lnTo>
                  <a:lnTo>
                    <a:pt x="462737" y="49669"/>
                  </a:lnTo>
                  <a:lnTo>
                    <a:pt x="462000" y="50533"/>
                  </a:lnTo>
                  <a:lnTo>
                    <a:pt x="457339" y="53022"/>
                  </a:lnTo>
                  <a:lnTo>
                    <a:pt x="451764" y="53022"/>
                  </a:lnTo>
                  <a:lnTo>
                    <a:pt x="445998" y="49187"/>
                  </a:lnTo>
                  <a:lnTo>
                    <a:pt x="445617" y="48704"/>
                  </a:lnTo>
                  <a:lnTo>
                    <a:pt x="442709" y="40043"/>
                  </a:lnTo>
                  <a:lnTo>
                    <a:pt x="442683" y="39890"/>
                  </a:lnTo>
                  <a:lnTo>
                    <a:pt x="442531" y="38925"/>
                  </a:lnTo>
                  <a:lnTo>
                    <a:pt x="442544" y="20167"/>
                  </a:lnTo>
                  <a:lnTo>
                    <a:pt x="442836" y="18237"/>
                  </a:lnTo>
                  <a:lnTo>
                    <a:pt x="452399" y="6146"/>
                  </a:lnTo>
                  <a:lnTo>
                    <a:pt x="457009" y="6146"/>
                  </a:lnTo>
                  <a:lnTo>
                    <a:pt x="466648" y="20167"/>
                  </a:lnTo>
                  <a:lnTo>
                    <a:pt x="466648" y="3835"/>
                  </a:lnTo>
                  <a:lnTo>
                    <a:pt x="457200" y="114"/>
                  </a:lnTo>
                  <a:lnTo>
                    <a:pt x="452208" y="114"/>
                  </a:lnTo>
                  <a:lnTo>
                    <a:pt x="435013" y="21170"/>
                  </a:lnTo>
                  <a:lnTo>
                    <a:pt x="435127" y="38696"/>
                  </a:lnTo>
                  <a:lnTo>
                    <a:pt x="435165" y="38925"/>
                  </a:lnTo>
                  <a:lnTo>
                    <a:pt x="435317" y="40043"/>
                  </a:lnTo>
                  <a:lnTo>
                    <a:pt x="451243" y="59093"/>
                  </a:lnTo>
                  <a:lnTo>
                    <a:pt x="457758" y="59093"/>
                  </a:lnTo>
                  <a:lnTo>
                    <a:pt x="473722" y="40817"/>
                  </a:lnTo>
                  <a:lnTo>
                    <a:pt x="474052" y="38925"/>
                  </a:lnTo>
                  <a:lnTo>
                    <a:pt x="474065" y="20167"/>
                  </a:lnTo>
                  <a:close/>
                </a:path>
                <a:path w="1205864" h="59689">
                  <a:moveTo>
                    <a:pt x="817765" y="39585"/>
                  </a:moveTo>
                  <a:lnTo>
                    <a:pt x="809663" y="39585"/>
                  </a:lnTo>
                  <a:lnTo>
                    <a:pt x="809663" y="9156"/>
                  </a:lnTo>
                  <a:lnTo>
                    <a:pt x="809663" y="863"/>
                  </a:lnTo>
                  <a:lnTo>
                    <a:pt x="802703" y="863"/>
                  </a:lnTo>
                  <a:lnTo>
                    <a:pt x="802703" y="9156"/>
                  </a:lnTo>
                  <a:lnTo>
                    <a:pt x="802703" y="39585"/>
                  </a:lnTo>
                  <a:lnTo>
                    <a:pt x="782345" y="39585"/>
                  </a:lnTo>
                  <a:lnTo>
                    <a:pt x="782459" y="39446"/>
                  </a:lnTo>
                  <a:lnTo>
                    <a:pt x="782612" y="39293"/>
                  </a:lnTo>
                  <a:lnTo>
                    <a:pt x="782713" y="39141"/>
                  </a:lnTo>
                  <a:lnTo>
                    <a:pt x="782980" y="38849"/>
                  </a:lnTo>
                  <a:lnTo>
                    <a:pt x="783793" y="37769"/>
                  </a:lnTo>
                  <a:lnTo>
                    <a:pt x="784542" y="36652"/>
                  </a:lnTo>
                  <a:lnTo>
                    <a:pt x="784733" y="36461"/>
                  </a:lnTo>
                  <a:lnTo>
                    <a:pt x="784834" y="36283"/>
                  </a:lnTo>
                  <a:lnTo>
                    <a:pt x="785101" y="35941"/>
                  </a:lnTo>
                  <a:lnTo>
                    <a:pt x="785177" y="35801"/>
                  </a:lnTo>
                  <a:lnTo>
                    <a:pt x="799947" y="14033"/>
                  </a:lnTo>
                  <a:lnTo>
                    <a:pt x="800201" y="13589"/>
                  </a:lnTo>
                  <a:lnTo>
                    <a:pt x="800544" y="13093"/>
                  </a:lnTo>
                  <a:lnTo>
                    <a:pt x="800760" y="12649"/>
                  </a:lnTo>
                  <a:lnTo>
                    <a:pt x="800874" y="12509"/>
                  </a:lnTo>
                  <a:lnTo>
                    <a:pt x="800950" y="12319"/>
                  </a:lnTo>
                  <a:lnTo>
                    <a:pt x="801027" y="12166"/>
                  </a:lnTo>
                  <a:lnTo>
                    <a:pt x="801141" y="12014"/>
                  </a:lnTo>
                  <a:lnTo>
                    <a:pt x="801281" y="11722"/>
                  </a:lnTo>
                  <a:lnTo>
                    <a:pt x="801395" y="11569"/>
                  </a:lnTo>
                  <a:lnTo>
                    <a:pt x="802703" y="9156"/>
                  </a:lnTo>
                  <a:lnTo>
                    <a:pt x="802703" y="863"/>
                  </a:lnTo>
                  <a:lnTo>
                    <a:pt x="801916" y="863"/>
                  </a:lnTo>
                  <a:lnTo>
                    <a:pt x="775601" y="39585"/>
                  </a:lnTo>
                  <a:lnTo>
                    <a:pt x="775500" y="45466"/>
                  </a:lnTo>
                  <a:lnTo>
                    <a:pt x="802703" y="45466"/>
                  </a:lnTo>
                  <a:lnTo>
                    <a:pt x="802703" y="58534"/>
                  </a:lnTo>
                  <a:lnTo>
                    <a:pt x="809663" y="58534"/>
                  </a:lnTo>
                  <a:lnTo>
                    <a:pt x="809663" y="45466"/>
                  </a:lnTo>
                  <a:lnTo>
                    <a:pt x="817765" y="45466"/>
                  </a:lnTo>
                  <a:lnTo>
                    <a:pt x="817765" y="39585"/>
                  </a:lnTo>
                  <a:close/>
                </a:path>
                <a:path w="1205864" h="59689">
                  <a:moveTo>
                    <a:pt x="863092" y="21170"/>
                  </a:moveTo>
                  <a:lnTo>
                    <a:pt x="861225" y="12763"/>
                  </a:lnTo>
                  <a:lnTo>
                    <a:pt x="860971" y="12014"/>
                  </a:lnTo>
                  <a:lnTo>
                    <a:pt x="857885" y="6362"/>
                  </a:lnTo>
                  <a:lnTo>
                    <a:pt x="857211" y="5473"/>
                  </a:lnTo>
                  <a:lnTo>
                    <a:pt x="856615" y="4838"/>
                  </a:lnTo>
                  <a:lnTo>
                    <a:pt x="855535" y="3835"/>
                  </a:lnTo>
                  <a:lnTo>
                    <a:pt x="855535" y="20167"/>
                  </a:lnTo>
                  <a:lnTo>
                    <a:pt x="855497" y="38925"/>
                  </a:lnTo>
                  <a:lnTo>
                    <a:pt x="853567" y="46329"/>
                  </a:lnTo>
                  <a:lnTo>
                    <a:pt x="853300" y="46990"/>
                  </a:lnTo>
                  <a:lnTo>
                    <a:pt x="846264" y="53022"/>
                  </a:lnTo>
                  <a:lnTo>
                    <a:pt x="840689" y="53022"/>
                  </a:lnTo>
                  <a:lnTo>
                    <a:pt x="831456" y="38925"/>
                  </a:lnTo>
                  <a:lnTo>
                    <a:pt x="831469" y="20167"/>
                  </a:lnTo>
                  <a:lnTo>
                    <a:pt x="840206" y="6362"/>
                  </a:lnTo>
                  <a:lnTo>
                    <a:pt x="846975" y="6362"/>
                  </a:lnTo>
                  <a:lnTo>
                    <a:pt x="852144" y="9931"/>
                  </a:lnTo>
                  <a:lnTo>
                    <a:pt x="852525" y="10426"/>
                  </a:lnTo>
                  <a:lnTo>
                    <a:pt x="855129" y="17640"/>
                  </a:lnTo>
                  <a:lnTo>
                    <a:pt x="855535" y="20167"/>
                  </a:lnTo>
                  <a:lnTo>
                    <a:pt x="855535" y="3835"/>
                  </a:lnTo>
                  <a:lnTo>
                    <a:pt x="848423" y="482"/>
                  </a:lnTo>
                  <a:lnTo>
                    <a:pt x="848690" y="482"/>
                  </a:lnTo>
                  <a:lnTo>
                    <a:pt x="846086" y="114"/>
                  </a:lnTo>
                  <a:lnTo>
                    <a:pt x="841057" y="114"/>
                  </a:lnTo>
                  <a:lnTo>
                    <a:pt x="838454" y="482"/>
                  </a:lnTo>
                  <a:lnTo>
                    <a:pt x="838682" y="482"/>
                  </a:lnTo>
                  <a:lnTo>
                    <a:pt x="837895" y="673"/>
                  </a:lnTo>
                  <a:lnTo>
                    <a:pt x="824039" y="20167"/>
                  </a:lnTo>
                  <a:lnTo>
                    <a:pt x="824052" y="38925"/>
                  </a:lnTo>
                  <a:lnTo>
                    <a:pt x="840130" y="59093"/>
                  </a:lnTo>
                  <a:lnTo>
                    <a:pt x="846683" y="59093"/>
                  </a:lnTo>
                  <a:lnTo>
                    <a:pt x="862977" y="38696"/>
                  </a:lnTo>
                  <a:lnTo>
                    <a:pt x="863092" y="21170"/>
                  </a:lnTo>
                  <a:close/>
                </a:path>
                <a:path w="1205864" h="59689">
                  <a:moveTo>
                    <a:pt x="1205572" y="39738"/>
                  </a:moveTo>
                  <a:lnTo>
                    <a:pt x="1188643" y="21767"/>
                  </a:lnTo>
                  <a:lnTo>
                    <a:pt x="1184630" y="21805"/>
                  </a:lnTo>
                  <a:lnTo>
                    <a:pt x="1182509" y="22098"/>
                  </a:lnTo>
                  <a:lnTo>
                    <a:pt x="1180579" y="22618"/>
                  </a:lnTo>
                  <a:lnTo>
                    <a:pt x="1177785" y="23736"/>
                  </a:lnTo>
                  <a:lnTo>
                    <a:pt x="1175067" y="25412"/>
                  </a:lnTo>
                  <a:lnTo>
                    <a:pt x="1176185" y="7112"/>
                  </a:lnTo>
                  <a:lnTo>
                    <a:pt x="1202232" y="7112"/>
                  </a:lnTo>
                  <a:lnTo>
                    <a:pt x="1202232" y="863"/>
                  </a:lnTo>
                  <a:lnTo>
                    <a:pt x="1169454" y="863"/>
                  </a:lnTo>
                  <a:lnTo>
                    <a:pt x="1167511" y="31889"/>
                  </a:lnTo>
                  <a:lnTo>
                    <a:pt x="1174737" y="31889"/>
                  </a:lnTo>
                  <a:lnTo>
                    <a:pt x="1177417" y="29883"/>
                  </a:lnTo>
                  <a:lnTo>
                    <a:pt x="1180833" y="28359"/>
                  </a:lnTo>
                  <a:lnTo>
                    <a:pt x="1184363" y="27762"/>
                  </a:lnTo>
                  <a:lnTo>
                    <a:pt x="1186599" y="27762"/>
                  </a:lnTo>
                  <a:lnTo>
                    <a:pt x="1197952" y="40525"/>
                  </a:lnTo>
                  <a:lnTo>
                    <a:pt x="1197508" y="44056"/>
                  </a:lnTo>
                  <a:lnTo>
                    <a:pt x="1184706" y="53314"/>
                  </a:lnTo>
                  <a:lnTo>
                    <a:pt x="1181582" y="52984"/>
                  </a:lnTo>
                  <a:lnTo>
                    <a:pt x="1173314" y="44767"/>
                  </a:lnTo>
                  <a:lnTo>
                    <a:pt x="1165834" y="45618"/>
                  </a:lnTo>
                  <a:lnTo>
                    <a:pt x="1185113" y="59347"/>
                  </a:lnTo>
                  <a:lnTo>
                    <a:pt x="1188046" y="59194"/>
                  </a:lnTo>
                  <a:lnTo>
                    <a:pt x="1205280" y="43865"/>
                  </a:lnTo>
                  <a:lnTo>
                    <a:pt x="1205572" y="3973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8218" y="2539640"/>
              <a:ext cx="282661" cy="34059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493079" y="4219314"/>
              <a:ext cx="39370" cy="59055"/>
            </a:xfrm>
            <a:custGeom>
              <a:avLst/>
              <a:gdLst/>
              <a:ahLst/>
              <a:cxnLst/>
              <a:rect l="l" t="t" r="r" b="b"/>
              <a:pathLst>
                <a:path w="39370" h="59054">
                  <a:moveTo>
                    <a:pt x="22737" y="58973"/>
                  </a:moveTo>
                  <a:lnTo>
                    <a:pt x="16226" y="58973"/>
                  </a:lnTo>
                  <a:lnTo>
                    <a:pt x="14626" y="58675"/>
                  </a:lnTo>
                  <a:lnTo>
                    <a:pt x="146" y="38806"/>
                  </a:lnTo>
                  <a:lnTo>
                    <a:pt x="115" y="38583"/>
                  </a:lnTo>
                  <a:lnTo>
                    <a:pt x="0" y="21059"/>
                  </a:lnTo>
                  <a:lnTo>
                    <a:pt x="301" y="18826"/>
                  </a:lnTo>
                  <a:lnTo>
                    <a:pt x="422" y="18119"/>
                  </a:lnTo>
                  <a:lnTo>
                    <a:pt x="524" y="17524"/>
                  </a:lnTo>
                  <a:lnTo>
                    <a:pt x="17193" y="0"/>
                  </a:lnTo>
                  <a:lnTo>
                    <a:pt x="22179" y="0"/>
                  </a:lnTo>
                  <a:lnTo>
                    <a:pt x="33825" y="6027"/>
                  </a:lnTo>
                  <a:lnTo>
                    <a:pt x="17379" y="6027"/>
                  </a:lnTo>
                  <a:lnTo>
                    <a:pt x="16263" y="6250"/>
                  </a:lnTo>
                  <a:lnTo>
                    <a:pt x="7519" y="38806"/>
                  </a:lnTo>
                  <a:lnTo>
                    <a:pt x="7671" y="39774"/>
                  </a:lnTo>
                  <a:lnTo>
                    <a:pt x="7694" y="39923"/>
                  </a:lnTo>
                  <a:lnTo>
                    <a:pt x="7817" y="40704"/>
                  </a:lnTo>
                  <a:lnTo>
                    <a:pt x="10980" y="49076"/>
                  </a:lnTo>
                  <a:lnTo>
                    <a:pt x="11314" y="49559"/>
                  </a:lnTo>
                  <a:lnTo>
                    <a:pt x="16747" y="52908"/>
                  </a:lnTo>
                  <a:lnTo>
                    <a:pt x="33595" y="52908"/>
                  </a:lnTo>
                  <a:lnTo>
                    <a:pt x="33192" y="53392"/>
                  </a:lnTo>
                  <a:lnTo>
                    <a:pt x="24337" y="58675"/>
                  </a:lnTo>
                  <a:lnTo>
                    <a:pt x="22737" y="58973"/>
                  </a:lnTo>
                  <a:close/>
                </a:path>
                <a:path w="39370" h="59054">
                  <a:moveTo>
                    <a:pt x="33595" y="52908"/>
                  </a:moveTo>
                  <a:lnTo>
                    <a:pt x="22328" y="52908"/>
                  </a:lnTo>
                  <a:lnTo>
                    <a:pt x="23853" y="52461"/>
                  </a:lnTo>
                  <a:lnTo>
                    <a:pt x="24884" y="51978"/>
                  </a:lnTo>
                  <a:lnTo>
                    <a:pt x="28058" y="49076"/>
                  </a:lnTo>
                  <a:lnTo>
                    <a:pt x="28430" y="48592"/>
                  </a:lnTo>
                  <a:lnTo>
                    <a:pt x="28727" y="48034"/>
                  </a:lnTo>
                  <a:lnTo>
                    <a:pt x="29062" y="47476"/>
                  </a:lnTo>
                  <a:lnTo>
                    <a:pt x="29360" y="46880"/>
                  </a:lnTo>
                  <a:lnTo>
                    <a:pt x="31630" y="20054"/>
                  </a:lnTo>
                  <a:lnTo>
                    <a:pt x="31441" y="18826"/>
                  </a:lnTo>
                  <a:lnTo>
                    <a:pt x="21993" y="6027"/>
                  </a:lnTo>
                  <a:lnTo>
                    <a:pt x="33825" y="6027"/>
                  </a:lnTo>
                  <a:lnTo>
                    <a:pt x="39187" y="21059"/>
                  </a:lnTo>
                  <a:lnTo>
                    <a:pt x="39154" y="37802"/>
                  </a:lnTo>
                  <a:lnTo>
                    <a:pt x="39032" y="38806"/>
                  </a:lnTo>
                  <a:lnTo>
                    <a:pt x="38702" y="40704"/>
                  </a:lnTo>
                  <a:lnTo>
                    <a:pt x="38624" y="41150"/>
                  </a:lnTo>
                  <a:lnTo>
                    <a:pt x="38094" y="43271"/>
                  </a:lnTo>
                  <a:lnTo>
                    <a:pt x="37359" y="45727"/>
                  </a:lnTo>
                  <a:lnTo>
                    <a:pt x="36712" y="47476"/>
                  </a:lnTo>
                  <a:lnTo>
                    <a:pt x="36615" y="47736"/>
                  </a:lnTo>
                  <a:lnTo>
                    <a:pt x="35722" y="49559"/>
                  </a:lnTo>
                  <a:lnTo>
                    <a:pt x="35276" y="50415"/>
                  </a:lnTo>
                  <a:lnTo>
                    <a:pt x="34836" y="51159"/>
                  </a:lnTo>
                  <a:lnTo>
                    <a:pt x="33750" y="52722"/>
                  </a:lnTo>
                  <a:lnTo>
                    <a:pt x="33595" y="5290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6320" y="4173065"/>
              <a:ext cx="84834" cy="10529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224869" y="4219320"/>
              <a:ext cx="85725" cy="59055"/>
            </a:xfrm>
            <a:custGeom>
              <a:avLst/>
              <a:gdLst/>
              <a:ahLst/>
              <a:cxnLst/>
              <a:rect l="l" t="t" r="r" b="b"/>
              <a:pathLst>
                <a:path w="85725" h="59054">
                  <a:moveTo>
                    <a:pt x="38100" y="749"/>
                  </a:moveTo>
                  <a:lnTo>
                    <a:pt x="0" y="749"/>
                  </a:lnTo>
                  <a:lnTo>
                    <a:pt x="0" y="6997"/>
                  </a:lnTo>
                  <a:lnTo>
                    <a:pt x="30949" y="6997"/>
                  </a:lnTo>
                  <a:lnTo>
                    <a:pt x="26149" y="14287"/>
                  </a:lnTo>
                  <a:lnTo>
                    <a:pt x="10680" y="55664"/>
                  </a:lnTo>
                  <a:lnTo>
                    <a:pt x="10642" y="58420"/>
                  </a:lnTo>
                  <a:lnTo>
                    <a:pt x="18338" y="58420"/>
                  </a:lnTo>
                  <a:lnTo>
                    <a:pt x="18376" y="55473"/>
                  </a:lnTo>
                  <a:lnTo>
                    <a:pt x="18821" y="49860"/>
                  </a:lnTo>
                  <a:lnTo>
                    <a:pt x="38100" y="6692"/>
                  </a:lnTo>
                  <a:lnTo>
                    <a:pt x="38100" y="749"/>
                  </a:lnTo>
                  <a:close/>
                </a:path>
                <a:path w="85725" h="59054">
                  <a:moveTo>
                    <a:pt x="85204" y="21056"/>
                  </a:moveTo>
                  <a:lnTo>
                    <a:pt x="77647" y="3721"/>
                  </a:lnTo>
                  <a:lnTo>
                    <a:pt x="77647" y="20053"/>
                  </a:lnTo>
                  <a:lnTo>
                    <a:pt x="77571" y="38811"/>
                  </a:lnTo>
                  <a:lnTo>
                    <a:pt x="77279" y="40703"/>
                  </a:lnTo>
                  <a:lnTo>
                    <a:pt x="77177" y="41148"/>
                  </a:lnTo>
                  <a:lnTo>
                    <a:pt x="77089" y="41592"/>
                  </a:lnTo>
                  <a:lnTo>
                    <a:pt x="74739" y="48031"/>
                  </a:lnTo>
                  <a:lnTo>
                    <a:pt x="74447" y="48590"/>
                  </a:lnTo>
                  <a:lnTo>
                    <a:pt x="74079" y="49072"/>
                  </a:lnTo>
                  <a:lnTo>
                    <a:pt x="73736" y="49555"/>
                  </a:lnTo>
                  <a:lnTo>
                    <a:pt x="72999" y="50419"/>
                  </a:lnTo>
                  <a:lnTo>
                    <a:pt x="68351" y="52908"/>
                  </a:lnTo>
                  <a:lnTo>
                    <a:pt x="62763" y="52908"/>
                  </a:lnTo>
                  <a:lnTo>
                    <a:pt x="56997" y="49072"/>
                  </a:lnTo>
                  <a:lnTo>
                    <a:pt x="56629" y="48590"/>
                  </a:lnTo>
                  <a:lnTo>
                    <a:pt x="53543" y="38811"/>
                  </a:lnTo>
                  <a:lnTo>
                    <a:pt x="53543" y="20053"/>
                  </a:lnTo>
                  <a:lnTo>
                    <a:pt x="63398" y="6032"/>
                  </a:lnTo>
                  <a:lnTo>
                    <a:pt x="68008" y="6032"/>
                  </a:lnTo>
                  <a:lnTo>
                    <a:pt x="77457" y="18821"/>
                  </a:lnTo>
                  <a:lnTo>
                    <a:pt x="77647" y="20053"/>
                  </a:lnTo>
                  <a:lnTo>
                    <a:pt x="77647" y="3721"/>
                  </a:lnTo>
                  <a:lnTo>
                    <a:pt x="68199" y="0"/>
                  </a:lnTo>
                  <a:lnTo>
                    <a:pt x="63207" y="0"/>
                  </a:lnTo>
                  <a:lnTo>
                    <a:pt x="46443" y="18122"/>
                  </a:lnTo>
                  <a:lnTo>
                    <a:pt x="46316" y="18821"/>
                  </a:lnTo>
                  <a:lnTo>
                    <a:pt x="46012" y="21056"/>
                  </a:lnTo>
                  <a:lnTo>
                    <a:pt x="46139" y="38582"/>
                  </a:lnTo>
                  <a:lnTo>
                    <a:pt x="46164" y="38811"/>
                  </a:lnTo>
                  <a:lnTo>
                    <a:pt x="62242" y="58978"/>
                  </a:lnTo>
                  <a:lnTo>
                    <a:pt x="68757" y="58978"/>
                  </a:lnTo>
                  <a:lnTo>
                    <a:pt x="79603" y="52908"/>
                  </a:lnTo>
                  <a:lnTo>
                    <a:pt x="79768" y="52717"/>
                  </a:lnTo>
                  <a:lnTo>
                    <a:pt x="82727" y="47472"/>
                  </a:lnTo>
                  <a:lnTo>
                    <a:pt x="83375" y="45732"/>
                  </a:lnTo>
                  <a:lnTo>
                    <a:pt x="84112" y="43268"/>
                  </a:lnTo>
                  <a:lnTo>
                    <a:pt x="84645" y="41148"/>
                  </a:lnTo>
                  <a:lnTo>
                    <a:pt x="84721" y="40703"/>
                  </a:lnTo>
                  <a:lnTo>
                    <a:pt x="85051" y="38811"/>
                  </a:lnTo>
                  <a:lnTo>
                    <a:pt x="85166" y="37807"/>
                  </a:lnTo>
                  <a:lnTo>
                    <a:pt x="85204" y="210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13536" y="4173065"/>
              <a:ext cx="85431" cy="10522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56769" y="4321224"/>
              <a:ext cx="65335" cy="72069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02383" y="1085812"/>
            <a:ext cx="820377" cy="117127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12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7346315" cy="6832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b="1" spc="-120" dirty="0">
                <a:latin typeface="Gill Sans MT"/>
                <a:cs typeface="Gill Sans MT"/>
              </a:rPr>
              <a:t>For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0" dirty="0">
                <a:latin typeface="Gill Sans MT"/>
                <a:cs typeface="Gill Sans MT"/>
              </a:rPr>
              <a:t>random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variable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50" dirty="0">
                <a:latin typeface="Gill Sans MT"/>
                <a:cs typeface="Gill Sans MT"/>
              </a:rPr>
              <a:t> normal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mean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50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 deviation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10,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what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is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observing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value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between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40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60</a:t>
            </a:r>
            <a:r>
              <a:rPr sz="1450" b="1" spc="-35" dirty="0">
                <a:latin typeface="Gill Sans MT"/>
                <a:cs typeface="Gill Sans MT"/>
              </a:rPr>
              <a:t> (within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1 </a:t>
            </a:r>
            <a:r>
              <a:rPr sz="1450" b="1" spc="-10" dirty="0">
                <a:latin typeface="Gill Sans MT"/>
                <a:cs typeface="Gill Sans MT"/>
              </a:rPr>
              <a:t>standard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deviation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mean)?</a:t>
            </a:r>
            <a:endParaRPr sz="145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15319" y="1304382"/>
            <a:ext cx="4019550" cy="2622550"/>
            <a:chOff x="2315319" y="1304382"/>
            <a:chExt cx="4019550" cy="2622550"/>
          </a:xfrm>
        </p:grpSpPr>
        <p:sp>
          <p:nvSpPr>
            <p:cNvPr id="4" name="object 4"/>
            <p:cNvSpPr/>
            <p:nvPr/>
          </p:nvSpPr>
          <p:spPr>
            <a:xfrm>
              <a:off x="2649177" y="3324299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49177" y="27781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9177" y="22319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49177" y="168573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646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9442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7242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038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2834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634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8430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62265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9177" y="359739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49177" y="3051199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49177" y="25050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49177" y="195883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49177" y="1412676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5441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3344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11401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8936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67324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4532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3284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16460" y="1418443"/>
              <a:ext cx="3345815" cy="2179320"/>
            </a:xfrm>
            <a:custGeom>
              <a:avLst/>
              <a:gdLst/>
              <a:ahLst/>
              <a:cxnLst/>
              <a:rect l="l" t="t" r="r" b="b"/>
              <a:pathLst>
                <a:path w="3345815" h="2179320">
                  <a:moveTo>
                    <a:pt x="3345804" y="2178955"/>
                  </a:moveTo>
                  <a:lnTo>
                    <a:pt x="0" y="2178955"/>
                  </a:lnTo>
                  <a:lnTo>
                    <a:pt x="0" y="2174192"/>
                  </a:lnTo>
                  <a:lnTo>
                    <a:pt x="33449" y="2172890"/>
                  </a:lnTo>
                  <a:lnTo>
                    <a:pt x="66935" y="2171253"/>
                  </a:lnTo>
                  <a:lnTo>
                    <a:pt x="133833" y="2166751"/>
                  </a:lnTo>
                  <a:lnTo>
                    <a:pt x="200769" y="2159979"/>
                  </a:lnTo>
                  <a:lnTo>
                    <a:pt x="267667" y="2150045"/>
                  </a:lnTo>
                  <a:lnTo>
                    <a:pt x="334602" y="2135720"/>
                  </a:lnTo>
                  <a:lnTo>
                    <a:pt x="401501" y="2115591"/>
                  </a:lnTo>
                  <a:lnTo>
                    <a:pt x="468399" y="2087909"/>
                  </a:lnTo>
                  <a:lnTo>
                    <a:pt x="535334" y="2050665"/>
                  </a:lnTo>
                  <a:lnTo>
                    <a:pt x="568783" y="2027783"/>
                  </a:lnTo>
                  <a:lnTo>
                    <a:pt x="602232" y="2001663"/>
                  </a:lnTo>
                  <a:lnTo>
                    <a:pt x="635719" y="1972084"/>
                  </a:lnTo>
                  <a:lnTo>
                    <a:pt x="669168" y="1938709"/>
                  </a:lnTo>
                  <a:lnTo>
                    <a:pt x="702617" y="1901353"/>
                  </a:lnTo>
                  <a:lnTo>
                    <a:pt x="736066" y="1859756"/>
                  </a:lnTo>
                  <a:lnTo>
                    <a:pt x="769552" y="1813731"/>
                  </a:lnTo>
                  <a:lnTo>
                    <a:pt x="803002" y="1763092"/>
                  </a:lnTo>
                  <a:lnTo>
                    <a:pt x="836451" y="1707728"/>
                  </a:lnTo>
                  <a:lnTo>
                    <a:pt x="869900" y="1647601"/>
                  </a:lnTo>
                  <a:lnTo>
                    <a:pt x="903386" y="1582786"/>
                  </a:lnTo>
                  <a:lnTo>
                    <a:pt x="936835" y="1513284"/>
                  </a:lnTo>
                  <a:lnTo>
                    <a:pt x="970284" y="1439316"/>
                  </a:lnTo>
                  <a:lnTo>
                    <a:pt x="1003734" y="1361181"/>
                  </a:lnTo>
                  <a:lnTo>
                    <a:pt x="1037220" y="1279177"/>
                  </a:lnTo>
                  <a:lnTo>
                    <a:pt x="1070669" y="1193787"/>
                  </a:lnTo>
                  <a:lnTo>
                    <a:pt x="1104118" y="1105606"/>
                  </a:lnTo>
                  <a:lnTo>
                    <a:pt x="1137567" y="1015193"/>
                  </a:lnTo>
                  <a:lnTo>
                    <a:pt x="1171054" y="923366"/>
                  </a:lnTo>
                  <a:lnTo>
                    <a:pt x="1237952" y="738745"/>
                  </a:lnTo>
                  <a:lnTo>
                    <a:pt x="1271401" y="647774"/>
                  </a:lnTo>
                  <a:lnTo>
                    <a:pt x="1304850" y="558998"/>
                  </a:lnTo>
                  <a:lnTo>
                    <a:pt x="1338336" y="473459"/>
                  </a:lnTo>
                  <a:lnTo>
                    <a:pt x="1371785" y="392199"/>
                  </a:lnTo>
                  <a:lnTo>
                    <a:pt x="1405235" y="316222"/>
                  </a:lnTo>
                  <a:lnTo>
                    <a:pt x="1438684" y="246496"/>
                  </a:lnTo>
                  <a:lnTo>
                    <a:pt x="1472170" y="183951"/>
                  </a:lnTo>
                  <a:lnTo>
                    <a:pt x="1505619" y="129443"/>
                  </a:lnTo>
                  <a:lnTo>
                    <a:pt x="1539068" y="83753"/>
                  </a:lnTo>
                  <a:lnTo>
                    <a:pt x="1572517" y="47513"/>
                  </a:lnTo>
                  <a:lnTo>
                    <a:pt x="1606004" y="21245"/>
                  </a:lnTo>
                  <a:lnTo>
                    <a:pt x="1672902" y="0"/>
                  </a:lnTo>
                  <a:lnTo>
                    <a:pt x="1706351" y="5320"/>
                  </a:lnTo>
                  <a:lnTo>
                    <a:pt x="1773286" y="47513"/>
                  </a:lnTo>
                  <a:lnTo>
                    <a:pt x="1806736" y="83753"/>
                  </a:lnTo>
                  <a:lnTo>
                    <a:pt x="1840185" y="129443"/>
                  </a:lnTo>
                  <a:lnTo>
                    <a:pt x="1873671" y="183951"/>
                  </a:lnTo>
                  <a:lnTo>
                    <a:pt x="1907120" y="246496"/>
                  </a:lnTo>
                  <a:lnTo>
                    <a:pt x="1940569" y="316222"/>
                  </a:lnTo>
                  <a:lnTo>
                    <a:pt x="1974018" y="392199"/>
                  </a:lnTo>
                  <a:lnTo>
                    <a:pt x="2007468" y="473459"/>
                  </a:lnTo>
                  <a:lnTo>
                    <a:pt x="2040954" y="558998"/>
                  </a:lnTo>
                  <a:lnTo>
                    <a:pt x="2074403" y="647774"/>
                  </a:lnTo>
                  <a:lnTo>
                    <a:pt x="2107852" y="738745"/>
                  </a:lnTo>
                  <a:lnTo>
                    <a:pt x="2174788" y="923366"/>
                  </a:lnTo>
                  <a:lnTo>
                    <a:pt x="2208237" y="1015193"/>
                  </a:lnTo>
                  <a:lnTo>
                    <a:pt x="2241686" y="1105606"/>
                  </a:lnTo>
                  <a:lnTo>
                    <a:pt x="2275135" y="1193787"/>
                  </a:lnTo>
                  <a:lnTo>
                    <a:pt x="2308621" y="1279177"/>
                  </a:lnTo>
                  <a:lnTo>
                    <a:pt x="2342070" y="1361181"/>
                  </a:lnTo>
                  <a:lnTo>
                    <a:pt x="2375519" y="1439316"/>
                  </a:lnTo>
                  <a:lnTo>
                    <a:pt x="2408969" y="1513284"/>
                  </a:lnTo>
                  <a:lnTo>
                    <a:pt x="2442455" y="1582786"/>
                  </a:lnTo>
                  <a:lnTo>
                    <a:pt x="2475904" y="1647601"/>
                  </a:lnTo>
                  <a:lnTo>
                    <a:pt x="2509353" y="1707728"/>
                  </a:lnTo>
                  <a:lnTo>
                    <a:pt x="2542802" y="1763092"/>
                  </a:lnTo>
                  <a:lnTo>
                    <a:pt x="2576289" y="1813731"/>
                  </a:lnTo>
                  <a:lnTo>
                    <a:pt x="2609738" y="1859756"/>
                  </a:lnTo>
                  <a:lnTo>
                    <a:pt x="2643187" y="1901353"/>
                  </a:lnTo>
                  <a:lnTo>
                    <a:pt x="2676636" y="1938709"/>
                  </a:lnTo>
                  <a:lnTo>
                    <a:pt x="2710122" y="1972084"/>
                  </a:lnTo>
                  <a:lnTo>
                    <a:pt x="2743571" y="2001663"/>
                  </a:lnTo>
                  <a:lnTo>
                    <a:pt x="2777020" y="2027783"/>
                  </a:lnTo>
                  <a:lnTo>
                    <a:pt x="2810470" y="2050665"/>
                  </a:lnTo>
                  <a:lnTo>
                    <a:pt x="2843919" y="2070608"/>
                  </a:lnTo>
                  <a:lnTo>
                    <a:pt x="2910854" y="2102829"/>
                  </a:lnTo>
                  <a:lnTo>
                    <a:pt x="2977752" y="2126493"/>
                  </a:lnTo>
                  <a:lnTo>
                    <a:pt x="3044688" y="2143496"/>
                  </a:lnTo>
                  <a:lnTo>
                    <a:pt x="3111586" y="2155477"/>
                  </a:lnTo>
                  <a:lnTo>
                    <a:pt x="3178522" y="2163700"/>
                  </a:lnTo>
                  <a:lnTo>
                    <a:pt x="3245420" y="2169244"/>
                  </a:lnTo>
                  <a:lnTo>
                    <a:pt x="3312355" y="2172890"/>
                  </a:lnTo>
                  <a:lnTo>
                    <a:pt x="3345804" y="2174192"/>
                  </a:lnTo>
                  <a:lnTo>
                    <a:pt x="3345804" y="2178955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6453" y="2275814"/>
              <a:ext cx="3345815" cy="1322070"/>
            </a:xfrm>
            <a:custGeom>
              <a:avLst/>
              <a:gdLst/>
              <a:ahLst/>
              <a:cxnLst/>
              <a:rect l="l" t="t" r="r" b="b"/>
              <a:pathLst>
                <a:path w="3345815" h="1322070">
                  <a:moveTo>
                    <a:pt x="1194943" y="0"/>
                  </a:moveTo>
                  <a:lnTo>
                    <a:pt x="1135189" y="164338"/>
                  </a:lnTo>
                  <a:lnTo>
                    <a:pt x="1099362" y="260972"/>
                  </a:lnTo>
                  <a:lnTo>
                    <a:pt x="1075436" y="323989"/>
                  </a:lnTo>
                  <a:lnTo>
                    <a:pt x="1051547" y="385610"/>
                  </a:lnTo>
                  <a:lnTo>
                    <a:pt x="1027658" y="445592"/>
                  </a:lnTo>
                  <a:lnTo>
                    <a:pt x="1003731" y="503821"/>
                  </a:lnTo>
                  <a:lnTo>
                    <a:pt x="979843" y="560031"/>
                  </a:lnTo>
                  <a:lnTo>
                    <a:pt x="955954" y="614172"/>
                  </a:lnTo>
                  <a:lnTo>
                    <a:pt x="932040" y="666115"/>
                  </a:lnTo>
                  <a:lnTo>
                    <a:pt x="908151" y="715746"/>
                  </a:lnTo>
                  <a:lnTo>
                    <a:pt x="884262" y="763041"/>
                  </a:lnTo>
                  <a:lnTo>
                    <a:pt x="860336" y="807910"/>
                  </a:lnTo>
                  <a:lnTo>
                    <a:pt x="836447" y="850366"/>
                  </a:lnTo>
                  <a:lnTo>
                    <a:pt x="812558" y="890397"/>
                  </a:lnTo>
                  <a:lnTo>
                    <a:pt x="788644" y="927976"/>
                  </a:lnTo>
                  <a:lnTo>
                    <a:pt x="764755" y="963218"/>
                  </a:lnTo>
                  <a:lnTo>
                    <a:pt x="740867" y="996099"/>
                  </a:lnTo>
                  <a:lnTo>
                    <a:pt x="716978" y="1026693"/>
                  </a:lnTo>
                  <a:lnTo>
                    <a:pt x="681113" y="1068514"/>
                  </a:lnTo>
                  <a:lnTo>
                    <a:pt x="645287" y="1105560"/>
                  </a:lnTo>
                  <a:lnTo>
                    <a:pt x="609409" y="1138275"/>
                  </a:lnTo>
                  <a:lnTo>
                    <a:pt x="573582" y="1166888"/>
                  </a:lnTo>
                  <a:lnTo>
                    <a:pt x="537718" y="1191742"/>
                  </a:lnTo>
                  <a:lnTo>
                    <a:pt x="501891" y="1213243"/>
                  </a:lnTo>
                  <a:lnTo>
                    <a:pt x="466013" y="1231696"/>
                  </a:lnTo>
                  <a:lnTo>
                    <a:pt x="430187" y="1247394"/>
                  </a:lnTo>
                  <a:lnTo>
                    <a:pt x="394322" y="1260716"/>
                  </a:lnTo>
                  <a:lnTo>
                    <a:pt x="334606" y="1278356"/>
                  </a:lnTo>
                  <a:lnTo>
                    <a:pt x="286791" y="1289075"/>
                  </a:lnTo>
                  <a:lnTo>
                    <a:pt x="238975" y="1297406"/>
                  </a:lnTo>
                  <a:lnTo>
                    <a:pt x="191211" y="1303769"/>
                  </a:lnTo>
                  <a:lnTo>
                    <a:pt x="143395" y="1308569"/>
                  </a:lnTo>
                  <a:lnTo>
                    <a:pt x="59753" y="1314259"/>
                  </a:lnTo>
                  <a:lnTo>
                    <a:pt x="0" y="1316824"/>
                  </a:lnTo>
                  <a:lnTo>
                    <a:pt x="0" y="1321587"/>
                  </a:lnTo>
                  <a:lnTo>
                    <a:pt x="1194943" y="1321587"/>
                  </a:lnTo>
                  <a:lnTo>
                    <a:pt x="1194943" y="0"/>
                  </a:lnTo>
                  <a:close/>
                </a:path>
                <a:path w="3345815" h="1322070">
                  <a:moveTo>
                    <a:pt x="3345802" y="1316824"/>
                  </a:moveTo>
                  <a:lnTo>
                    <a:pt x="3286048" y="1314259"/>
                  </a:lnTo>
                  <a:lnTo>
                    <a:pt x="3238271" y="1311402"/>
                  </a:lnTo>
                  <a:lnTo>
                    <a:pt x="3190468" y="1307490"/>
                  </a:lnTo>
                  <a:lnTo>
                    <a:pt x="3118764" y="1299159"/>
                  </a:lnTo>
                  <a:lnTo>
                    <a:pt x="3070961" y="1291374"/>
                  </a:lnTo>
                  <a:lnTo>
                    <a:pt x="3023184" y="1281290"/>
                  </a:lnTo>
                  <a:lnTo>
                    <a:pt x="2975368" y="1268425"/>
                  </a:lnTo>
                  <a:lnTo>
                    <a:pt x="2927604" y="1252093"/>
                  </a:lnTo>
                  <a:lnTo>
                    <a:pt x="2891726" y="1237208"/>
                  </a:lnTo>
                  <a:lnTo>
                    <a:pt x="2855899" y="1219720"/>
                  </a:lnTo>
                  <a:lnTo>
                    <a:pt x="2820035" y="1199286"/>
                  </a:lnTo>
                  <a:lnTo>
                    <a:pt x="2784208" y="1175550"/>
                  </a:lnTo>
                  <a:lnTo>
                    <a:pt x="2748330" y="1148245"/>
                  </a:lnTo>
                  <a:lnTo>
                    <a:pt x="2712504" y="1116952"/>
                  </a:lnTo>
                  <a:lnTo>
                    <a:pt x="2676639" y="1081341"/>
                  </a:lnTo>
                  <a:lnTo>
                    <a:pt x="2640812" y="1041158"/>
                  </a:lnTo>
                  <a:lnTo>
                    <a:pt x="2604935" y="996099"/>
                  </a:lnTo>
                  <a:lnTo>
                    <a:pt x="2581046" y="963218"/>
                  </a:lnTo>
                  <a:lnTo>
                    <a:pt x="2557170" y="927976"/>
                  </a:lnTo>
                  <a:lnTo>
                    <a:pt x="2533243" y="890397"/>
                  </a:lnTo>
                  <a:lnTo>
                    <a:pt x="2509355" y="850366"/>
                  </a:lnTo>
                  <a:lnTo>
                    <a:pt x="2485466" y="807910"/>
                  </a:lnTo>
                  <a:lnTo>
                    <a:pt x="2461539" y="763041"/>
                  </a:lnTo>
                  <a:lnTo>
                    <a:pt x="2437650" y="715746"/>
                  </a:lnTo>
                  <a:lnTo>
                    <a:pt x="2413774" y="666115"/>
                  </a:lnTo>
                  <a:lnTo>
                    <a:pt x="2377897" y="587387"/>
                  </a:lnTo>
                  <a:lnTo>
                    <a:pt x="2342070" y="503821"/>
                  </a:lnTo>
                  <a:lnTo>
                    <a:pt x="2306205" y="415823"/>
                  </a:lnTo>
                  <a:lnTo>
                    <a:pt x="2270379" y="323989"/>
                  </a:lnTo>
                  <a:lnTo>
                    <a:pt x="2234501" y="229006"/>
                  </a:lnTo>
                  <a:lnTo>
                    <a:pt x="2210612" y="164338"/>
                  </a:lnTo>
                  <a:lnTo>
                    <a:pt x="2150859" y="0"/>
                  </a:lnTo>
                  <a:lnTo>
                    <a:pt x="2150859" y="1321587"/>
                  </a:lnTo>
                  <a:lnTo>
                    <a:pt x="3345802" y="1321587"/>
                  </a:lnTo>
                  <a:lnTo>
                    <a:pt x="3345802" y="131682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49177" y="1309464"/>
              <a:ext cx="3680460" cy="2397125"/>
            </a:xfrm>
            <a:custGeom>
              <a:avLst/>
              <a:gdLst/>
              <a:ahLst/>
              <a:cxnLst/>
              <a:rect l="l" t="t" r="r" b="b"/>
              <a:pathLst>
                <a:path w="3680460" h="2397125">
                  <a:moveTo>
                    <a:pt x="0" y="2396876"/>
                  </a:moveTo>
                  <a:lnTo>
                    <a:pt x="3680370" y="2396876"/>
                  </a:lnTo>
                  <a:lnTo>
                    <a:pt x="3680370" y="0"/>
                  </a:lnTo>
                  <a:lnTo>
                    <a:pt x="0" y="0"/>
                  </a:lnTo>
                  <a:lnTo>
                    <a:pt x="0" y="23968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785" y="3567819"/>
              <a:ext cx="155910" cy="592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786" y="3021731"/>
              <a:ext cx="155306" cy="588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2786" y="1929147"/>
              <a:ext cx="155715" cy="593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786" y="1383096"/>
              <a:ext cx="156943" cy="5897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23095" y="1412676"/>
              <a:ext cx="2822575" cy="2320290"/>
            </a:xfrm>
            <a:custGeom>
              <a:avLst/>
              <a:gdLst/>
              <a:ahLst/>
              <a:cxnLst/>
              <a:rect l="l" t="t" r="r" b="b"/>
              <a:pathLst>
                <a:path w="2822575" h="2320290">
                  <a:moveTo>
                    <a:pt x="0" y="2184722"/>
                  </a:moveTo>
                  <a:lnTo>
                    <a:pt x="26082" y="2184722"/>
                  </a:lnTo>
                </a:path>
                <a:path w="2822575" h="2320290">
                  <a:moveTo>
                    <a:pt x="0" y="1638523"/>
                  </a:moveTo>
                  <a:lnTo>
                    <a:pt x="26082" y="1638523"/>
                  </a:lnTo>
                </a:path>
                <a:path w="2822575" h="2320290">
                  <a:moveTo>
                    <a:pt x="0" y="1092361"/>
                  </a:moveTo>
                  <a:lnTo>
                    <a:pt x="26082" y="1092361"/>
                  </a:lnTo>
                </a:path>
                <a:path w="2822575" h="2320290">
                  <a:moveTo>
                    <a:pt x="0" y="546161"/>
                  </a:moveTo>
                  <a:lnTo>
                    <a:pt x="26082" y="546161"/>
                  </a:lnTo>
                </a:path>
                <a:path w="2822575" h="2320290">
                  <a:moveTo>
                    <a:pt x="0" y="0"/>
                  </a:moveTo>
                  <a:lnTo>
                    <a:pt x="26082" y="0"/>
                  </a:lnTo>
                </a:path>
                <a:path w="2822575" h="2320290">
                  <a:moveTo>
                    <a:pt x="432345" y="2319783"/>
                  </a:moveTo>
                  <a:lnTo>
                    <a:pt x="432345" y="2293664"/>
                  </a:lnTo>
                </a:path>
                <a:path w="2822575" h="2320290">
                  <a:moveTo>
                    <a:pt x="910344" y="2319783"/>
                  </a:moveTo>
                  <a:lnTo>
                    <a:pt x="910344" y="2293664"/>
                  </a:lnTo>
                </a:path>
                <a:path w="2822575" h="2320290">
                  <a:moveTo>
                    <a:pt x="1388305" y="2319783"/>
                  </a:moveTo>
                  <a:lnTo>
                    <a:pt x="1388305" y="2293664"/>
                  </a:lnTo>
                </a:path>
                <a:path w="2822575" h="2320290">
                  <a:moveTo>
                    <a:pt x="1866267" y="2319783"/>
                  </a:moveTo>
                  <a:lnTo>
                    <a:pt x="1866267" y="2293664"/>
                  </a:lnTo>
                </a:path>
                <a:path w="2822575" h="2320290">
                  <a:moveTo>
                    <a:pt x="2822227" y="2319783"/>
                  </a:moveTo>
                  <a:lnTo>
                    <a:pt x="2822227" y="2293664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13062" y="3752481"/>
              <a:ext cx="1519555" cy="59690"/>
            </a:xfrm>
            <a:custGeom>
              <a:avLst/>
              <a:gdLst/>
              <a:ahLst/>
              <a:cxnLst/>
              <a:rect l="l" t="t" r="r" b="b"/>
              <a:pathLst>
                <a:path w="1519554" h="59689">
                  <a:moveTo>
                    <a:pt x="38163" y="52235"/>
                  </a:moveTo>
                  <a:lnTo>
                    <a:pt x="8064" y="52235"/>
                  </a:lnTo>
                  <a:lnTo>
                    <a:pt x="9258" y="49974"/>
                  </a:lnTo>
                  <a:lnTo>
                    <a:pt x="10820" y="47777"/>
                  </a:lnTo>
                  <a:lnTo>
                    <a:pt x="15697" y="42710"/>
                  </a:lnTo>
                  <a:lnTo>
                    <a:pt x="24625" y="35242"/>
                  </a:lnTo>
                  <a:lnTo>
                    <a:pt x="31546" y="28651"/>
                  </a:lnTo>
                  <a:lnTo>
                    <a:pt x="34404" y="24853"/>
                  </a:lnTo>
                  <a:lnTo>
                    <a:pt x="36423" y="20802"/>
                  </a:lnTo>
                  <a:lnTo>
                    <a:pt x="36753" y="19723"/>
                  </a:lnTo>
                  <a:lnTo>
                    <a:pt x="37236" y="16929"/>
                  </a:lnTo>
                  <a:lnTo>
                    <a:pt x="37160" y="13550"/>
                  </a:lnTo>
                  <a:lnTo>
                    <a:pt x="18300" y="0"/>
                  </a:lnTo>
                  <a:lnTo>
                    <a:pt x="14287" y="406"/>
                  </a:lnTo>
                  <a:lnTo>
                    <a:pt x="292" y="15113"/>
                  </a:lnTo>
                  <a:lnTo>
                    <a:pt x="7848" y="15773"/>
                  </a:lnTo>
                  <a:lnTo>
                    <a:pt x="8293" y="13512"/>
                  </a:lnTo>
                  <a:lnTo>
                    <a:pt x="9258" y="11201"/>
                  </a:lnTo>
                  <a:lnTo>
                    <a:pt x="19189" y="6032"/>
                  </a:lnTo>
                  <a:lnTo>
                    <a:pt x="21869" y="6286"/>
                  </a:lnTo>
                  <a:lnTo>
                    <a:pt x="29641" y="17411"/>
                  </a:lnTo>
                  <a:lnTo>
                    <a:pt x="28905" y="20612"/>
                  </a:lnTo>
                  <a:lnTo>
                    <a:pt x="27381" y="23444"/>
                  </a:lnTo>
                  <a:lnTo>
                    <a:pt x="25781" y="25603"/>
                  </a:lnTo>
                  <a:lnTo>
                    <a:pt x="23317" y="28168"/>
                  </a:lnTo>
                  <a:lnTo>
                    <a:pt x="14020" y="35941"/>
                  </a:lnTo>
                  <a:lnTo>
                    <a:pt x="8140" y="41376"/>
                  </a:lnTo>
                  <a:lnTo>
                    <a:pt x="5651" y="44170"/>
                  </a:lnTo>
                  <a:lnTo>
                    <a:pt x="3340" y="47180"/>
                  </a:lnTo>
                  <a:lnTo>
                    <a:pt x="1778" y="49669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163" y="58534"/>
                  </a:lnTo>
                  <a:lnTo>
                    <a:pt x="38163" y="52235"/>
                  </a:lnTo>
                  <a:close/>
                </a:path>
                <a:path w="1519554" h="59689">
                  <a:moveTo>
                    <a:pt x="85280" y="21170"/>
                  </a:moveTo>
                  <a:lnTo>
                    <a:pt x="77724" y="3835"/>
                  </a:lnTo>
                  <a:lnTo>
                    <a:pt x="77724" y="20167"/>
                  </a:lnTo>
                  <a:lnTo>
                    <a:pt x="77635" y="38925"/>
                  </a:lnTo>
                  <a:lnTo>
                    <a:pt x="68414" y="53022"/>
                  </a:lnTo>
                  <a:lnTo>
                    <a:pt x="62839" y="53022"/>
                  </a:lnTo>
                  <a:lnTo>
                    <a:pt x="55511" y="46329"/>
                  </a:lnTo>
                  <a:lnTo>
                    <a:pt x="55206" y="45656"/>
                  </a:lnTo>
                  <a:lnTo>
                    <a:pt x="54724" y="44208"/>
                  </a:lnTo>
                  <a:lnTo>
                    <a:pt x="54267" y="42532"/>
                  </a:lnTo>
                  <a:lnTo>
                    <a:pt x="54000" y="41262"/>
                  </a:lnTo>
                  <a:lnTo>
                    <a:pt x="54038" y="17640"/>
                  </a:lnTo>
                  <a:lnTo>
                    <a:pt x="63474" y="6146"/>
                  </a:lnTo>
                  <a:lnTo>
                    <a:pt x="68084" y="6146"/>
                  </a:lnTo>
                  <a:lnTo>
                    <a:pt x="76009" y="13068"/>
                  </a:lnTo>
                  <a:lnTo>
                    <a:pt x="76415" y="14135"/>
                  </a:lnTo>
                  <a:lnTo>
                    <a:pt x="76860" y="15671"/>
                  </a:lnTo>
                  <a:lnTo>
                    <a:pt x="77419" y="18237"/>
                  </a:lnTo>
                  <a:lnTo>
                    <a:pt x="77533" y="18935"/>
                  </a:lnTo>
                  <a:lnTo>
                    <a:pt x="77571" y="19202"/>
                  </a:lnTo>
                  <a:lnTo>
                    <a:pt x="77724" y="20167"/>
                  </a:lnTo>
                  <a:lnTo>
                    <a:pt x="77724" y="3835"/>
                  </a:lnTo>
                  <a:lnTo>
                    <a:pt x="68262" y="114"/>
                  </a:lnTo>
                  <a:lnTo>
                    <a:pt x="63284" y="114"/>
                  </a:lnTo>
                  <a:lnTo>
                    <a:pt x="47066" y="15671"/>
                  </a:lnTo>
                  <a:lnTo>
                    <a:pt x="46875" y="16408"/>
                  </a:lnTo>
                  <a:lnTo>
                    <a:pt x="46088" y="21170"/>
                  </a:lnTo>
                  <a:lnTo>
                    <a:pt x="46202" y="38696"/>
                  </a:lnTo>
                  <a:lnTo>
                    <a:pt x="46240" y="38925"/>
                  </a:lnTo>
                  <a:lnTo>
                    <a:pt x="46393" y="40043"/>
                  </a:lnTo>
                  <a:lnTo>
                    <a:pt x="62318" y="59093"/>
                  </a:lnTo>
                  <a:lnTo>
                    <a:pt x="68859" y="59093"/>
                  </a:lnTo>
                  <a:lnTo>
                    <a:pt x="79679" y="53022"/>
                  </a:lnTo>
                  <a:lnTo>
                    <a:pt x="79844" y="52832"/>
                  </a:lnTo>
                  <a:lnTo>
                    <a:pt x="85242" y="37922"/>
                  </a:lnTo>
                  <a:lnTo>
                    <a:pt x="85280" y="21170"/>
                  </a:lnTo>
                  <a:close/>
                </a:path>
                <a:path w="1519554" h="59689">
                  <a:moveTo>
                    <a:pt x="516686" y="42608"/>
                  </a:moveTo>
                  <a:lnTo>
                    <a:pt x="502996" y="29095"/>
                  </a:lnTo>
                  <a:lnTo>
                    <a:pt x="502996" y="28917"/>
                  </a:lnTo>
                  <a:lnTo>
                    <a:pt x="515048" y="16256"/>
                  </a:lnTo>
                  <a:lnTo>
                    <a:pt x="515010" y="13995"/>
                  </a:lnTo>
                  <a:lnTo>
                    <a:pt x="498640" y="38"/>
                  </a:lnTo>
                  <a:lnTo>
                    <a:pt x="494626" y="76"/>
                  </a:lnTo>
                  <a:lnTo>
                    <a:pt x="477913" y="14998"/>
                  </a:lnTo>
                  <a:lnTo>
                    <a:pt x="485317" y="15595"/>
                  </a:lnTo>
                  <a:lnTo>
                    <a:pt x="485432" y="14693"/>
                  </a:lnTo>
                  <a:lnTo>
                    <a:pt x="485838" y="13030"/>
                  </a:lnTo>
                  <a:lnTo>
                    <a:pt x="496709" y="6032"/>
                  </a:lnTo>
                  <a:lnTo>
                    <a:pt x="498754" y="6146"/>
                  </a:lnTo>
                  <a:lnTo>
                    <a:pt x="507492" y="16040"/>
                  </a:lnTo>
                  <a:lnTo>
                    <a:pt x="507314" y="18275"/>
                  </a:lnTo>
                  <a:lnTo>
                    <a:pt x="490753" y="25971"/>
                  </a:lnTo>
                  <a:lnTo>
                    <a:pt x="490753" y="32372"/>
                  </a:lnTo>
                  <a:lnTo>
                    <a:pt x="495782" y="32372"/>
                  </a:lnTo>
                  <a:lnTo>
                    <a:pt x="500468" y="32893"/>
                  </a:lnTo>
                  <a:lnTo>
                    <a:pt x="508990" y="43383"/>
                  </a:lnTo>
                  <a:lnTo>
                    <a:pt x="508508" y="46253"/>
                  </a:lnTo>
                  <a:lnTo>
                    <a:pt x="497116" y="53251"/>
                  </a:lnTo>
                  <a:lnTo>
                    <a:pt x="494804" y="53136"/>
                  </a:lnTo>
                  <a:lnTo>
                    <a:pt x="484543" y="43014"/>
                  </a:lnTo>
                  <a:lnTo>
                    <a:pt x="476910" y="43688"/>
                  </a:lnTo>
                  <a:lnTo>
                    <a:pt x="495033" y="59270"/>
                  </a:lnTo>
                  <a:lnTo>
                    <a:pt x="499833" y="59232"/>
                  </a:lnTo>
                  <a:lnTo>
                    <a:pt x="516356" y="46367"/>
                  </a:lnTo>
                  <a:lnTo>
                    <a:pt x="516686" y="42608"/>
                  </a:lnTo>
                  <a:close/>
                </a:path>
                <a:path w="1519554" h="59689">
                  <a:moveTo>
                    <a:pt x="563232" y="21170"/>
                  </a:moveTo>
                  <a:lnTo>
                    <a:pt x="555675" y="3822"/>
                  </a:lnTo>
                  <a:lnTo>
                    <a:pt x="555675" y="20167"/>
                  </a:lnTo>
                  <a:lnTo>
                    <a:pt x="555637" y="38925"/>
                  </a:lnTo>
                  <a:lnTo>
                    <a:pt x="553707" y="46329"/>
                  </a:lnTo>
                  <a:lnTo>
                    <a:pt x="553453" y="46990"/>
                  </a:lnTo>
                  <a:lnTo>
                    <a:pt x="546417" y="53022"/>
                  </a:lnTo>
                  <a:lnTo>
                    <a:pt x="540829" y="53022"/>
                  </a:lnTo>
                  <a:lnTo>
                    <a:pt x="531787" y="40043"/>
                  </a:lnTo>
                  <a:lnTo>
                    <a:pt x="531761" y="39890"/>
                  </a:lnTo>
                  <a:lnTo>
                    <a:pt x="531609" y="38925"/>
                  </a:lnTo>
                  <a:lnTo>
                    <a:pt x="531609" y="20167"/>
                  </a:lnTo>
                  <a:lnTo>
                    <a:pt x="540346" y="6362"/>
                  </a:lnTo>
                  <a:lnTo>
                    <a:pt x="547128" y="6362"/>
                  </a:lnTo>
                  <a:lnTo>
                    <a:pt x="555675" y="20167"/>
                  </a:lnTo>
                  <a:lnTo>
                    <a:pt x="555675" y="3822"/>
                  </a:lnTo>
                  <a:lnTo>
                    <a:pt x="548576" y="482"/>
                  </a:lnTo>
                  <a:lnTo>
                    <a:pt x="548830" y="482"/>
                  </a:lnTo>
                  <a:lnTo>
                    <a:pt x="546227" y="114"/>
                  </a:lnTo>
                  <a:lnTo>
                    <a:pt x="541210" y="114"/>
                  </a:lnTo>
                  <a:lnTo>
                    <a:pt x="538607" y="482"/>
                  </a:lnTo>
                  <a:lnTo>
                    <a:pt x="538822" y="482"/>
                  </a:lnTo>
                  <a:lnTo>
                    <a:pt x="538048" y="673"/>
                  </a:lnTo>
                  <a:lnTo>
                    <a:pt x="524179" y="20167"/>
                  </a:lnTo>
                  <a:lnTo>
                    <a:pt x="524192" y="38925"/>
                  </a:lnTo>
                  <a:lnTo>
                    <a:pt x="540283" y="59093"/>
                  </a:lnTo>
                  <a:lnTo>
                    <a:pt x="546823" y="59093"/>
                  </a:lnTo>
                  <a:lnTo>
                    <a:pt x="563118" y="38696"/>
                  </a:lnTo>
                  <a:lnTo>
                    <a:pt x="563232" y="21170"/>
                  </a:lnTo>
                  <a:close/>
                </a:path>
                <a:path w="1519554" h="59689">
                  <a:moveTo>
                    <a:pt x="995883" y="39662"/>
                  </a:moveTo>
                  <a:lnTo>
                    <a:pt x="987767" y="39662"/>
                  </a:lnTo>
                  <a:lnTo>
                    <a:pt x="987767" y="9156"/>
                  </a:lnTo>
                  <a:lnTo>
                    <a:pt x="987767" y="863"/>
                  </a:lnTo>
                  <a:lnTo>
                    <a:pt x="980808" y="863"/>
                  </a:lnTo>
                  <a:lnTo>
                    <a:pt x="980808" y="9309"/>
                  </a:lnTo>
                  <a:lnTo>
                    <a:pt x="980808" y="39662"/>
                  </a:lnTo>
                  <a:lnTo>
                    <a:pt x="960424" y="39662"/>
                  </a:lnTo>
                  <a:lnTo>
                    <a:pt x="960526" y="39522"/>
                  </a:lnTo>
                  <a:lnTo>
                    <a:pt x="960640" y="39370"/>
                  </a:lnTo>
                  <a:lnTo>
                    <a:pt x="960869" y="39141"/>
                  </a:lnTo>
                  <a:lnTo>
                    <a:pt x="961834" y="37884"/>
                  </a:lnTo>
                  <a:lnTo>
                    <a:pt x="962990" y="36283"/>
                  </a:lnTo>
                  <a:lnTo>
                    <a:pt x="963091" y="36093"/>
                  </a:lnTo>
                  <a:lnTo>
                    <a:pt x="963206" y="35941"/>
                  </a:lnTo>
                  <a:lnTo>
                    <a:pt x="963282" y="35801"/>
                  </a:lnTo>
                  <a:lnTo>
                    <a:pt x="978496" y="13360"/>
                  </a:lnTo>
                  <a:lnTo>
                    <a:pt x="978801" y="12801"/>
                  </a:lnTo>
                  <a:lnTo>
                    <a:pt x="978916" y="12649"/>
                  </a:lnTo>
                  <a:lnTo>
                    <a:pt x="978979" y="12509"/>
                  </a:lnTo>
                  <a:lnTo>
                    <a:pt x="979055" y="12319"/>
                  </a:lnTo>
                  <a:lnTo>
                    <a:pt x="979170" y="12166"/>
                  </a:lnTo>
                  <a:lnTo>
                    <a:pt x="979322" y="11874"/>
                  </a:lnTo>
                  <a:lnTo>
                    <a:pt x="979436" y="11722"/>
                  </a:lnTo>
                  <a:lnTo>
                    <a:pt x="979728" y="11125"/>
                  </a:lnTo>
                  <a:lnTo>
                    <a:pt x="979919" y="10871"/>
                  </a:lnTo>
                  <a:lnTo>
                    <a:pt x="980211" y="10350"/>
                  </a:lnTo>
                  <a:lnTo>
                    <a:pt x="980249" y="10198"/>
                  </a:lnTo>
                  <a:lnTo>
                    <a:pt x="980478" y="9867"/>
                  </a:lnTo>
                  <a:lnTo>
                    <a:pt x="980579" y="9639"/>
                  </a:lnTo>
                  <a:lnTo>
                    <a:pt x="980655" y="9448"/>
                  </a:lnTo>
                  <a:lnTo>
                    <a:pt x="980808" y="9309"/>
                  </a:lnTo>
                  <a:lnTo>
                    <a:pt x="980808" y="863"/>
                  </a:lnTo>
                  <a:lnTo>
                    <a:pt x="980020" y="863"/>
                  </a:lnTo>
                  <a:lnTo>
                    <a:pt x="953693" y="39662"/>
                  </a:lnTo>
                  <a:lnTo>
                    <a:pt x="953643" y="45466"/>
                  </a:lnTo>
                  <a:lnTo>
                    <a:pt x="980808" y="45466"/>
                  </a:lnTo>
                  <a:lnTo>
                    <a:pt x="980808" y="58534"/>
                  </a:lnTo>
                  <a:lnTo>
                    <a:pt x="987767" y="58534"/>
                  </a:lnTo>
                  <a:lnTo>
                    <a:pt x="987767" y="45466"/>
                  </a:lnTo>
                  <a:lnTo>
                    <a:pt x="995883" y="45466"/>
                  </a:lnTo>
                  <a:lnTo>
                    <a:pt x="995883" y="39662"/>
                  </a:lnTo>
                  <a:close/>
                </a:path>
                <a:path w="1519554" h="59689">
                  <a:moveTo>
                    <a:pt x="1041107" y="20167"/>
                  </a:moveTo>
                  <a:lnTo>
                    <a:pt x="1033792" y="3962"/>
                  </a:lnTo>
                  <a:lnTo>
                    <a:pt x="1033792" y="21170"/>
                  </a:lnTo>
                  <a:lnTo>
                    <a:pt x="1033754" y="37922"/>
                  </a:lnTo>
                  <a:lnTo>
                    <a:pt x="1033627" y="38735"/>
                  </a:lnTo>
                  <a:lnTo>
                    <a:pt x="1033602" y="38925"/>
                  </a:lnTo>
                  <a:lnTo>
                    <a:pt x="1033462" y="39890"/>
                  </a:lnTo>
                  <a:lnTo>
                    <a:pt x="1024382" y="53022"/>
                  </a:lnTo>
                  <a:lnTo>
                    <a:pt x="1024699" y="53022"/>
                  </a:lnTo>
                  <a:lnTo>
                    <a:pt x="1022743" y="53289"/>
                  </a:lnTo>
                  <a:lnTo>
                    <a:pt x="1020432" y="53289"/>
                  </a:lnTo>
                  <a:lnTo>
                    <a:pt x="1018476" y="53022"/>
                  </a:lnTo>
                  <a:lnTo>
                    <a:pt x="1018794" y="53022"/>
                  </a:lnTo>
                  <a:lnTo>
                    <a:pt x="1017231" y="52578"/>
                  </a:lnTo>
                  <a:lnTo>
                    <a:pt x="1009573" y="38925"/>
                  </a:lnTo>
                  <a:lnTo>
                    <a:pt x="1009573" y="20167"/>
                  </a:lnTo>
                  <a:lnTo>
                    <a:pt x="1018311" y="6362"/>
                  </a:lnTo>
                  <a:lnTo>
                    <a:pt x="1025080" y="6362"/>
                  </a:lnTo>
                  <a:lnTo>
                    <a:pt x="1033348" y="18237"/>
                  </a:lnTo>
                  <a:lnTo>
                    <a:pt x="1033526" y="19164"/>
                  </a:lnTo>
                  <a:lnTo>
                    <a:pt x="1033640" y="20167"/>
                  </a:lnTo>
                  <a:lnTo>
                    <a:pt x="1033792" y="21170"/>
                  </a:lnTo>
                  <a:lnTo>
                    <a:pt x="1033792" y="3962"/>
                  </a:lnTo>
                  <a:lnTo>
                    <a:pt x="1025791" y="342"/>
                  </a:lnTo>
                  <a:lnTo>
                    <a:pt x="1017600" y="342"/>
                  </a:lnTo>
                  <a:lnTo>
                    <a:pt x="1002474" y="18237"/>
                  </a:lnTo>
                  <a:lnTo>
                    <a:pt x="1002144" y="20167"/>
                  </a:lnTo>
                  <a:lnTo>
                    <a:pt x="1012253" y="57150"/>
                  </a:lnTo>
                  <a:lnTo>
                    <a:pt x="1018235" y="59093"/>
                  </a:lnTo>
                  <a:lnTo>
                    <a:pt x="1024788" y="59093"/>
                  </a:lnTo>
                  <a:lnTo>
                    <a:pt x="1041044" y="38925"/>
                  </a:lnTo>
                  <a:lnTo>
                    <a:pt x="1041107" y="20167"/>
                  </a:lnTo>
                  <a:close/>
                </a:path>
                <a:path w="1519554" h="59689">
                  <a:moveTo>
                    <a:pt x="1472755" y="39738"/>
                  </a:moveTo>
                  <a:lnTo>
                    <a:pt x="1455826" y="21767"/>
                  </a:lnTo>
                  <a:lnTo>
                    <a:pt x="1451813" y="21805"/>
                  </a:lnTo>
                  <a:lnTo>
                    <a:pt x="1449692" y="22098"/>
                  </a:lnTo>
                  <a:lnTo>
                    <a:pt x="1447761" y="22618"/>
                  </a:lnTo>
                  <a:lnTo>
                    <a:pt x="1444967" y="23736"/>
                  </a:lnTo>
                  <a:lnTo>
                    <a:pt x="1442250" y="25412"/>
                  </a:lnTo>
                  <a:lnTo>
                    <a:pt x="1443367" y="7112"/>
                  </a:lnTo>
                  <a:lnTo>
                    <a:pt x="1469415" y="7112"/>
                  </a:lnTo>
                  <a:lnTo>
                    <a:pt x="1469415" y="863"/>
                  </a:lnTo>
                  <a:lnTo>
                    <a:pt x="1436636" y="863"/>
                  </a:lnTo>
                  <a:lnTo>
                    <a:pt x="1434693" y="31889"/>
                  </a:lnTo>
                  <a:lnTo>
                    <a:pt x="1441919" y="31889"/>
                  </a:lnTo>
                  <a:lnTo>
                    <a:pt x="1444599" y="29883"/>
                  </a:lnTo>
                  <a:lnTo>
                    <a:pt x="1448015" y="28359"/>
                  </a:lnTo>
                  <a:lnTo>
                    <a:pt x="1451546" y="27762"/>
                  </a:lnTo>
                  <a:lnTo>
                    <a:pt x="1453781" y="27762"/>
                  </a:lnTo>
                  <a:lnTo>
                    <a:pt x="1465135" y="40525"/>
                  </a:lnTo>
                  <a:lnTo>
                    <a:pt x="1464691" y="44056"/>
                  </a:lnTo>
                  <a:lnTo>
                    <a:pt x="1451889" y="53314"/>
                  </a:lnTo>
                  <a:lnTo>
                    <a:pt x="1448765" y="52984"/>
                  </a:lnTo>
                  <a:lnTo>
                    <a:pt x="1440497" y="44767"/>
                  </a:lnTo>
                  <a:lnTo>
                    <a:pt x="1433017" y="45618"/>
                  </a:lnTo>
                  <a:lnTo>
                    <a:pt x="1452295" y="59347"/>
                  </a:lnTo>
                  <a:lnTo>
                    <a:pt x="1455229" y="59194"/>
                  </a:lnTo>
                  <a:lnTo>
                    <a:pt x="1472463" y="43865"/>
                  </a:lnTo>
                  <a:lnTo>
                    <a:pt x="1472755" y="39738"/>
                  </a:lnTo>
                  <a:close/>
                </a:path>
                <a:path w="1519554" h="59689">
                  <a:moveTo>
                    <a:pt x="1519199" y="21170"/>
                  </a:moveTo>
                  <a:lnTo>
                    <a:pt x="1511642" y="3835"/>
                  </a:lnTo>
                  <a:lnTo>
                    <a:pt x="1511642" y="20167"/>
                  </a:lnTo>
                  <a:lnTo>
                    <a:pt x="1511566" y="38925"/>
                  </a:lnTo>
                  <a:lnTo>
                    <a:pt x="1508734" y="48145"/>
                  </a:lnTo>
                  <a:lnTo>
                    <a:pt x="1508442" y="48704"/>
                  </a:lnTo>
                  <a:lnTo>
                    <a:pt x="1508074" y="49187"/>
                  </a:lnTo>
                  <a:lnTo>
                    <a:pt x="1507731" y="49669"/>
                  </a:lnTo>
                  <a:lnTo>
                    <a:pt x="1506994" y="50533"/>
                  </a:lnTo>
                  <a:lnTo>
                    <a:pt x="1502333" y="53022"/>
                  </a:lnTo>
                  <a:lnTo>
                    <a:pt x="1496758" y="53022"/>
                  </a:lnTo>
                  <a:lnTo>
                    <a:pt x="1490992" y="49187"/>
                  </a:lnTo>
                  <a:lnTo>
                    <a:pt x="1490624" y="48704"/>
                  </a:lnTo>
                  <a:lnTo>
                    <a:pt x="1487703" y="40043"/>
                  </a:lnTo>
                  <a:lnTo>
                    <a:pt x="1487678" y="39890"/>
                  </a:lnTo>
                  <a:lnTo>
                    <a:pt x="1487525" y="38925"/>
                  </a:lnTo>
                  <a:lnTo>
                    <a:pt x="1487538" y="20167"/>
                  </a:lnTo>
                  <a:lnTo>
                    <a:pt x="1487830" y="18237"/>
                  </a:lnTo>
                  <a:lnTo>
                    <a:pt x="1497393" y="6146"/>
                  </a:lnTo>
                  <a:lnTo>
                    <a:pt x="1502003" y="6146"/>
                  </a:lnTo>
                  <a:lnTo>
                    <a:pt x="1511642" y="20167"/>
                  </a:lnTo>
                  <a:lnTo>
                    <a:pt x="1511642" y="3835"/>
                  </a:lnTo>
                  <a:lnTo>
                    <a:pt x="1502194" y="114"/>
                  </a:lnTo>
                  <a:lnTo>
                    <a:pt x="1497203" y="114"/>
                  </a:lnTo>
                  <a:lnTo>
                    <a:pt x="1480439" y="18237"/>
                  </a:lnTo>
                  <a:lnTo>
                    <a:pt x="1480312" y="18935"/>
                  </a:lnTo>
                  <a:lnTo>
                    <a:pt x="1480007" y="21170"/>
                  </a:lnTo>
                  <a:lnTo>
                    <a:pt x="1480121" y="38696"/>
                  </a:lnTo>
                  <a:lnTo>
                    <a:pt x="1480159" y="38925"/>
                  </a:lnTo>
                  <a:lnTo>
                    <a:pt x="1480312" y="40043"/>
                  </a:lnTo>
                  <a:lnTo>
                    <a:pt x="1496237" y="59093"/>
                  </a:lnTo>
                  <a:lnTo>
                    <a:pt x="1502752" y="59093"/>
                  </a:lnTo>
                  <a:lnTo>
                    <a:pt x="1518716" y="40817"/>
                  </a:lnTo>
                  <a:lnTo>
                    <a:pt x="1519047" y="38925"/>
                  </a:lnTo>
                  <a:lnTo>
                    <a:pt x="1519161" y="37922"/>
                  </a:lnTo>
                  <a:lnTo>
                    <a:pt x="1519199" y="2117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5319" y="2333438"/>
              <a:ext cx="282661" cy="34055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5748" y="3706340"/>
              <a:ext cx="84479" cy="10526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402974" y="3752824"/>
              <a:ext cx="85725" cy="59055"/>
            </a:xfrm>
            <a:custGeom>
              <a:avLst/>
              <a:gdLst/>
              <a:ahLst/>
              <a:cxnLst/>
              <a:rect l="l" t="t" r="r" b="b"/>
              <a:pathLst>
                <a:path w="85725" h="59054">
                  <a:moveTo>
                    <a:pt x="38100" y="520"/>
                  </a:moveTo>
                  <a:lnTo>
                    <a:pt x="0" y="520"/>
                  </a:lnTo>
                  <a:lnTo>
                    <a:pt x="0" y="6769"/>
                  </a:lnTo>
                  <a:lnTo>
                    <a:pt x="31000" y="6769"/>
                  </a:lnTo>
                  <a:lnTo>
                    <a:pt x="25412" y="15290"/>
                  </a:lnTo>
                  <a:lnTo>
                    <a:pt x="10909" y="52679"/>
                  </a:lnTo>
                  <a:lnTo>
                    <a:pt x="10642" y="58191"/>
                  </a:lnTo>
                  <a:lnTo>
                    <a:pt x="18338" y="58191"/>
                  </a:lnTo>
                  <a:lnTo>
                    <a:pt x="18567" y="52412"/>
                  </a:lnTo>
                  <a:lnTo>
                    <a:pt x="19494" y="45605"/>
                  </a:lnTo>
                  <a:lnTo>
                    <a:pt x="38100" y="6464"/>
                  </a:lnTo>
                  <a:lnTo>
                    <a:pt x="38100" y="520"/>
                  </a:lnTo>
                  <a:close/>
                </a:path>
                <a:path w="85725" h="59054">
                  <a:moveTo>
                    <a:pt x="85204" y="20828"/>
                  </a:moveTo>
                  <a:lnTo>
                    <a:pt x="80022" y="6019"/>
                  </a:lnTo>
                  <a:lnTo>
                    <a:pt x="79324" y="5130"/>
                  </a:lnTo>
                  <a:lnTo>
                    <a:pt x="78168" y="3937"/>
                  </a:lnTo>
                  <a:lnTo>
                    <a:pt x="77647" y="3479"/>
                  </a:lnTo>
                  <a:lnTo>
                    <a:pt x="77647" y="19824"/>
                  </a:lnTo>
                  <a:lnTo>
                    <a:pt x="77609" y="38582"/>
                  </a:lnTo>
                  <a:lnTo>
                    <a:pt x="75679" y="45986"/>
                  </a:lnTo>
                  <a:lnTo>
                    <a:pt x="75476" y="46507"/>
                  </a:lnTo>
                  <a:lnTo>
                    <a:pt x="68389" y="52679"/>
                  </a:lnTo>
                  <a:lnTo>
                    <a:pt x="68707" y="52679"/>
                  </a:lnTo>
                  <a:lnTo>
                    <a:pt x="66751" y="52946"/>
                  </a:lnTo>
                  <a:lnTo>
                    <a:pt x="64439" y="52946"/>
                  </a:lnTo>
                  <a:lnTo>
                    <a:pt x="62496" y="52679"/>
                  </a:lnTo>
                  <a:lnTo>
                    <a:pt x="62801" y="52679"/>
                  </a:lnTo>
                  <a:lnTo>
                    <a:pt x="61239" y="52235"/>
                  </a:lnTo>
                  <a:lnTo>
                    <a:pt x="53581" y="38582"/>
                  </a:lnTo>
                  <a:lnTo>
                    <a:pt x="53581" y="19824"/>
                  </a:lnTo>
                  <a:lnTo>
                    <a:pt x="62318" y="6019"/>
                  </a:lnTo>
                  <a:lnTo>
                    <a:pt x="69100" y="6019"/>
                  </a:lnTo>
                  <a:lnTo>
                    <a:pt x="74269" y="9588"/>
                  </a:lnTo>
                  <a:lnTo>
                    <a:pt x="74637" y="10083"/>
                  </a:lnTo>
                  <a:lnTo>
                    <a:pt x="77647" y="19824"/>
                  </a:lnTo>
                  <a:lnTo>
                    <a:pt x="77647" y="3479"/>
                  </a:lnTo>
                  <a:lnTo>
                    <a:pt x="69761" y="0"/>
                  </a:lnTo>
                  <a:lnTo>
                    <a:pt x="61620" y="0"/>
                  </a:lnTo>
                  <a:lnTo>
                    <a:pt x="46151" y="19824"/>
                  </a:lnTo>
                  <a:lnTo>
                    <a:pt x="46164" y="38582"/>
                  </a:lnTo>
                  <a:lnTo>
                    <a:pt x="62242" y="58750"/>
                  </a:lnTo>
                  <a:lnTo>
                    <a:pt x="68795" y="58750"/>
                  </a:lnTo>
                  <a:lnTo>
                    <a:pt x="85090" y="38392"/>
                  </a:lnTo>
                  <a:lnTo>
                    <a:pt x="85204" y="208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81054" y="3706340"/>
              <a:ext cx="85084" cy="1053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6769" y="3854499"/>
              <a:ext cx="65335" cy="72069"/>
            </a:xfrm>
            <a:prstGeom prst="rect">
              <a:avLst/>
            </a:prstGeom>
          </p:spPr>
        </p:pic>
      </p:grp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13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7328534" cy="6832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b="1" spc="-120" dirty="0">
                <a:latin typeface="Gill Sans MT"/>
                <a:cs typeface="Gill Sans MT"/>
              </a:rPr>
              <a:t>For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0" dirty="0">
                <a:latin typeface="Gill Sans MT"/>
                <a:cs typeface="Gill Sans MT"/>
              </a:rPr>
              <a:t>random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variable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50" dirty="0">
                <a:latin typeface="Gill Sans MT"/>
                <a:cs typeface="Gill Sans MT"/>
              </a:rPr>
              <a:t> normal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mean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50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 deviation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10,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what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is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observing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value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between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30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0" dirty="0">
                <a:latin typeface="Gill Sans MT"/>
                <a:cs typeface="Gill Sans MT"/>
              </a:rPr>
              <a:t>70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(within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2 </a:t>
            </a:r>
            <a:r>
              <a:rPr sz="1450" b="1" spc="-10" dirty="0">
                <a:latin typeface="Gill Sans MT"/>
                <a:cs typeface="Gill Sans MT"/>
              </a:rPr>
              <a:t>standard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deviation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mean)?</a:t>
            </a:r>
            <a:endParaRPr sz="145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15319" y="1304382"/>
            <a:ext cx="4019550" cy="2622550"/>
            <a:chOff x="2315319" y="1304382"/>
            <a:chExt cx="4019550" cy="2622550"/>
          </a:xfrm>
        </p:grpSpPr>
        <p:sp>
          <p:nvSpPr>
            <p:cNvPr id="4" name="object 4"/>
            <p:cNvSpPr/>
            <p:nvPr/>
          </p:nvSpPr>
          <p:spPr>
            <a:xfrm>
              <a:off x="2649177" y="3324299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49177" y="27781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9177" y="22319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49177" y="168573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646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9442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7242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038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2834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634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8430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62265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9177" y="359739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49177" y="3051199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49177" y="25050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49177" y="195883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49177" y="1412676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5441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3344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11401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8936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67324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4532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3284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16460" y="1418443"/>
              <a:ext cx="3345815" cy="2179320"/>
            </a:xfrm>
            <a:custGeom>
              <a:avLst/>
              <a:gdLst/>
              <a:ahLst/>
              <a:cxnLst/>
              <a:rect l="l" t="t" r="r" b="b"/>
              <a:pathLst>
                <a:path w="3345815" h="2179320">
                  <a:moveTo>
                    <a:pt x="3345804" y="2178955"/>
                  </a:moveTo>
                  <a:lnTo>
                    <a:pt x="0" y="2178955"/>
                  </a:lnTo>
                  <a:lnTo>
                    <a:pt x="0" y="2174192"/>
                  </a:lnTo>
                  <a:lnTo>
                    <a:pt x="33449" y="2172890"/>
                  </a:lnTo>
                  <a:lnTo>
                    <a:pt x="66935" y="2171253"/>
                  </a:lnTo>
                  <a:lnTo>
                    <a:pt x="133833" y="2166751"/>
                  </a:lnTo>
                  <a:lnTo>
                    <a:pt x="200769" y="2159979"/>
                  </a:lnTo>
                  <a:lnTo>
                    <a:pt x="267667" y="2150045"/>
                  </a:lnTo>
                  <a:lnTo>
                    <a:pt x="334602" y="2135720"/>
                  </a:lnTo>
                  <a:lnTo>
                    <a:pt x="401501" y="2115591"/>
                  </a:lnTo>
                  <a:lnTo>
                    <a:pt x="468399" y="2087909"/>
                  </a:lnTo>
                  <a:lnTo>
                    <a:pt x="535334" y="2050665"/>
                  </a:lnTo>
                  <a:lnTo>
                    <a:pt x="568783" y="2027783"/>
                  </a:lnTo>
                  <a:lnTo>
                    <a:pt x="602232" y="2001663"/>
                  </a:lnTo>
                  <a:lnTo>
                    <a:pt x="635719" y="1972084"/>
                  </a:lnTo>
                  <a:lnTo>
                    <a:pt x="669168" y="1938709"/>
                  </a:lnTo>
                  <a:lnTo>
                    <a:pt x="702617" y="1901353"/>
                  </a:lnTo>
                  <a:lnTo>
                    <a:pt x="736066" y="1859756"/>
                  </a:lnTo>
                  <a:lnTo>
                    <a:pt x="769552" y="1813731"/>
                  </a:lnTo>
                  <a:lnTo>
                    <a:pt x="803002" y="1763092"/>
                  </a:lnTo>
                  <a:lnTo>
                    <a:pt x="836451" y="1707728"/>
                  </a:lnTo>
                  <a:lnTo>
                    <a:pt x="869900" y="1647601"/>
                  </a:lnTo>
                  <a:lnTo>
                    <a:pt x="903386" y="1582786"/>
                  </a:lnTo>
                  <a:lnTo>
                    <a:pt x="936835" y="1513284"/>
                  </a:lnTo>
                  <a:lnTo>
                    <a:pt x="970284" y="1439316"/>
                  </a:lnTo>
                  <a:lnTo>
                    <a:pt x="1003734" y="1361181"/>
                  </a:lnTo>
                  <a:lnTo>
                    <a:pt x="1037220" y="1279177"/>
                  </a:lnTo>
                  <a:lnTo>
                    <a:pt x="1070669" y="1193787"/>
                  </a:lnTo>
                  <a:lnTo>
                    <a:pt x="1104118" y="1105606"/>
                  </a:lnTo>
                  <a:lnTo>
                    <a:pt x="1137567" y="1015193"/>
                  </a:lnTo>
                  <a:lnTo>
                    <a:pt x="1171054" y="923366"/>
                  </a:lnTo>
                  <a:lnTo>
                    <a:pt x="1237952" y="738745"/>
                  </a:lnTo>
                  <a:lnTo>
                    <a:pt x="1271401" y="647774"/>
                  </a:lnTo>
                  <a:lnTo>
                    <a:pt x="1304850" y="558998"/>
                  </a:lnTo>
                  <a:lnTo>
                    <a:pt x="1338336" y="473459"/>
                  </a:lnTo>
                  <a:lnTo>
                    <a:pt x="1371785" y="392199"/>
                  </a:lnTo>
                  <a:lnTo>
                    <a:pt x="1405235" y="316222"/>
                  </a:lnTo>
                  <a:lnTo>
                    <a:pt x="1438684" y="246496"/>
                  </a:lnTo>
                  <a:lnTo>
                    <a:pt x="1472170" y="183951"/>
                  </a:lnTo>
                  <a:lnTo>
                    <a:pt x="1505619" y="129443"/>
                  </a:lnTo>
                  <a:lnTo>
                    <a:pt x="1539068" y="83753"/>
                  </a:lnTo>
                  <a:lnTo>
                    <a:pt x="1572517" y="47513"/>
                  </a:lnTo>
                  <a:lnTo>
                    <a:pt x="1606004" y="21245"/>
                  </a:lnTo>
                  <a:lnTo>
                    <a:pt x="1672902" y="0"/>
                  </a:lnTo>
                  <a:lnTo>
                    <a:pt x="1706351" y="5320"/>
                  </a:lnTo>
                  <a:lnTo>
                    <a:pt x="1773286" y="47513"/>
                  </a:lnTo>
                  <a:lnTo>
                    <a:pt x="1806736" y="83753"/>
                  </a:lnTo>
                  <a:lnTo>
                    <a:pt x="1840185" y="129443"/>
                  </a:lnTo>
                  <a:lnTo>
                    <a:pt x="1873671" y="183951"/>
                  </a:lnTo>
                  <a:lnTo>
                    <a:pt x="1907120" y="246496"/>
                  </a:lnTo>
                  <a:lnTo>
                    <a:pt x="1940569" y="316222"/>
                  </a:lnTo>
                  <a:lnTo>
                    <a:pt x="1974018" y="392199"/>
                  </a:lnTo>
                  <a:lnTo>
                    <a:pt x="2007468" y="473459"/>
                  </a:lnTo>
                  <a:lnTo>
                    <a:pt x="2040954" y="558998"/>
                  </a:lnTo>
                  <a:lnTo>
                    <a:pt x="2074403" y="647774"/>
                  </a:lnTo>
                  <a:lnTo>
                    <a:pt x="2107852" y="738745"/>
                  </a:lnTo>
                  <a:lnTo>
                    <a:pt x="2174788" y="923366"/>
                  </a:lnTo>
                  <a:lnTo>
                    <a:pt x="2208237" y="1015193"/>
                  </a:lnTo>
                  <a:lnTo>
                    <a:pt x="2241686" y="1105606"/>
                  </a:lnTo>
                  <a:lnTo>
                    <a:pt x="2275135" y="1193787"/>
                  </a:lnTo>
                  <a:lnTo>
                    <a:pt x="2308621" y="1279177"/>
                  </a:lnTo>
                  <a:lnTo>
                    <a:pt x="2342070" y="1361181"/>
                  </a:lnTo>
                  <a:lnTo>
                    <a:pt x="2375519" y="1439316"/>
                  </a:lnTo>
                  <a:lnTo>
                    <a:pt x="2408969" y="1513284"/>
                  </a:lnTo>
                  <a:lnTo>
                    <a:pt x="2442455" y="1582786"/>
                  </a:lnTo>
                  <a:lnTo>
                    <a:pt x="2475904" y="1647601"/>
                  </a:lnTo>
                  <a:lnTo>
                    <a:pt x="2509353" y="1707728"/>
                  </a:lnTo>
                  <a:lnTo>
                    <a:pt x="2542802" y="1763092"/>
                  </a:lnTo>
                  <a:lnTo>
                    <a:pt x="2576289" y="1813731"/>
                  </a:lnTo>
                  <a:lnTo>
                    <a:pt x="2609738" y="1859756"/>
                  </a:lnTo>
                  <a:lnTo>
                    <a:pt x="2643187" y="1901353"/>
                  </a:lnTo>
                  <a:lnTo>
                    <a:pt x="2676636" y="1938709"/>
                  </a:lnTo>
                  <a:lnTo>
                    <a:pt x="2710122" y="1972084"/>
                  </a:lnTo>
                  <a:lnTo>
                    <a:pt x="2743571" y="2001663"/>
                  </a:lnTo>
                  <a:lnTo>
                    <a:pt x="2777020" y="2027783"/>
                  </a:lnTo>
                  <a:lnTo>
                    <a:pt x="2810470" y="2050665"/>
                  </a:lnTo>
                  <a:lnTo>
                    <a:pt x="2843919" y="2070608"/>
                  </a:lnTo>
                  <a:lnTo>
                    <a:pt x="2910854" y="2102829"/>
                  </a:lnTo>
                  <a:lnTo>
                    <a:pt x="2977752" y="2126493"/>
                  </a:lnTo>
                  <a:lnTo>
                    <a:pt x="3044688" y="2143496"/>
                  </a:lnTo>
                  <a:lnTo>
                    <a:pt x="3111586" y="2155477"/>
                  </a:lnTo>
                  <a:lnTo>
                    <a:pt x="3178522" y="2163700"/>
                  </a:lnTo>
                  <a:lnTo>
                    <a:pt x="3245420" y="2169244"/>
                  </a:lnTo>
                  <a:lnTo>
                    <a:pt x="3312355" y="2172890"/>
                  </a:lnTo>
                  <a:lnTo>
                    <a:pt x="3345804" y="2174192"/>
                  </a:lnTo>
                  <a:lnTo>
                    <a:pt x="3345804" y="2178955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6453" y="3302507"/>
              <a:ext cx="3345815" cy="295275"/>
            </a:xfrm>
            <a:custGeom>
              <a:avLst/>
              <a:gdLst/>
              <a:ahLst/>
              <a:cxnLst/>
              <a:rect l="l" t="t" r="r" b="b"/>
              <a:pathLst>
                <a:path w="3345815" h="295275">
                  <a:moveTo>
                    <a:pt x="716978" y="0"/>
                  </a:moveTo>
                  <a:lnTo>
                    <a:pt x="681113" y="41821"/>
                  </a:lnTo>
                  <a:lnTo>
                    <a:pt x="652424" y="71843"/>
                  </a:lnTo>
                  <a:lnTo>
                    <a:pt x="623773" y="98996"/>
                  </a:lnTo>
                  <a:lnTo>
                    <a:pt x="580732" y="134759"/>
                  </a:lnTo>
                  <a:lnTo>
                    <a:pt x="537718" y="165049"/>
                  </a:lnTo>
                  <a:lnTo>
                    <a:pt x="501891" y="186550"/>
                  </a:lnTo>
                  <a:lnTo>
                    <a:pt x="458876" y="208356"/>
                  </a:lnTo>
                  <a:lnTo>
                    <a:pt x="423011" y="223570"/>
                  </a:lnTo>
                  <a:lnTo>
                    <a:pt x="379996" y="238747"/>
                  </a:lnTo>
                  <a:lnTo>
                    <a:pt x="336981" y="251066"/>
                  </a:lnTo>
                  <a:lnTo>
                    <a:pt x="279615" y="263791"/>
                  </a:lnTo>
                  <a:lnTo>
                    <a:pt x="229412" y="272122"/>
                  </a:lnTo>
                  <a:lnTo>
                    <a:pt x="157721" y="280568"/>
                  </a:lnTo>
                  <a:lnTo>
                    <a:pt x="114706" y="284187"/>
                  </a:lnTo>
                  <a:lnTo>
                    <a:pt x="57378" y="287718"/>
                  </a:lnTo>
                  <a:lnTo>
                    <a:pt x="0" y="290131"/>
                  </a:lnTo>
                  <a:lnTo>
                    <a:pt x="0" y="294894"/>
                  </a:lnTo>
                  <a:lnTo>
                    <a:pt x="716978" y="294894"/>
                  </a:lnTo>
                  <a:lnTo>
                    <a:pt x="716978" y="0"/>
                  </a:lnTo>
                  <a:close/>
                </a:path>
                <a:path w="3345815" h="295275">
                  <a:moveTo>
                    <a:pt x="3345802" y="290131"/>
                  </a:moveTo>
                  <a:lnTo>
                    <a:pt x="3295612" y="288048"/>
                  </a:lnTo>
                  <a:lnTo>
                    <a:pt x="3231096" y="284187"/>
                  </a:lnTo>
                  <a:lnTo>
                    <a:pt x="3173717" y="279158"/>
                  </a:lnTo>
                  <a:lnTo>
                    <a:pt x="3102025" y="269963"/>
                  </a:lnTo>
                  <a:lnTo>
                    <a:pt x="3037509" y="257911"/>
                  </a:lnTo>
                  <a:lnTo>
                    <a:pt x="2994495" y="247230"/>
                  </a:lnTo>
                  <a:lnTo>
                    <a:pt x="2951480" y="234022"/>
                  </a:lnTo>
                  <a:lnTo>
                    <a:pt x="2915615" y="220700"/>
                  </a:lnTo>
                  <a:lnTo>
                    <a:pt x="2872600" y="201549"/>
                  </a:lnTo>
                  <a:lnTo>
                    <a:pt x="2822410" y="174053"/>
                  </a:lnTo>
                  <a:lnTo>
                    <a:pt x="2779407" y="145440"/>
                  </a:lnTo>
                  <a:lnTo>
                    <a:pt x="2736392" y="111582"/>
                  </a:lnTo>
                  <a:lnTo>
                    <a:pt x="2707703" y="85750"/>
                  </a:lnTo>
                  <a:lnTo>
                    <a:pt x="2679052" y="57175"/>
                  </a:lnTo>
                  <a:lnTo>
                    <a:pt x="2650363" y="25666"/>
                  </a:lnTo>
                  <a:lnTo>
                    <a:pt x="2628862" y="0"/>
                  </a:lnTo>
                  <a:lnTo>
                    <a:pt x="2628862" y="294894"/>
                  </a:lnTo>
                  <a:lnTo>
                    <a:pt x="3345802" y="294894"/>
                  </a:lnTo>
                  <a:lnTo>
                    <a:pt x="3345802" y="290131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49177" y="1309464"/>
              <a:ext cx="3680460" cy="2397125"/>
            </a:xfrm>
            <a:custGeom>
              <a:avLst/>
              <a:gdLst/>
              <a:ahLst/>
              <a:cxnLst/>
              <a:rect l="l" t="t" r="r" b="b"/>
              <a:pathLst>
                <a:path w="3680460" h="2397125">
                  <a:moveTo>
                    <a:pt x="0" y="2396876"/>
                  </a:moveTo>
                  <a:lnTo>
                    <a:pt x="3680370" y="2396876"/>
                  </a:lnTo>
                  <a:lnTo>
                    <a:pt x="3680370" y="0"/>
                  </a:lnTo>
                  <a:lnTo>
                    <a:pt x="0" y="0"/>
                  </a:lnTo>
                  <a:lnTo>
                    <a:pt x="0" y="23968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785" y="3567819"/>
              <a:ext cx="155910" cy="592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786" y="3021731"/>
              <a:ext cx="155306" cy="588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2786" y="1929147"/>
              <a:ext cx="155715" cy="593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786" y="1383096"/>
              <a:ext cx="156943" cy="5897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23095" y="1412676"/>
              <a:ext cx="2822575" cy="2320290"/>
            </a:xfrm>
            <a:custGeom>
              <a:avLst/>
              <a:gdLst/>
              <a:ahLst/>
              <a:cxnLst/>
              <a:rect l="l" t="t" r="r" b="b"/>
              <a:pathLst>
                <a:path w="2822575" h="2320290">
                  <a:moveTo>
                    <a:pt x="0" y="2184722"/>
                  </a:moveTo>
                  <a:lnTo>
                    <a:pt x="26082" y="2184722"/>
                  </a:lnTo>
                </a:path>
                <a:path w="2822575" h="2320290">
                  <a:moveTo>
                    <a:pt x="0" y="1638523"/>
                  </a:moveTo>
                  <a:lnTo>
                    <a:pt x="26082" y="1638523"/>
                  </a:lnTo>
                </a:path>
                <a:path w="2822575" h="2320290">
                  <a:moveTo>
                    <a:pt x="0" y="1092361"/>
                  </a:moveTo>
                  <a:lnTo>
                    <a:pt x="26082" y="1092361"/>
                  </a:lnTo>
                </a:path>
                <a:path w="2822575" h="2320290">
                  <a:moveTo>
                    <a:pt x="0" y="546161"/>
                  </a:moveTo>
                  <a:lnTo>
                    <a:pt x="26082" y="546161"/>
                  </a:lnTo>
                </a:path>
                <a:path w="2822575" h="2320290">
                  <a:moveTo>
                    <a:pt x="0" y="0"/>
                  </a:moveTo>
                  <a:lnTo>
                    <a:pt x="26082" y="0"/>
                  </a:lnTo>
                </a:path>
                <a:path w="2822575" h="2320290">
                  <a:moveTo>
                    <a:pt x="432345" y="2319783"/>
                  </a:moveTo>
                  <a:lnTo>
                    <a:pt x="432345" y="2293664"/>
                  </a:lnTo>
                </a:path>
                <a:path w="2822575" h="2320290">
                  <a:moveTo>
                    <a:pt x="910344" y="2319783"/>
                  </a:moveTo>
                  <a:lnTo>
                    <a:pt x="910344" y="2293664"/>
                  </a:lnTo>
                </a:path>
                <a:path w="2822575" h="2320290">
                  <a:moveTo>
                    <a:pt x="1388305" y="2319783"/>
                  </a:moveTo>
                  <a:lnTo>
                    <a:pt x="1388305" y="2293664"/>
                  </a:lnTo>
                </a:path>
                <a:path w="2822575" h="2320290">
                  <a:moveTo>
                    <a:pt x="1866267" y="2319783"/>
                  </a:moveTo>
                  <a:lnTo>
                    <a:pt x="1866267" y="2293664"/>
                  </a:lnTo>
                </a:path>
                <a:path w="2822575" h="2320290">
                  <a:moveTo>
                    <a:pt x="2822227" y="2319783"/>
                  </a:moveTo>
                  <a:lnTo>
                    <a:pt x="2822227" y="2293664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13062" y="3752481"/>
              <a:ext cx="1519555" cy="59690"/>
            </a:xfrm>
            <a:custGeom>
              <a:avLst/>
              <a:gdLst/>
              <a:ahLst/>
              <a:cxnLst/>
              <a:rect l="l" t="t" r="r" b="b"/>
              <a:pathLst>
                <a:path w="1519554" h="59689">
                  <a:moveTo>
                    <a:pt x="38163" y="52235"/>
                  </a:moveTo>
                  <a:lnTo>
                    <a:pt x="8064" y="52235"/>
                  </a:lnTo>
                  <a:lnTo>
                    <a:pt x="9258" y="49974"/>
                  </a:lnTo>
                  <a:lnTo>
                    <a:pt x="10820" y="47777"/>
                  </a:lnTo>
                  <a:lnTo>
                    <a:pt x="15697" y="42710"/>
                  </a:lnTo>
                  <a:lnTo>
                    <a:pt x="24625" y="35242"/>
                  </a:lnTo>
                  <a:lnTo>
                    <a:pt x="31546" y="28651"/>
                  </a:lnTo>
                  <a:lnTo>
                    <a:pt x="34404" y="24853"/>
                  </a:lnTo>
                  <a:lnTo>
                    <a:pt x="36423" y="20802"/>
                  </a:lnTo>
                  <a:lnTo>
                    <a:pt x="36753" y="19723"/>
                  </a:lnTo>
                  <a:lnTo>
                    <a:pt x="37236" y="16929"/>
                  </a:lnTo>
                  <a:lnTo>
                    <a:pt x="37160" y="13550"/>
                  </a:lnTo>
                  <a:lnTo>
                    <a:pt x="18300" y="0"/>
                  </a:lnTo>
                  <a:lnTo>
                    <a:pt x="14287" y="406"/>
                  </a:lnTo>
                  <a:lnTo>
                    <a:pt x="292" y="15113"/>
                  </a:lnTo>
                  <a:lnTo>
                    <a:pt x="7848" y="15773"/>
                  </a:lnTo>
                  <a:lnTo>
                    <a:pt x="8293" y="13512"/>
                  </a:lnTo>
                  <a:lnTo>
                    <a:pt x="9258" y="11201"/>
                  </a:lnTo>
                  <a:lnTo>
                    <a:pt x="19189" y="6032"/>
                  </a:lnTo>
                  <a:lnTo>
                    <a:pt x="21869" y="6286"/>
                  </a:lnTo>
                  <a:lnTo>
                    <a:pt x="29641" y="17411"/>
                  </a:lnTo>
                  <a:lnTo>
                    <a:pt x="28905" y="20612"/>
                  </a:lnTo>
                  <a:lnTo>
                    <a:pt x="27381" y="23444"/>
                  </a:lnTo>
                  <a:lnTo>
                    <a:pt x="25781" y="25603"/>
                  </a:lnTo>
                  <a:lnTo>
                    <a:pt x="23317" y="28168"/>
                  </a:lnTo>
                  <a:lnTo>
                    <a:pt x="14020" y="35941"/>
                  </a:lnTo>
                  <a:lnTo>
                    <a:pt x="8140" y="41376"/>
                  </a:lnTo>
                  <a:lnTo>
                    <a:pt x="5651" y="44170"/>
                  </a:lnTo>
                  <a:lnTo>
                    <a:pt x="3340" y="47180"/>
                  </a:lnTo>
                  <a:lnTo>
                    <a:pt x="1778" y="49669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163" y="58534"/>
                  </a:lnTo>
                  <a:lnTo>
                    <a:pt x="38163" y="52235"/>
                  </a:lnTo>
                  <a:close/>
                </a:path>
                <a:path w="1519554" h="59689">
                  <a:moveTo>
                    <a:pt x="85280" y="21170"/>
                  </a:moveTo>
                  <a:lnTo>
                    <a:pt x="77724" y="3835"/>
                  </a:lnTo>
                  <a:lnTo>
                    <a:pt x="77724" y="20167"/>
                  </a:lnTo>
                  <a:lnTo>
                    <a:pt x="77635" y="38925"/>
                  </a:lnTo>
                  <a:lnTo>
                    <a:pt x="68414" y="53022"/>
                  </a:lnTo>
                  <a:lnTo>
                    <a:pt x="62839" y="53022"/>
                  </a:lnTo>
                  <a:lnTo>
                    <a:pt x="55511" y="46329"/>
                  </a:lnTo>
                  <a:lnTo>
                    <a:pt x="55206" y="45656"/>
                  </a:lnTo>
                  <a:lnTo>
                    <a:pt x="54724" y="44208"/>
                  </a:lnTo>
                  <a:lnTo>
                    <a:pt x="54267" y="42532"/>
                  </a:lnTo>
                  <a:lnTo>
                    <a:pt x="54000" y="41262"/>
                  </a:lnTo>
                  <a:lnTo>
                    <a:pt x="54038" y="17640"/>
                  </a:lnTo>
                  <a:lnTo>
                    <a:pt x="63474" y="6146"/>
                  </a:lnTo>
                  <a:lnTo>
                    <a:pt x="68084" y="6146"/>
                  </a:lnTo>
                  <a:lnTo>
                    <a:pt x="76009" y="13068"/>
                  </a:lnTo>
                  <a:lnTo>
                    <a:pt x="76415" y="14135"/>
                  </a:lnTo>
                  <a:lnTo>
                    <a:pt x="76860" y="15671"/>
                  </a:lnTo>
                  <a:lnTo>
                    <a:pt x="77419" y="18237"/>
                  </a:lnTo>
                  <a:lnTo>
                    <a:pt x="77533" y="18935"/>
                  </a:lnTo>
                  <a:lnTo>
                    <a:pt x="77571" y="19202"/>
                  </a:lnTo>
                  <a:lnTo>
                    <a:pt x="77724" y="20167"/>
                  </a:lnTo>
                  <a:lnTo>
                    <a:pt x="77724" y="3835"/>
                  </a:lnTo>
                  <a:lnTo>
                    <a:pt x="68262" y="114"/>
                  </a:lnTo>
                  <a:lnTo>
                    <a:pt x="63284" y="114"/>
                  </a:lnTo>
                  <a:lnTo>
                    <a:pt x="47066" y="15671"/>
                  </a:lnTo>
                  <a:lnTo>
                    <a:pt x="46875" y="16408"/>
                  </a:lnTo>
                  <a:lnTo>
                    <a:pt x="46088" y="21170"/>
                  </a:lnTo>
                  <a:lnTo>
                    <a:pt x="46202" y="38696"/>
                  </a:lnTo>
                  <a:lnTo>
                    <a:pt x="46240" y="38925"/>
                  </a:lnTo>
                  <a:lnTo>
                    <a:pt x="46393" y="40043"/>
                  </a:lnTo>
                  <a:lnTo>
                    <a:pt x="62318" y="59093"/>
                  </a:lnTo>
                  <a:lnTo>
                    <a:pt x="68859" y="59093"/>
                  </a:lnTo>
                  <a:lnTo>
                    <a:pt x="79679" y="53022"/>
                  </a:lnTo>
                  <a:lnTo>
                    <a:pt x="79844" y="52832"/>
                  </a:lnTo>
                  <a:lnTo>
                    <a:pt x="85242" y="37922"/>
                  </a:lnTo>
                  <a:lnTo>
                    <a:pt x="85280" y="21170"/>
                  </a:lnTo>
                  <a:close/>
                </a:path>
                <a:path w="1519554" h="59689">
                  <a:moveTo>
                    <a:pt x="516686" y="42608"/>
                  </a:moveTo>
                  <a:lnTo>
                    <a:pt x="502996" y="29095"/>
                  </a:lnTo>
                  <a:lnTo>
                    <a:pt x="502996" y="28917"/>
                  </a:lnTo>
                  <a:lnTo>
                    <a:pt x="515048" y="16256"/>
                  </a:lnTo>
                  <a:lnTo>
                    <a:pt x="515010" y="13995"/>
                  </a:lnTo>
                  <a:lnTo>
                    <a:pt x="498640" y="38"/>
                  </a:lnTo>
                  <a:lnTo>
                    <a:pt x="494626" y="76"/>
                  </a:lnTo>
                  <a:lnTo>
                    <a:pt x="477913" y="14998"/>
                  </a:lnTo>
                  <a:lnTo>
                    <a:pt x="485317" y="15595"/>
                  </a:lnTo>
                  <a:lnTo>
                    <a:pt x="485432" y="14693"/>
                  </a:lnTo>
                  <a:lnTo>
                    <a:pt x="485838" y="13030"/>
                  </a:lnTo>
                  <a:lnTo>
                    <a:pt x="496709" y="6032"/>
                  </a:lnTo>
                  <a:lnTo>
                    <a:pt x="498754" y="6146"/>
                  </a:lnTo>
                  <a:lnTo>
                    <a:pt x="507492" y="16040"/>
                  </a:lnTo>
                  <a:lnTo>
                    <a:pt x="507314" y="18275"/>
                  </a:lnTo>
                  <a:lnTo>
                    <a:pt x="490753" y="25971"/>
                  </a:lnTo>
                  <a:lnTo>
                    <a:pt x="490753" y="32372"/>
                  </a:lnTo>
                  <a:lnTo>
                    <a:pt x="495782" y="32372"/>
                  </a:lnTo>
                  <a:lnTo>
                    <a:pt x="500468" y="32893"/>
                  </a:lnTo>
                  <a:lnTo>
                    <a:pt x="508990" y="43383"/>
                  </a:lnTo>
                  <a:lnTo>
                    <a:pt x="508508" y="46253"/>
                  </a:lnTo>
                  <a:lnTo>
                    <a:pt x="497116" y="53251"/>
                  </a:lnTo>
                  <a:lnTo>
                    <a:pt x="494804" y="53136"/>
                  </a:lnTo>
                  <a:lnTo>
                    <a:pt x="484543" y="43014"/>
                  </a:lnTo>
                  <a:lnTo>
                    <a:pt x="476910" y="43688"/>
                  </a:lnTo>
                  <a:lnTo>
                    <a:pt x="495033" y="59270"/>
                  </a:lnTo>
                  <a:lnTo>
                    <a:pt x="499833" y="59232"/>
                  </a:lnTo>
                  <a:lnTo>
                    <a:pt x="516356" y="46367"/>
                  </a:lnTo>
                  <a:lnTo>
                    <a:pt x="516686" y="42608"/>
                  </a:lnTo>
                  <a:close/>
                </a:path>
                <a:path w="1519554" h="59689">
                  <a:moveTo>
                    <a:pt x="563232" y="21170"/>
                  </a:moveTo>
                  <a:lnTo>
                    <a:pt x="555675" y="3822"/>
                  </a:lnTo>
                  <a:lnTo>
                    <a:pt x="555675" y="20167"/>
                  </a:lnTo>
                  <a:lnTo>
                    <a:pt x="555637" y="38925"/>
                  </a:lnTo>
                  <a:lnTo>
                    <a:pt x="553707" y="46329"/>
                  </a:lnTo>
                  <a:lnTo>
                    <a:pt x="553453" y="46990"/>
                  </a:lnTo>
                  <a:lnTo>
                    <a:pt x="546417" y="53022"/>
                  </a:lnTo>
                  <a:lnTo>
                    <a:pt x="540829" y="53022"/>
                  </a:lnTo>
                  <a:lnTo>
                    <a:pt x="531787" y="40043"/>
                  </a:lnTo>
                  <a:lnTo>
                    <a:pt x="531761" y="39890"/>
                  </a:lnTo>
                  <a:lnTo>
                    <a:pt x="531609" y="38925"/>
                  </a:lnTo>
                  <a:lnTo>
                    <a:pt x="531609" y="20167"/>
                  </a:lnTo>
                  <a:lnTo>
                    <a:pt x="540346" y="6362"/>
                  </a:lnTo>
                  <a:lnTo>
                    <a:pt x="547128" y="6362"/>
                  </a:lnTo>
                  <a:lnTo>
                    <a:pt x="555675" y="20167"/>
                  </a:lnTo>
                  <a:lnTo>
                    <a:pt x="555675" y="3822"/>
                  </a:lnTo>
                  <a:lnTo>
                    <a:pt x="548576" y="482"/>
                  </a:lnTo>
                  <a:lnTo>
                    <a:pt x="548830" y="482"/>
                  </a:lnTo>
                  <a:lnTo>
                    <a:pt x="546227" y="114"/>
                  </a:lnTo>
                  <a:lnTo>
                    <a:pt x="541210" y="114"/>
                  </a:lnTo>
                  <a:lnTo>
                    <a:pt x="538607" y="482"/>
                  </a:lnTo>
                  <a:lnTo>
                    <a:pt x="538822" y="482"/>
                  </a:lnTo>
                  <a:lnTo>
                    <a:pt x="538048" y="673"/>
                  </a:lnTo>
                  <a:lnTo>
                    <a:pt x="524179" y="20167"/>
                  </a:lnTo>
                  <a:lnTo>
                    <a:pt x="524192" y="38925"/>
                  </a:lnTo>
                  <a:lnTo>
                    <a:pt x="540283" y="59093"/>
                  </a:lnTo>
                  <a:lnTo>
                    <a:pt x="546823" y="59093"/>
                  </a:lnTo>
                  <a:lnTo>
                    <a:pt x="563118" y="38696"/>
                  </a:lnTo>
                  <a:lnTo>
                    <a:pt x="563232" y="21170"/>
                  </a:lnTo>
                  <a:close/>
                </a:path>
                <a:path w="1519554" h="59689">
                  <a:moveTo>
                    <a:pt x="995883" y="39662"/>
                  </a:moveTo>
                  <a:lnTo>
                    <a:pt x="987767" y="39662"/>
                  </a:lnTo>
                  <a:lnTo>
                    <a:pt x="987767" y="9156"/>
                  </a:lnTo>
                  <a:lnTo>
                    <a:pt x="987767" y="863"/>
                  </a:lnTo>
                  <a:lnTo>
                    <a:pt x="980808" y="863"/>
                  </a:lnTo>
                  <a:lnTo>
                    <a:pt x="980808" y="9309"/>
                  </a:lnTo>
                  <a:lnTo>
                    <a:pt x="980808" y="39662"/>
                  </a:lnTo>
                  <a:lnTo>
                    <a:pt x="960424" y="39662"/>
                  </a:lnTo>
                  <a:lnTo>
                    <a:pt x="960526" y="39522"/>
                  </a:lnTo>
                  <a:lnTo>
                    <a:pt x="960640" y="39370"/>
                  </a:lnTo>
                  <a:lnTo>
                    <a:pt x="960869" y="39141"/>
                  </a:lnTo>
                  <a:lnTo>
                    <a:pt x="961834" y="37884"/>
                  </a:lnTo>
                  <a:lnTo>
                    <a:pt x="962990" y="36283"/>
                  </a:lnTo>
                  <a:lnTo>
                    <a:pt x="963091" y="36093"/>
                  </a:lnTo>
                  <a:lnTo>
                    <a:pt x="963206" y="35941"/>
                  </a:lnTo>
                  <a:lnTo>
                    <a:pt x="963282" y="35801"/>
                  </a:lnTo>
                  <a:lnTo>
                    <a:pt x="978496" y="13360"/>
                  </a:lnTo>
                  <a:lnTo>
                    <a:pt x="978801" y="12801"/>
                  </a:lnTo>
                  <a:lnTo>
                    <a:pt x="978916" y="12649"/>
                  </a:lnTo>
                  <a:lnTo>
                    <a:pt x="978979" y="12509"/>
                  </a:lnTo>
                  <a:lnTo>
                    <a:pt x="979055" y="12319"/>
                  </a:lnTo>
                  <a:lnTo>
                    <a:pt x="979170" y="12166"/>
                  </a:lnTo>
                  <a:lnTo>
                    <a:pt x="979322" y="11874"/>
                  </a:lnTo>
                  <a:lnTo>
                    <a:pt x="979436" y="11722"/>
                  </a:lnTo>
                  <a:lnTo>
                    <a:pt x="979728" y="11125"/>
                  </a:lnTo>
                  <a:lnTo>
                    <a:pt x="979919" y="10871"/>
                  </a:lnTo>
                  <a:lnTo>
                    <a:pt x="980211" y="10350"/>
                  </a:lnTo>
                  <a:lnTo>
                    <a:pt x="980249" y="10198"/>
                  </a:lnTo>
                  <a:lnTo>
                    <a:pt x="980478" y="9867"/>
                  </a:lnTo>
                  <a:lnTo>
                    <a:pt x="980579" y="9639"/>
                  </a:lnTo>
                  <a:lnTo>
                    <a:pt x="980655" y="9448"/>
                  </a:lnTo>
                  <a:lnTo>
                    <a:pt x="980808" y="9309"/>
                  </a:lnTo>
                  <a:lnTo>
                    <a:pt x="980808" y="863"/>
                  </a:lnTo>
                  <a:lnTo>
                    <a:pt x="980020" y="863"/>
                  </a:lnTo>
                  <a:lnTo>
                    <a:pt x="953693" y="39662"/>
                  </a:lnTo>
                  <a:lnTo>
                    <a:pt x="953643" y="45466"/>
                  </a:lnTo>
                  <a:lnTo>
                    <a:pt x="980808" y="45466"/>
                  </a:lnTo>
                  <a:lnTo>
                    <a:pt x="980808" y="58534"/>
                  </a:lnTo>
                  <a:lnTo>
                    <a:pt x="987767" y="58534"/>
                  </a:lnTo>
                  <a:lnTo>
                    <a:pt x="987767" y="45466"/>
                  </a:lnTo>
                  <a:lnTo>
                    <a:pt x="995883" y="45466"/>
                  </a:lnTo>
                  <a:lnTo>
                    <a:pt x="995883" y="39662"/>
                  </a:lnTo>
                  <a:close/>
                </a:path>
                <a:path w="1519554" h="59689">
                  <a:moveTo>
                    <a:pt x="1041107" y="20167"/>
                  </a:moveTo>
                  <a:lnTo>
                    <a:pt x="1033792" y="3962"/>
                  </a:lnTo>
                  <a:lnTo>
                    <a:pt x="1033792" y="21170"/>
                  </a:lnTo>
                  <a:lnTo>
                    <a:pt x="1033754" y="37922"/>
                  </a:lnTo>
                  <a:lnTo>
                    <a:pt x="1033627" y="38735"/>
                  </a:lnTo>
                  <a:lnTo>
                    <a:pt x="1033602" y="38925"/>
                  </a:lnTo>
                  <a:lnTo>
                    <a:pt x="1033462" y="39890"/>
                  </a:lnTo>
                  <a:lnTo>
                    <a:pt x="1024382" y="53022"/>
                  </a:lnTo>
                  <a:lnTo>
                    <a:pt x="1024699" y="53022"/>
                  </a:lnTo>
                  <a:lnTo>
                    <a:pt x="1022743" y="53289"/>
                  </a:lnTo>
                  <a:lnTo>
                    <a:pt x="1020432" y="53289"/>
                  </a:lnTo>
                  <a:lnTo>
                    <a:pt x="1018476" y="53022"/>
                  </a:lnTo>
                  <a:lnTo>
                    <a:pt x="1018794" y="53022"/>
                  </a:lnTo>
                  <a:lnTo>
                    <a:pt x="1017231" y="52578"/>
                  </a:lnTo>
                  <a:lnTo>
                    <a:pt x="1009573" y="38925"/>
                  </a:lnTo>
                  <a:lnTo>
                    <a:pt x="1009573" y="20167"/>
                  </a:lnTo>
                  <a:lnTo>
                    <a:pt x="1018311" y="6362"/>
                  </a:lnTo>
                  <a:lnTo>
                    <a:pt x="1025080" y="6362"/>
                  </a:lnTo>
                  <a:lnTo>
                    <a:pt x="1033348" y="18237"/>
                  </a:lnTo>
                  <a:lnTo>
                    <a:pt x="1033526" y="19164"/>
                  </a:lnTo>
                  <a:lnTo>
                    <a:pt x="1033640" y="20167"/>
                  </a:lnTo>
                  <a:lnTo>
                    <a:pt x="1033792" y="21170"/>
                  </a:lnTo>
                  <a:lnTo>
                    <a:pt x="1033792" y="3962"/>
                  </a:lnTo>
                  <a:lnTo>
                    <a:pt x="1025791" y="342"/>
                  </a:lnTo>
                  <a:lnTo>
                    <a:pt x="1017600" y="342"/>
                  </a:lnTo>
                  <a:lnTo>
                    <a:pt x="1002474" y="18237"/>
                  </a:lnTo>
                  <a:lnTo>
                    <a:pt x="1002144" y="20167"/>
                  </a:lnTo>
                  <a:lnTo>
                    <a:pt x="1012253" y="57150"/>
                  </a:lnTo>
                  <a:lnTo>
                    <a:pt x="1018235" y="59093"/>
                  </a:lnTo>
                  <a:lnTo>
                    <a:pt x="1024788" y="59093"/>
                  </a:lnTo>
                  <a:lnTo>
                    <a:pt x="1041044" y="38925"/>
                  </a:lnTo>
                  <a:lnTo>
                    <a:pt x="1041107" y="20167"/>
                  </a:lnTo>
                  <a:close/>
                </a:path>
                <a:path w="1519554" h="59689">
                  <a:moveTo>
                    <a:pt x="1472755" y="39738"/>
                  </a:moveTo>
                  <a:lnTo>
                    <a:pt x="1455826" y="21767"/>
                  </a:lnTo>
                  <a:lnTo>
                    <a:pt x="1451813" y="21805"/>
                  </a:lnTo>
                  <a:lnTo>
                    <a:pt x="1449692" y="22098"/>
                  </a:lnTo>
                  <a:lnTo>
                    <a:pt x="1447761" y="22618"/>
                  </a:lnTo>
                  <a:lnTo>
                    <a:pt x="1444967" y="23736"/>
                  </a:lnTo>
                  <a:lnTo>
                    <a:pt x="1442250" y="25412"/>
                  </a:lnTo>
                  <a:lnTo>
                    <a:pt x="1443367" y="7112"/>
                  </a:lnTo>
                  <a:lnTo>
                    <a:pt x="1469415" y="7112"/>
                  </a:lnTo>
                  <a:lnTo>
                    <a:pt x="1469415" y="863"/>
                  </a:lnTo>
                  <a:lnTo>
                    <a:pt x="1436636" y="863"/>
                  </a:lnTo>
                  <a:lnTo>
                    <a:pt x="1434693" y="31889"/>
                  </a:lnTo>
                  <a:lnTo>
                    <a:pt x="1441919" y="31889"/>
                  </a:lnTo>
                  <a:lnTo>
                    <a:pt x="1444599" y="29883"/>
                  </a:lnTo>
                  <a:lnTo>
                    <a:pt x="1448015" y="28359"/>
                  </a:lnTo>
                  <a:lnTo>
                    <a:pt x="1451546" y="27762"/>
                  </a:lnTo>
                  <a:lnTo>
                    <a:pt x="1453781" y="27762"/>
                  </a:lnTo>
                  <a:lnTo>
                    <a:pt x="1465135" y="40525"/>
                  </a:lnTo>
                  <a:lnTo>
                    <a:pt x="1464691" y="44056"/>
                  </a:lnTo>
                  <a:lnTo>
                    <a:pt x="1451889" y="53314"/>
                  </a:lnTo>
                  <a:lnTo>
                    <a:pt x="1448765" y="52984"/>
                  </a:lnTo>
                  <a:lnTo>
                    <a:pt x="1440497" y="44767"/>
                  </a:lnTo>
                  <a:lnTo>
                    <a:pt x="1433017" y="45618"/>
                  </a:lnTo>
                  <a:lnTo>
                    <a:pt x="1452295" y="59347"/>
                  </a:lnTo>
                  <a:lnTo>
                    <a:pt x="1455229" y="59194"/>
                  </a:lnTo>
                  <a:lnTo>
                    <a:pt x="1472463" y="43865"/>
                  </a:lnTo>
                  <a:lnTo>
                    <a:pt x="1472755" y="39738"/>
                  </a:lnTo>
                  <a:close/>
                </a:path>
                <a:path w="1519554" h="59689">
                  <a:moveTo>
                    <a:pt x="1519199" y="21170"/>
                  </a:moveTo>
                  <a:lnTo>
                    <a:pt x="1511642" y="3835"/>
                  </a:lnTo>
                  <a:lnTo>
                    <a:pt x="1511642" y="20167"/>
                  </a:lnTo>
                  <a:lnTo>
                    <a:pt x="1511566" y="38925"/>
                  </a:lnTo>
                  <a:lnTo>
                    <a:pt x="1508734" y="48145"/>
                  </a:lnTo>
                  <a:lnTo>
                    <a:pt x="1508442" y="48704"/>
                  </a:lnTo>
                  <a:lnTo>
                    <a:pt x="1508074" y="49187"/>
                  </a:lnTo>
                  <a:lnTo>
                    <a:pt x="1507731" y="49669"/>
                  </a:lnTo>
                  <a:lnTo>
                    <a:pt x="1506994" y="50533"/>
                  </a:lnTo>
                  <a:lnTo>
                    <a:pt x="1502333" y="53022"/>
                  </a:lnTo>
                  <a:lnTo>
                    <a:pt x="1496758" y="53022"/>
                  </a:lnTo>
                  <a:lnTo>
                    <a:pt x="1490992" y="49187"/>
                  </a:lnTo>
                  <a:lnTo>
                    <a:pt x="1490624" y="48704"/>
                  </a:lnTo>
                  <a:lnTo>
                    <a:pt x="1487703" y="40043"/>
                  </a:lnTo>
                  <a:lnTo>
                    <a:pt x="1487678" y="39890"/>
                  </a:lnTo>
                  <a:lnTo>
                    <a:pt x="1487525" y="38925"/>
                  </a:lnTo>
                  <a:lnTo>
                    <a:pt x="1487538" y="20167"/>
                  </a:lnTo>
                  <a:lnTo>
                    <a:pt x="1487830" y="18237"/>
                  </a:lnTo>
                  <a:lnTo>
                    <a:pt x="1497393" y="6146"/>
                  </a:lnTo>
                  <a:lnTo>
                    <a:pt x="1502003" y="6146"/>
                  </a:lnTo>
                  <a:lnTo>
                    <a:pt x="1511642" y="20167"/>
                  </a:lnTo>
                  <a:lnTo>
                    <a:pt x="1511642" y="3835"/>
                  </a:lnTo>
                  <a:lnTo>
                    <a:pt x="1502194" y="114"/>
                  </a:lnTo>
                  <a:lnTo>
                    <a:pt x="1497203" y="114"/>
                  </a:lnTo>
                  <a:lnTo>
                    <a:pt x="1480439" y="18237"/>
                  </a:lnTo>
                  <a:lnTo>
                    <a:pt x="1480312" y="18935"/>
                  </a:lnTo>
                  <a:lnTo>
                    <a:pt x="1480007" y="21170"/>
                  </a:lnTo>
                  <a:lnTo>
                    <a:pt x="1480121" y="38696"/>
                  </a:lnTo>
                  <a:lnTo>
                    <a:pt x="1480159" y="38925"/>
                  </a:lnTo>
                  <a:lnTo>
                    <a:pt x="1480312" y="40043"/>
                  </a:lnTo>
                  <a:lnTo>
                    <a:pt x="1496237" y="59093"/>
                  </a:lnTo>
                  <a:lnTo>
                    <a:pt x="1502752" y="59093"/>
                  </a:lnTo>
                  <a:lnTo>
                    <a:pt x="1518716" y="40817"/>
                  </a:lnTo>
                  <a:lnTo>
                    <a:pt x="1519047" y="38925"/>
                  </a:lnTo>
                  <a:lnTo>
                    <a:pt x="1519161" y="37922"/>
                  </a:lnTo>
                  <a:lnTo>
                    <a:pt x="1519199" y="2117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5319" y="2333438"/>
              <a:ext cx="282661" cy="34055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5748" y="3706340"/>
              <a:ext cx="84479" cy="10526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402974" y="3752824"/>
              <a:ext cx="85725" cy="59055"/>
            </a:xfrm>
            <a:custGeom>
              <a:avLst/>
              <a:gdLst/>
              <a:ahLst/>
              <a:cxnLst/>
              <a:rect l="l" t="t" r="r" b="b"/>
              <a:pathLst>
                <a:path w="85725" h="59054">
                  <a:moveTo>
                    <a:pt x="38100" y="520"/>
                  </a:moveTo>
                  <a:lnTo>
                    <a:pt x="0" y="520"/>
                  </a:lnTo>
                  <a:lnTo>
                    <a:pt x="0" y="6769"/>
                  </a:lnTo>
                  <a:lnTo>
                    <a:pt x="31000" y="6769"/>
                  </a:lnTo>
                  <a:lnTo>
                    <a:pt x="25412" y="15290"/>
                  </a:lnTo>
                  <a:lnTo>
                    <a:pt x="10909" y="52679"/>
                  </a:lnTo>
                  <a:lnTo>
                    <a:pt x="10642" y="58191"/>
                  </a:lnTo>
                  <a:lnTo>
                    <a:pt x="18338" y="58191"/>
                  </a:lnTo>
                  <a:lnTo>
                    <a:pt x="18567" y="52412"/>
                  </a:lnTo>
                  <a:lnTo>
                    <a:pt x="19494" y="45605"/>
                  </a:lnTo>
                  <a:lnTo>
                    <a:pt x="38100" y="6464"/>
                  </a:lnTo>
                  <a:lnTo>
                    <a:pt x="38100" y="520"/>
                  </a:lnTo>
                  <a:close/>
                </a:path>
                <a:path w="85725" h="59054">
                  <a:moveTo>
                    <a:pt x="85204" y="20828"/>
                  </a:moveTo>
                  <a:lnTo>
                    <a:pt x="80022" y="6019"/>
                  </a:lnTo>
                  <a:lnTo>
                    <a:pt x="79324" y="5130"/>
                  </a:lnTo>
                  <a:lnTo>
                    <a:pt x="78168" y="3937"/>
                  </a:lnTo>
                  <a:lnTo>
                    <a:pt x="77647" y="3479"/>
                  </a:lnTo>
                  <a:lnTo>
                    <a:pt x="77647" y="19824"/>
                  </a:lnTo>
                  <a:lnTo>
                    <a:pt x="77609" y="38582"/>
                  </a:lnTo>
                  <a:lnTo>
                    <a:pt x="75679" y="45986"/>
                  </a:lnTo>
                  <a:lnTo>
                    <a:pt x="75476" y="46507"/>
                  </a:lnTo>
                  <a:lnTo>
                    <a:pt x="68389" y="52679"/>
                  </a:lnTo>
                  <a:lnTo>
                    <a:pt x="68707" y="52679"/>
                  </a:lnTo>
                  <a:lnTo>
                    <a:pt x="66751" y="52946"/>
                  </a:lnTo>
                  <a:lnTo>
                    <a:pt x="64439" y="52946"/>
                  </a:lnTo>
                  <a:lnTo>
                    <a:pt x="62496" y="52679"/>
                  </a:lnTo>
                  <a:lnTo>
                    <a:pt x="62801" y="52679"/>
                  </a:lnTo>
                  <a:lnTo>
                    <a:pt x="61239" y="52235"/>
                  </a:lnTo>
                  <a:lnTo>
                    <a:pt x="53581" y="38582"/>
                  </a:lnTo>
                  <a:lnTo>
                    <a:pt x="53581" y="19824"/>
                  </a:lnTo>
                  <a:lnTo>
                    <a:pt x="62318" y="6019"/>
                  </a:lnTo>
                  <a:lnTo>
                    <a:pt x="69100" y="6019"/>
                  </a:lnTo>
                  <a:lnTo>
                    <a:pt x="74269" y="9588"/>
                  </a:lnTo>
                  <a:lnTo>
                    <a:pt x="74637" y="10083"/>
                  </a:lnTo>
                  <a:lnTo>
                    <a:pt x="77647" y="19824"/>
                  </a:lnTo>
                  <a:lnTo>
                    <a:pt x="77647" y="3479"/>
                  </a:lnTo>
                  <a:lnTo>
                    <a:pt x="69761" y="0"/>
                  </a:lnTo>
                  <a:lnTo>
                    <a:pt x="61620" y="0"/>
                  </a:lnTo>
                  <a:lnTo>
                    <a:pt x="46151" y="19824"/>
                  </a:lnTo>
                  <a:lnTo>
                    <a:pt x="46164" y="38582"/>
                  </a:lnTo>
                  <a:lnTo>
                    <a:pt x="62242" y="58750"/>
                  </a:lnTo>
                  <a:lnTo>
                    <a:pt x="68795" y="58750"/>
                  </a:lnTo>
                  <a:lnTo>
                    <a:pt x="85090" y="38392"/>
                  </a:lnTo>
                  <a:lnTo>
                    <a:pt x="85204" y="208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81054" y="3706340"/>
              <a:ext cx="85084" cy="1053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6769" y="3854499"/>
              <a:ext cx="65335" cy="72069"/>
            </a:xfrm>
            <a:prstGeom prst="rect">
              <a:avLst/>
            </a:prstGeom>
          </p:spPr>
        </p:pic>
      </p:grp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14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7350125" cy="6832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b="1" spc="-120" dirty="0">
                <a:latin typeface="Gill Sans MT"/>
                <a:cs typeface="Gill Sans MT"/>
              </a:rPr>
              <a:t>For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0" dirty="0">
                <a:latin typeface="Gill Sans MT"/>
                <a:cs typeface="Gill Sans MT"/>
              </a:rPr>
              <a:t>random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variable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50" dirty="0">
                <a:latin typeface="Gill Sans MT"/>
                <a:cs typeface="Gill Sans MT"/>
              </a:rPr>
              <a:t> normal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with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mean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50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 deviation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10,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what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is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probability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observing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value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between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20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and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80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(within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50" dirty="0">
                <a:latin typeface="Gill Sans MT"/>
                <a:cs typeface="Gill Sans MT"/>
              </a:rPr>
              <a:t>2 </a:t>
            </a:r>
            <a:r>
              <a:rPr sz="1450" b="1" spc="-10" dirty="0">
                <a:latin typeface="Gill Sans MT"/>
                <a:cs typeface="Gill Sans MT"/>
              </a:rPr>
              <a:t>standard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deviation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mean)?</a:t>
            </a:r>
            <a:endParaRPr sz="145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15319" y="1304382"/>
            <a:ext cx="4019550" cy="2622550"/>
            <a:chOff x="2315319" y="1304382"/>
            <a:chExt cx="4019550" cy="2622550"/>
          </a:xfrm>
        </p:grpSpPr>
        <p:sp>
          <p:nvSpPr>
            <p:cNvPr id="4" name="object 4"/>
            <p:cNvSpPr/>
            <p:nvPr/>
          </p:nvSpPr>
          <p:spPr>
            <a:xfrm>
              <a:off x="2649177" y="3324299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49177" y="27781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9177" y="22319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49177" y="168573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646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9442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7242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038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2834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634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8430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62265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9177" y="359739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49177" y="3051199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49177" y="2505037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49177" y="1958838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49177" y="1412676"/>
              <a:ext cx="3680460" cy="0"/>
            </a:xfrm>
            <a:custGeom>
              <a:avLst/>
              <a:gdLst/>
              <a:ahLst/>
              <a:cxnLst/>
              <a:rect l="l" t="t" r="r" b="b"/>
              <a:pathLst>
                <a:path w="3680460">
                  <a:moveTo>
                    <a:pt x="0" y="0"/>
                  </a:moveTo>
                  <a:lnTo>
                    <a:pt x="368037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5441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33440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11401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89362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67324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45323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3284" y="1309501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16460" y="1418443"/>
              <a:ext cx="3345815" cy="2179320"/>
            </a:xfrm>
            <a:custGeom>
              <a:avLst/>
              <a:gdLst/>
              <a:ahLst/>
              <a:cxnLst/>
              <a:rect l="l" t="t" r="r" b="b"/>
              <a:pathLst>
                <a:path w="3345815" h="2179320">
                  <a:moveTo>
                    <a:pt x="3345804" y="2178955"/>
                  </a:moveTo>
                  <a:lnTo>
                    <a:pt x="0" y="2178955"/>
                  </a:lnTo>
                  <a:lnTo>
                    <a:pt x="0" y="2174192"/>
                  </a:lnTo>
                  <a:lnTo>
                    <a:pt x="33449" y="2172890"/>
                  </a:lnTo>
                  <a:lnTo>
                    <a:pt x="66935" y="2171253"/>
                  </a:lnTo>
                  <a:lnTo>
                    <a:pt x="133833" y="2166751"/>
                  </a:lnTo>
                  <a:lnTo>
                    <a:pt x="200769" y="2159979"/>
                  </a:lnTo>
                  <a:lnTo>
                    <a:pt x="267667" y="2150045"/>
                  </a:lnTo>
                  <a:lnTo>
                    <a:pt x="334602" y="2135720"/>
                  </a:lnTo>
                  <a:lnTo>
                    <a:pt x="401501" y="2115591"/>
                  </a:lnTo>
                  <a:lnTo>
                    <a:pt x="468399" y="2087909"/>
                  </a:lnTo>
                  <a:lnTo>
                    <a:pt x="535334" y="2050665"/>
                  </a:lnTo>
                  <a:lnTo>
                    <a:pt x="568783" y="2027783"/>
                  </a:lnTo>
                  <a:lnTo>
                    <a:pt x="602232" y="2001663"/>
                  </a:lnTo>
                  <a:lnTo>
                    <a:pt x="635719" y="1972084"/>
                  </a:lnTo>
                  <a:lnTo>
                    <a:pt x="669168" y="1938709"/>
                  </a:lnTo>
                  <a:lnTo>
                    <a:pt x="702617" y="1901353"/>
                  </a:lnTo>
                  <a:lnTo>
                    <a:pt x="736066" y="1859756"/>
                  </a:lnTo>
                  <a:lnTo>
                    <a:pt x="769552" y="1813731"/>
                  </a:lnTo>
                  <a:lnTo>
                    <a:pt x="803002" y="1763092"/>
                  </a:lnTo>
                  <a:lnTo>
                    <a:pt x="836451" y="1707728"/>
                  </a:lnTo>
                  <a:lnTo>
                    <a:pt x="869900" y="1647601"/>
                  </a:lnTo>
                  <a:lnTo>
                    <a:pt x="903386" y="1582786"/>
                  </a:lnTo>
                  <a:lnTo>
                    <a:pt x="936835" y="1513284"/>
                  </a:lnTo>
                  <a:lnTo>
                    <a:pt x="970284" y="1439316"/>
                  </a:lnTo>
                  <a:lnTo>
                    <a:pt x="1003734" y="1361181"/>
                  </a:lnTo>
                  <a:lnTo>
                    <a:pt x="1037220" y="1279177"/>
                  </a:lnTo>
                  <a:lnTo>
                    <a:pt x="1070669" y="1193787"/>
                  </a:lnTo>
                  <a:lnTo>
                    <a:pt x="1104118" y="1105606"/>
                  </a:lnTo>
                  <a:lnTo>
                    <a:pt x="1137567" y="1015193"/>
                  </a:lnTo>
                  <a:lnTo>
                    <a:pt x="1171054" y="923366"/>
                  </a:lnTo>
                  <a:lnTo>
                    <a:pt x="1237952" y="738745"/>
                  </a:lnTo>
                  <a:lnTo>
                    <a:pt x="1271401" y="647774"/>
                  </a:lnTo>
                  <a:lnTo>
                    <a:pt x="1304850" y="558998"/>
                  </a:lnTo>
                  <a:lnTo>
                    <a:pt x="1338336" y="473459"/>
                  </a:lnTo>
                  <a:lnTo>
                    <a:pt x="1371785" y="392199"/>
                  </a:lnTo>
                  <a:lnTo>
                    <a:pt x="1405235" y="316222"/>
                  </a:lnTo>
                  <a:lnTo>
                    <a:pt x="1438684" y="246496"/>
                  </a:lnTo>
                  <a:lnTo>
                    <a:pt x="1472170" y="183951"/>
                  </a:lnTo>
                  <a:lnTo>
                    <a:pt x="1505619" y="129443"/>
                  </a:lnTo>
                  <a:lnTo>
                    <a:pt x="1539068" y="83753"/>
                  </a:lnTo>
                  <a:lnTo>
                    <a:pt x="1572517" y="47513"/>
                  </a:lnTo>
                  <a:lnTo>
                    <a:pt x="1606004" y="21245"/>
                  </a:lnTo>
                  <a:lnTo>
                    <a:pt x="1672902" y="0"/>
                  </a:lnTo>
                  <a:lnTo>
                    <a:pt x="1706351" y="5320"/>
                  </a:lnTo>
                  <a:lnTo>
                    <a:pt x="1773286" y="47513"/>
                  </a:lnTo>
                  <a:lnTo>
                    <a:pt x="1806736" y="83753"/>
                  </a:lnTo>
                  <a:lnTo>
                    <a:pt x="1840185" y="129443"/>
                  </a:lnTo>
                  <a:lnTo>
                    <a:pt x="1873671" y="183951"/>
                  </a:lnTo>
                  <a:lnTo>
                    <a:pt x="1907120" y="246496"/>
                  </a:lnTo>
                  <a:lnTo>
                    <a:pt x="1940569" y="316222"/>
                  </a:lnTo>
                  <a:lnTo>
                    <a:pt x="1974018" y="392199"/>
                  </a:lnTo>
                  <a:lnTo>
                    <a:pt x="2007468" y="473459"/>
                  </a:lnTo>
                  <a:lnTo>
                    <a:pt x="2040954" y="558998"/>
                  </a:lnTo>
                  <a:lnTo>
                    <a:pt x="2074403" y="647774"/>
                  </a:lnTo>
                  <a:lnTo>
                    <a:pt x="2107852" y="738745"/>
                  </a:lnTo>
                  <a:lnTo>
                    <a:pt x="2174788" y="923366"/>
                  </a:lnTo>
                  <a:lnTo>
                    <a:pt x="2208237" y="1015193"/>
                  </a:lnTo>
                  <a:lnTo>
                    <a:pt x="2241686" y="1105606"/>
                  </a:lnTo>
                  <a:lnTo>
                    <a:pt x="2275135" y="1193787"/>
                  </a:lnTo>
                  <a:lnTo>
                    <a:pt x="2308621" y="1279177"/>
                  </a:lnTo>
                  <a:lnTo>
                    <a:pt x="2342070" y="1361181"/>
                  </a:lnTo>
                  <a:lnTo>
                    <a:pt x="2375519" y="1439316"/>
                  </a:lnTo>
                  <a:lnTo>
                    <a:pt x="2408969" y="1513284"/>
                  </a:lnTo>
                  <a:lnTo>
                    <a:pt x="2442455" y="1582786"/>
                  </a:lnTo>
                  <a:lnTo>
                    <a:pt x="2475904" y="1647601"/>
                  </a:lnTo>
                  <a:lnTo>
                    <a:pt x="2509353" y="1707728"/>
                  </a:lnTo>
                  <a:lnTo>
                    <a:pt x="2542802" y="1763092"/>
                  </a:lnTo>
                  <a:lnTo>
                    <a:pt x="2576289" y="1813731"/>
                  </a:lnTo>
                  <a:lnTo>
                    <a:pt x="2609738" y="1859756"/>
                  </a:lnTo>
                  <a:lnTo>
                    <a:pt x="2643187" y="1901353"/>
                  </a:lnTo>
                  <a:lnTo>
                    <a:pt x="2676636" y="1938709"/>
                  </a:lnTo>
                  <a:lnTo>
                    <a:pt x="2710122" y="1972084"/>
                  </a:lnTo>
                  <a:lnTo>
                    <a:pt x="2743571" y="2001663"/>
                  </a:lnTo>
                  <a:lnTo>
                    <a:pt x="2777020" y="2027783"/>
                  </a:lnTo>
                  <a:lnTo>
                    <a:pt x="2810470" y="2050665"/>
                  </a:lnTo>
                  <a:lnTo>
                    <a:pt x="2843919" y="2070608"/>
                  </a:lnTo>
                  <a:lnTo>
                    <a:pt x="2910854" y="2102829"/>
                  </a:lnTo>
                  <a:lnTo>
                    <a:pt x="2977752" y="2126493"/>
                  </a:lnTo>
                  <a:lnTo>
                    <a:pt x="3044688" y="2143496"/>
                  </a:lnTo>
                  <a:lnTo>
                    <a:pt x="3111586" y="2155477"/>
                  </a:lnTo>
                  <a:lnTo>
                    <a:pt x="3178522" y="2163700"/>
                  </a:lnTo>
                  <a:lnTo>
                    <a:pt x="3245420" y="2169244"/>
                  </a:lnTo>
                  <a:lnTo>
                    <a:pt x="3312355" y="2172890"/>
                  </a:lnTo>
                  <a:lnTo>
                    <a:pt x="3345804" y="2174192"/>
                  </a:lnTo>
                  <a:lnTo>
                    <a:pt x="3345804" y="2178955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6453" y="3573220"/>
              <a:ext cx="3345815" cy="24765"/>
            </a:xfrm>
            <a:custGeom>
              <a:avLst/>
              <a:gdLst/>
              <a:ahLst/>
              <a:cxnLst/>
              <a:rect l="l" t="t" r="r" b="b"/>
              <a:pathLst>
                <a:path w="3345815" h="24764">
                  <a:moveTo>
                    <a:pt x="238975" y="0"/>
                  </a:moveTo>
                  <a:lnTo>
                    <a:pt x="191211" y="6362"/>
                  </a:lnTo>
                  <a:lnTo>
                    <a:pt x="141020" y="11379"/>
                  </a:lnTo>
                  <a:lnTo>
                    <a:pt x="76492" y="15963"/>
                  </a:lnTo>
                  <a:lnTo>
                    <a:pt x="0" y="19418"/>
                  </a:lnTo>
                  <a:lnTo>
                    <a:pt x="0" y="24180"/>
                  </a:lnTo>
                  <a:lnTo>
                    <a:pt x="238975" y="24180"/>
                  </a:lnTo>
                  <a:lnTo>
                    <a:pt x="238975" y="0"/>
                  </a:lnTo>
                  <a:close/>
                </a:path>
                <a:path w="3345815" h="24764">
                  <a:moveTo>
                    <a:pt x="3345802" y="19418"/>
                  </a:moveTo>
                  <a:lnTo>
                    <a:pt x="3288474" y="17005"/>
                  </a:lnTo>
                  <a:lnTo>
                    <a:pt x="3216770" y="12357"/>
                  </a:lnTo>
                  <a:lnTo>
                    <a:pt x="3154642" y="6362"/>
                  </a:lnTo>
                  <a:lnTo>
                    <a:pt x="3106826" y="0"/>
                  </a:lnTo>
                  <a:lnTo>
                    <a:pt x="3106826" y="24180"/>
                  </a:lnTo>
                  <a:lnTo>
                    <a:pt x="3345802" y="24180"/>
                  </a:lnTo>
                  <a:lnTo>
                    <a:pt x="3345802" y="1941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49177" y="1309464"/>
              <a:ext cx="3680460" cy="2397125"/>
            </a:xfrm>
            <a:custGeom>
              <a:avLst/>
              <a:gdLst/>
              <a:ahLst/>
              <a:cxnLst/>
              <a:rect l="l" t="t" r="r" b="b"/>
              <a:pathLst>
                <a:path w="3680460" h="2397125">
                  <a:moveTo>
                    <a:pt x="0" y="2396876"/>
                  </a:moveTo>
                  <a:lnTo>
                    <a:pt x="3680370" y="2396876"/>
                  </a:lnTo>
                  <a:lnTo>
                    <a:pt x="3680370" y="0"/>
                  </a:lnTo>
                  <a:lnTo>
                    <a:pt x="0" y="0"/>
                  </a:lnTo>
                  <a:lnTo>
                    <a:pt x="0" y="23968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785" y="3567819"/>
              <a:ext cx="155910" cy="592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786" y="3021731"/>
              <a:ext cx="155306" cy="588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2786" y="1929147"/>
              <a:ext cx="155715" cy="593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786" y="1383096"/>
              <a:ext cx="156943" cy="5897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23095" y="1412676"/>
              <a:ext cx="2822575" cy="2320290"/>
            </a:xfrm>
            <a:custGeom>
              <a:avLst/>
              <a:gdLst/>
              <a:ahLst/>
              <a:cxnLst/>
              <a:rect l="l" t="t" r="r" b="b"/>
              <a:pathLst>
                <a:path w="2822575" h="2320290">
                  <a:moveTo>
                    <a:pt x="0" y="2184722"/>
                  </a:moveTo>
                  <a:lnTo>
                    <a:pt x="26082" y="2184722"/>
                  </a:lnTo>
                </a:path>
                <a:path w="2822575" h="2320290">
                  <a:moveTo>
                    <a:pt x="0" y="1638523"/>
                  </a:moveTo>
                  <a:lnTo>
                    <a:pt x="26082" y="1638523"/>
                  </a:lnTo>
                </a:path>
                <a:path w="2822575" h="2320290">
                  <a:moveTo>
                    <a:pt x="0" y="1092361"/>
                  </a:moveTo>
                  <a:lnTo>
                    <a:pt x="26082" y="1092361"/>
                  </a:lnTo>
                </a:path>
                <a:path w="2822575" h="2320290">
                  <a:moveTo>
                    <a:pt x="0" y="546161"/>
                  </a:moveTo>
                  <a:lnTo>
                    <a:pt x="26082" y="546161"/>
                  </a:lnTo>
                </a:path>
                <a:path w="2822575" h="2320290">
                  <a:moveTo>
                    <a:pt x="0" y="0"/>
                  </a:moveTo>
                  <a:lnTo>
                    <a:pt x="26082" y="0"/>
                  </a:lnTo>
                </a:path>
                <a:path w="2822575" h="2320290">
                  <a:moveTo>
                    <a:pt x="432345" y="2319783"/>
                  </a:moveTo>
                  <a:lnTo>
                    <a:pt x="432345" y="2293664"/>
                  </a:lnTo>
                </a:path>
                <a:path w="2822575" h="2320290">
                  <a:moveTo>
                    <a:pt x="910344" y="2319783"/>
                  </a:moveTo>
                  <a:lnTo>
                    <a:pt x="910344" y="2293664"/>
                  </a:lnTo>
                </a:path>
                <a:path w="2822575" h="2320290">
                  <a:moveTo>
                    <a:pt x="1388305" y="2319783"/>
                  </a:moveTo>
                  <a:lnTo>
                    <a:pt x="1388305" y="2293664"/>
                  </a:lnTo>
                </a:path>
                <a:path w="2822575" h="2320290">
                  <a:moveTo>
                    <a:pt x="1866267" y="2319783"/>
                  </a:moveTo>
                  <a:lnTo>
                    <a:pt x="1866267" y="2293664"/>
                  </a:lnTo>
                </a:path>
                <a:path w="2822575" h="2320290">
                  <a:moveTo>
                    <a:pt x="2822227" y="2319783"/>
                  </a:moveTo>
                  <a:lnTo>
                    <a:pt x="2822227" y="2293664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13062" y="3752481"/>
              <a:ext cx="1519555" cy="59690"/>
            </a:xfrm>
            <a:custGeom>
              <a:avLst/>
              <a:gdLst/>
              <a:ahLst/>
              <a:cxnLst/>
              <a:rect l="l" t="t" r="r" b="b"/>
              <a:pathLst>
                <a:path w="1519554" h="59689">
                  <a:moveTo>
                    <a:pt x="38163" y="52235"/>
                  </a:moveTo>
                  <a:lnTo>
                    <a:pt x="8064" y="52235"/>
                  </a:lnTo>
                  <a:lnTo>
                    <a:pt x="9258" y="49974"/>
                  </a:lnTo>
                  <a:lnTo>
                    <a:pt x="10820" y="47777"/>
                  </a:lnTo>
                  <a:lnTo>
                    <a:pt x="15697" y="42710"/>
                  </a:lnTo>
                  <a:lnTo>
                    <a:pt x="24625" y="35242"/>
                  </a:lnTo>
                  <a:lnTo>
                    <a:pt x="31546" y="28651"/>
                  </a:lnTo>
                  <a:lnTo>
                    <a:pt x="34404" y="24853"/>
                  </a:lnTo>
                  <a:lnTo>
                    <a:pt x="36423" y="20802"/>
                  </a:lnTo>
                  <a:lnTo>
                    <a:pt x="36753" y="19723"/>
                  </a:lnTo>
                  <a:lnTo>
                    <a:pt x="37236" y="16929"/>
                  </a:lnTo>
                  <a:lnTo>
                    <a:pt x="37160" y="13550"/>
                  </a:lnTo>
                  <a:lnTo>
                    <a:pt x="18300" y="0"/>
                  </a:lnTo>
                  <a:lnTo>
                    <a:pt x="14287" y="406"/>
                  </a:lnTo>
                  <a:lnTo>
                    <a:pt x="292" y="15113"/>
                  </a:lnTo>
                  <a:lnTo>
                    <a:pt x="7848" y="15773"/>
                  </a:lnTo>
                  <a:lnTo>
                    <a:pt x="8293" y="13512"/>
                  </a:lnTo>
                  <a:lnTo>
                    <a:pt x="9258" y="11201"/>
                  </a:lnTo>
                  <a:lnTo>
                    <a:pt x="19189" y="6032"/>
                  </a:lnTo>
                  <a:lnTo>
                    <a:pt x="21869" y="6286"/>
                  </a:lnTo>
                  <a:lnTo>
                    <a:pt x="29641" y="17411"/>
                  </a:lnTo>
                  <a:lnTo>
                    <a:pt x="28905" y="20612"/>
                  </a:lnTo>
                  <a:lnTo>
                    <a:pt x="27381" y="23444"/>
                  </a:lnTo>
                  <a:lnTo>
                    <a:pt x="25781" y="25603"/>
                  </a:lnTo>
                  <a:lnTo>
                    <a:pt x="23317" y="28168"/>
                  </a:lnTo>
                  <a:lnTo>
                    <a:pt x="14020" y="35941"/>
                  </a:lnTo>
                  <a:lnTo>
                    <a:pt x="8140" y="41376"/>
                  </a:lnTo>
                  <a:lnTo>
                    <a:pt x="5651" y="44170"/>
                  </a:lnTo>
                  <a:lnTo>
                    <a:pt x="3340" y="47180"/>
                  </a:lnTo>
                  <a:lnTo>
                    <a:pt x="1778" y="49669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163" y="58534"/>
                  </a:lnTo>
                  <a:lnTo>
                    <a:pt x="38163" y="52235"/>
                  </a:lnTo>
                  <a:close/>
                </a:path>
                <a:path w="1519554" h="59689">
                  <a:moveTo>
                    <a:pt x="85280" y="21170"/>
                  </a:moveTo>
                  <a:lnTo>
                    <a:pt x="77724" y="3835"/>
                  </a:lnTo>
                  <a:lnTo>
                    <a:pt x="77724" y="20167"/>
                  </a:lnTo>
                  <a:lnTo>
                    <a:pt x="77635" y="38925"/>
                  </a:lnTo>
                  <a:lnTo>
                    <a:pt x="68414" y="53022"/>
                  </a:lnTo>
                  <a:lnTo>
                    <a:pt x="62839" y="53022"/>
                  </a:lnTo>
                  <a:lnTo>
                    <a:pt x="55511" y="46329"/>
                  </a:lnTo>
                  <a:lnTo>
                    <a:pt x="55206" y="45656"/>
                  </a:lnTo>
                  <a:lnTo>
                    <a:pt x="54724" y="44208"/>
                  </a:lnTo>
                  <a:lnTo>
                    <a:pt x="54267" y="42532"/>
                  </a:lnTo>
                  <a:lnTo>
                    <a:pt x="54000" y="41262"/>
                  </a:lnTo>
                  <a:lnTo>
                    <a:pt x="54038" y="17640"/>
                  </a:lnTo>
                  <a:lnTo>
                    <a:pt x="63474" y="6146"/>
                  </a:lnTo>
                  <a:lnTo>
                    <a:pt x="68084" y="6146"/>
                  </a:lnTo>
                  <a:lnTo>
                    <a:pt x="76009" y="13068"/>
                  </a:lnTo>
                  <a:lnTo>
                    <a:pt x="76415" y="14135"/>
                  </a:lnTo>
                  <a:lnTo>
                    <a:pt x="76860" y="15671"/>
                  </a:lnTo>
                  <a:lnTo>
                    <a:pt x="77419" y="18237"/>
                  </a:lnTo>
                  <a:lnTo>
                    <a:pt x="77533" y="18935"/>
                  </a:lnTo>
                  <a:lnTo>
                    <a:pt x="77571" y="19202"/>
                  </a:lnTo>
                  <a:lnTo>
                    <a:pt x="77724" y="20167"/>
                  </a:lnTo>
                  <a:lnTo>
                    <a:pt x="77724" y="3835"/>
                  </a:lnTo>
                  <a:lnTo>
                    <a:pt x="68262" y="114"/>
                  </a:lnTo>
                  <a:lnTo>
                    <a:pt x="63284" y="114"/>
                  </a:lnTo>
                  <a:lnTo>
                    <a:pt x="47066" y="15671"/>
                  </a:lnTo>
                  <a:lnTo>
                    <a:pt x="46875" y="16408"/>
                  </a:lnTo>
                  <a:lnTo>
                    <a:pt x="46088" y="21170"/>
                  </a:lnTo>
                  <a:lnTo>
                    <a:pt x="46202" y="38696"/>
                  </a:lnTo>
                  <a:lnTo>
                    <a:pt x="46240" y="38925"/>
                  </a:lnTo>
                  <a:lnTo>
                    <a:pt x="46393" y="40043"/>
                  </a:lnTo>
                  <a:lnTo>
                    <a:pt x="62318" y="59093"/>
                  </a:lnTo>
                  <a:lnTo>
                    <a:pt x="68859" y="59093"/>
                  </a:lnTo>
                  <a:lnTo>
                    <a:pt x="79679" y="53022"/>
                  </a:lnTo>
                  <a:lnTo>
                    <a:pt x="79844" y="52832"/>
                  </a:lnTo>
                  <a:lnTo>
                    <a:pt x="85242" y="37922"/>
                  </a:lnTo>
                  <a:lnTo>
                    <a:pt x="85280" y="21170"/>
                  </a:lnTo>
                  <a:close/>
                </a:path>
                <a:path w="1519554" h="59689">
                  <a:moveTo>
                    <a:pt x="516686" y="42608"/>
                  </a:moveTo>
                  <a:lnTo>
                    <a:pt x="502996" y="29095"/>
                  </a:lnTo>
                  <a:lnTo>
                    <a:pt x="502996" y="28917"/>
                  </a:lnTo>
                  <a:lnTo>
                    <a:pt x="515048" y="16256"/>
                  </a:lnTo>
                  <a:lnTo>
                    <a:pt x="515010" y="13995"/>
                  </a:lnTo>
                  <a:lnTo>
                    <a:pt x="498640" y="38"/>
                  </a:lnTo>
                  <a:lnTo>
                    <a:pt x="494626" y="76"/>
                  </a:lnTo>
                  <a:lnTo>
                    <a:pt x="477913" y="14998"/>
                  </a:lnTo>
                  <a:lnTo>
                    <a:pt x="485317" y="15595"/>
                  </a:lnTo>
                  <a:lnTo>
                    <a:pt x="485432" y="14693"/>
                  </a:lnTo>
                  <a:lnTo>
                    <a:pt x="485838" y="13030"/>
                  </a:lnTo>
                  <a:lnTo>
                    <a:pt x="496709" y="6032"/>
                  </a:lnTo>
                  <a:lnTo>
                    <a:pt x="498754" y="6146"/>
                  </a:lnTo>
                  <a:lnTo>
                    <a:pt x="507492" y="16040"/>
                  </a:lnTo>
                  <a:lnTo>
                    <a:pt x="507314" y="18275"/>
                  </a:lnTo>
                  <a:lnTo>
                    <a:pt x="490753" y="25971"/>
                  </a:lnTo>
                  <a:lnTo>
                    <a:pt x="490753" y="32372"/>
                  </a:lnTo>
                  <a:lnTo>
                    <a:pt x="495782" y="32372"/>
                  </a:lnTo>
                  <a:lnTo>
                    <a:pt x="500468" y="32893"/>
                  </a:lnTo>
                  <a:lnTo>
                    <a:pt x="508990" y="43383"/>
                  </a:lnTo>
                  <a:lnTo>
                    <a:pt x="508508" y="46253"/>
                  </a:lnTo>
                  <a:lnTo>
                    <a:pt x="497116" y="53251"/>
                  </a:lnTo>
                  <a:lnTo>
                    <a:pt x="494804" y="53136"/>
                  </a:lnTo>
                  <a:lnTo>
                    <a:pt x="484543" y="43014"/>
                  </a:lnTo>
                  <a:lnTo>
                    <a:pt x="476910" y="43688"/>
                  </a:lnTo>
                  <a:lnTo>
                    <a:pt x="495033" y="59270"/>
                  </a:lnTo>
                  <a:lnTo>
                    <a:pt x="499833" y="59232"/>
                  </a:lnTo>
                  <a:lnTo>
                    <a:pt x="516356" y="46367"/>
                  </a:lnTo>
                  <a:lnTo>
                    <a:pt x="516686" y="42608"/>
                  </a:lnTo>
                  <a:close/>
                </a:path>
                <a:path w="1519554" h="59689">
                  <a:moveTo>
                    <a:pt x="563232" y="21170"/>
                  </a:moveTo>
                  <a:lnTo>
                    <a:pt x="555675" y="3822"/>
                  </a:lnTo>
                  <a:lnTo>
                    <a:pt x="555675" y="20167"/>
                  </a:lnTo>
                  <a:lnTo>
                    <a:pt x="555637" y="38925"/>
                  </a:lnTo>
                  <a:lnTo>
                    <a:pt x="553707" y="46329"/>
                  </a:lnTo>
                  <a:lnTo>
                    <a:pt x="553453" y="46990"/>
                  </a:lnTo>
                  <a:lnTo>
                    <a:pt x="546417" y="53022"/>
                  </a:lnTo>
                  <a:lnTo>
                    <a:pt x="540829" y="53022"/>
                  </a:lnTo>
                  <a:lnTo>
                    <a:pt x="531787" y="40043"/>
                  </a:lnTo>
                  <a:lnTo>
                    <a:pt x="531761" y="39890"/>
                  </a:lnTo>
                  <a:lnTo>
                    <a:pt x="531609" y="38925"/>
                  </a:lnTo>
                  <a:lnTo>
                    <a:pt x="531609" y="20167"/>
                  </a:lnTo>
                  <a:lnTo>
                    <a:pt x="540346" y="6362"/>
                  </a:lnTo>
                  <a:lnTo>
                    <a:pt x="547128" y="6362"/>
                  </a:lnTo>
                  <a:lnTo>
                    <a:pt x="555675" y="20167"/>
                  </a:lnTo>
                  <a:lnTo>
                    <a:pt x="555675" y="3822"/>
                  </a:lnTo>
                  <a:lnTo>
                    <a:pt x="548576" y="482"/>
                  </a:lnTo>
                  <a:lnTo>
                    <a:pt x="548830" y="482"/>
                  </a:lnTo>
                  <a:lnTo>
                    <a:pt x="546227" y="114"/>
                  </a:lnTo>
                  <a:lnTo>
                    <a:pt x="541210" y="114"/>
                  </a:lnTo>
                  <a:lnTo>
                    <a:pt x="538607" y="482"/>
                  </a:lnTo>
                  <a:lnTo>
                    <a:pt x="538822" y="482"/>
                  </a:lnTo>
                  <a:lnTo>
                    <a:pt x="538048" y="673"/>
                  </a:lnTo>
                  <a:lnTo>
                    <a:pt x="524179" y="20167"/>
                  </a:lnTo>
                  <a:lnTo>
                    <a:pt x="524192" y="38925"/>
                  </a:lnTo>
                  <a:lnTo>
                    <a:pt x="540283" y="59093"/>
                  </a:lnTo>
                  <a:lnTo>
                    <a:pt x="546823" y="59093"/>
                  </a:lnTo>
                  <a:lnTo>
                    <a:pt x="563118" y="38696"/>
                  </a:lnTo>
                  <a:lnTo>
                    <a:pt x="563232" y="21170"/>
                  </a:lnTo>
                  <a:close/>
                </a:path>
                <a:path w="1519554" h="59689">
                  <a:moveTo>
                    <a:pt x="995883" y="39662"/>
                  </a:moveTo>
                  <a:lnTo>
                    <a:pt x="987767" y="39662"/>
                  </a:lnTo>
                  <a:lnTo>
                    <a:pt x="987767" y="9156"/>
                  </a:lnTo>
                  <a:lnTo>
                    <a:pt x="987767" y="863"/>
                  </a:lnTo>
                  <a:lnTo>
                    <a:pt x="980808" y="863"/>
                  </a:lnTo>
                  <a:lnTo>
                    <a:pt x="980808" y="9309"/>
                  </a:lnTo>
                  <a:lnTo>
                    <a:pt x="980808" y="39662"/>
                  </a:lnTo>
                  <a:lnTo>
                    <a:pt x="960424" y="39662"/>
                  </a:lnTo>
                  <a:lnTo>
                    <a:pt x="960526" y="39522"/>
                  </a:lnTo>
                  <a:lnTo>
                    <a:pt x="960640" y="39370"/>
                  </a:lnTo>
                  <a:lnTo>
                    <a:pt x="960869" y="39141"/>
                  </a:lnTo>
                  <a:lnTo>
                    <a:pt x="961834" y="37884"/>
                  </a:lnTo>
                  <a:lnTo>
                    <a:pt x="962990" y="36283"/>
                  </a:lnTo>
                  <a:lnTo>
                    <a:pt x="963091" y="36093"/>
                  </a:lnTo>
                  <a:lnTo>
                    <a:pt x="963206" y="35941"/>
                  </a:lnTo>
                  <a:lnTo>
                    <a:pt x="963282" y="35801"/>
                  </a:lnTo>
                  <a:lnTo>
                    <a:pt x="978496" y="13360"/>
                  </a:lnTo>
                  <a:lnTo>
                    <a:pt x="978801" y="12801"/>
                  </a:lnTo>
                  <a:lnTo>
                    <a:pt x="978916" y="12649"/>
                  </a:lnTo>
                  <a:lnTo>
                    <a:pt x="978979" y="12509"/>
                  </a:lnTo>
                  <a:lnTo>
                    <a:pt x="979055" y="12319"/>
                  </a:lnTo>
                  <a:lnTo>
                    <a:pt x="979170" y="12166"/>
                  </a:lnTo>
                  <a:lnTo>
                    <a:pt x="979322" y="11874"/>
                  </a:lnTo>
                  <a:lnTo>
                    <a:pt x="979436" y="11722"/>
                  </a:lnTo>
                  <a:lnTo>
                    <a:pt x="979728" y="11125"/>
                  </a:lnTo>
                  <a:lnTo>
                    <a:pt x="979919" y="10871"/>
                  </a:lnTo>
                  <a:lnTo>
                    <a:pt x="980211" y="10350"/>
                  </a:lnTo>
                  <a:lnTo>
                    <a:pt x="980249" y="10198"/>
                  </a:lnTo>
                  <a:lnTo>
                    <a:pt x="980478" y="9867"/>
                  </a:lnTo>
                  <a:lnTo>
                    <a:pt x="980579" y="9639"/>
                  </a:lnTo>
                  <a:lnTo>
                    <a:pt x="980655" y="9448"/>
                  </a:lnTo>
                  <a:lnTo>
                    <a:pt x="980808" y="9309"/>
                  </a:lnTo>
                  <a:lnTo>
                    <a:pt x="980808" y="863"/>
                  </a:lnTo>
                  <a:lnTo>
                    <a:pt x="980020" y="863"/>
                  </a:lnTo>
                  <a:lnTo>
                    <a:pt x="953693" y="39662"/>
                  </a:lnTo>
                  <a:lnTo>
                    <a:pt x="953643" y="45466"/>
                  </a:lnTo>
                  <a:lnTo>
                    <a:pt x="980808" y="45466"/>
                  </a:lnTo>
                  <a:lnTo>
                    <a:pt x="980808" y="58534"/>
                  </a:lnTo>
                  <a:lnTo>
                    <a:pt x="987767" y="58534"/>
                  </a:lnTo>
                  <a:lnTo>
                    <a:pt x="987767" y="45466"/>
                  </a:lnTo>
                  <a:lnTo>
                    <a:pt x="995883" y="45466"/>
                  </a:lnTo>
                  <a:lnTo>
                    <a:pt x="995883" y="39662"/>
                  </a:lnTo>
                  <a:close/>
                </a:path>
                <a:path w="1519554" h="59689">
                  <a:moveTo>
                    <a:pt x="1041107" y="20167"/>
                  </a:moveTo>
                  <a:lnTo>
                    <a:pt x="1033792" y="3962"/>
                  </a:lnTo>
                  <a:lnTo>
                    <a:pt x="1033792" y="21170"/>
                  </a:lnTo>
                  <a:lnTo>
                    <a:pt x="1033754" y="37922"/>
                  </a:lnTo>
                  <a:lnTo>
                    <a:pt x="1033627" y="38735"/>
                  </a:lnTo>
                  <a:lnTo>
                    <a:pt x="1033602" y="38925"/>
                  </a:lnTo>
                  <a:lnTo>
                    <a:pt x="1033462" y="39890"/>
                  </a:lnTo>
                  <a:lnTo>
                    <a:pt x="1024382" y="53022"/>
                  </a:lnTo>
                  <a:lnTo>
                    <a:pt x="1024699" y="53022"/>
                  </a:lnTo>
                  <a:lnTo>
                    <a:pt x="1022743" y="53289"/>
                  </a:lnTo>
                  <a:lnTo>
                    <a:pt x="1020432" y="53289"/>
                  </a:lnTo>
                  <a:lnTo>
                    <a:pt x="1018476" y="53022"/>
                  </a:lnTo>
                  <a:lnTo>
                    <a:pt x="1018794" y="53022"/>
                  </a:lnTo>
                  <a:lnTo>
                    <a:pt x="1017231" y="52578"/>
                  </a:lnTo>
                  <a:lnTo>
                    <a:pt x="1009573" y="38925"/>
                  </a:lnTo>
                  <a:lnTo>
                    <a:pt x="1009573" y="20167"/>
                  </a:lnTo>
                  <a:lnTo>
                    <a:pt x="1018311" y="6362"/>
                  </a:lnTo>
                  <a:lnTo>
                    <a:pt x="1025080" y="6362"/>
                  </a:lnTo>
                  <a:lnTo>
                    <a:pt x="1033348" y="18237"/>
                  </a:lnTo>
                  <a:lnTo>
                    <a:pt x="1033526" y="19164"/>
                  </a:lnTo>
                  <a:lnTo>
                    <a:pt x="1033640" y="20167"/>
                  </a:lnTo>
                  <a:lnTo>
                    <a:pt x="1033792" y="21170"/>
                  </a:lnTo>
                  <a:lnTo>
                    <a:pt x="1033792" y="3962"/>
                  </a:lnTo>
                  <a:lnTo>
                    <a:pt x="1025791" y="342"/>
                  </a:lnTo>
                  <a:lnTo>
                    <a:pt x="1017600" y="342"/>
                  </a:lnTo>
                  <a:lnTo>
                    <a:pt x="1002474" y="18237"/>
                  </a:lnTo>
                  <a:lnTo>
                    <a:pt x="1002144" y="20167"/>
                  </a:lnTo>
                  <a:lnTo>
                    <a:pt x="1012253" y="57150"/>
                  </a:lnTo>
                  <a:lnTo>
                    <a:pt x="1018235" y="59093"/>
                  </a:lnTo>
                  <a:lnTo>
                    <a:pt x="1024788" y="59093"/>
                  </a:lnTo>
                  <a:lnTo>
                    <a:pt x="1041044" y="38925"/>
                  </a:lnTo>
                  <a:lnTo>
                    <a:pt x="1041107" y="20167"/>
                  </a:lnTo>
                  <a:close/>
                </a:path>
                <a:path w="1519554" h="59689">
                  <a:moveTo>
                    <a:pt x="1472755" y="39738"/>
                  </a:moveTo>
                  <a:lnTo>
                    <a:pt x="1455826" y="21767"/>
                  </a:lnTo>
                  <a:lnTo>
                    <a:pt x="1451813" y="21805"/>
                  </a:lnTo>
                  <a:lnTo>
                    <a:pt x="1449692" y="22098"/>
                  </a:lnTo>
                  <a:lnTo>
                    <a:pt x="1447761" y="22618"/>
                  </a:lnTo>
                  <a:lnTo>
                    <a:pt x="1444967" y="23736"/>
                  </a:lnTo>
                  <a:lnTo>
                    <a:pt x="1442250" y="25412"/>
                  </a:lnTo>
                  <a:lnTo>
                    <a:pt x="1443367" y="7112"/>
                  </a:lnTo>
                  <a:lnTo>
                    <a:pt x="1469415" y="7112"/>
                  </a:lnTo>
                  <a:lnTo>
                    <a:pt x="1469415" y="863"/>
                  </a:lnTo>
                  <a:lnTo>
                    <a:pt x="1436636" y="863"/>
                  </a:lnTo>
                  <a:lnTo>
                    <a:pt x="1434693" y="31889"/>
                  </a:lnTo>
                  <a:lnTo>
                    <a:pt x="1441919" y="31889"/>
                  </a:lnTo>
                  <a:lnTo>
                    <a:pt x="1444599" y="29883"/>
                  </a:lnTo>
                  <a:lnTo>
                    <a:pt x="1448015" y="28359"/>
                  </a:lnTo>
                  <a:lnTo>
                    <a:pt x="1451546" y="27762"/>
                  </a:lnTo>
                  <a:lnTo>
                    <a:pt x="1453781" y="27762"/>
                  </a:lnTo>
                  <a:lnTo>
                    <a:pt x="1465135" y="40525"/>
                  </a:lnTo>
                  <a:lnTo>
                    <a:pt x="1464691" y="44056"/>
                  </a:lnTo>
                  <a:lnTo>
                    <a:pt x="1451889" y="53314"/>
                  </a:lnTo>
                  <a:lnTo>
                    <a:pt x="1448765" y="52984"/>
                  </a:lnTo>
                  <a:lnTo>
                    <a:pt x="1440497" y="44767"/>
                  </a:lnTo>
                  <a:lnTo>
                    <a:pt x="1433017" y="45618"/>
                  </a:lnTo>
                  <a:lnTo>
                    <a:pt x="1452295" y="59347"/>
                  </a:lnTo>
                  <a:lnTo>
                    <a:pt x="1455229" y="59194"/>
                  </a:lnTo>
                  <a:lnTo>
                    <a:pt x="1472463" y="43865"/>
                  </a:lnTo>
                  <a:lnTo>
                    <a:pt x="1472755" y="39738"/>
                  </a:lnTo>
                  <a:close/>
                </a:path>
                <a:path w="1519554" h="59689">
                  <a:moveTo>
                    <a:pt x="1519199" y="21170"/>
                  </a:moveTo>
                  <a:lnTo>
                    <a:pt x="1511642" y="3835"/>
                  </a:lnTo>
                  <a:lnTo>
                    <a:pt x="1511642" y="20167"/>
                  </a:lnTo>
                  <a:lnTo>
                    <a:pt x="1511566" y="38925"/>
                  </a:lnTo>
                  <a:lnTo>
                    <a:pt x="1508734" y="48145"/>
                  </a:lnTo>
                  <a:lnTo>
                    <a:pt x="1508442" y="48704"/>
                  </a:lnTo>
                  <a:lnTo>
                    <a:pt x="1508074" y="49187"/>
                  </a:lnTo>
                  <a:lnTo>
                    <a:pt x="1507731" y="49669"/>
                  </a:lnTo>
                  <a:lnTo>
                    <a:pt x="1506994" y="50533"/>
                  </a:lnTo>
                  <a:lnTo>
                    <a:pt x="1502333" y="53022"/>
                  </a:lnTo>
                  <a:lnTo>
                    <a:pt x="1496758" y="53022"/>
                  </a:lnTo>
                  <a:lnTo>
                    <a:pt x="1490992" y="49187"/>
                  </a:lnTo>
                  <a:lnTo>
                    <a:pt x="1490624" y="48704"/>
                  </a:lnTo>
                  <a:lnTo>
                    <a:pt x="1487703" y="40043"/>
                  </a:lnTo>
                  <a:lnTo>
                    <a:pt x="1487678" y="39890"/>
                  </a:lnTo>
                  <a:lnTo>
                    <a:pt x="1487525" y="38925"/>
                  </a:lnTo>
                  <a:lnTo>
                    <a:pt x="1487538" y="20167"/>
                  </a:lnTo>
                  <a:lnTo>
                    <a:pt x="1487830" y="18237"/>
                  </a:lnTo>
                  <a:lnTo>
                    <a:pt x="1497393" y="6146"/>
                  </a:lnTo>
                  <a:lnTo>
                    <a:pt x="1502003" y="6146"/>
                  </a:lnTo>
                  <a:lnTo>
                    <a:pt x="1511642" y="20167"/>
                  </a:lnTo>
                  <a:lnTo>
                    <a:pt x="1511642" y="3835"/>
                  </a:lnTo>
                  <a:lnTo>
                    <a:pt x="1502194" y="114"/>
                  </a:lnTo>
                  <a:lnTo>
                    <a:pt x="1497203" y="114"/>
                  </a:lnTo>
                  <a:lnTo>
                    <a:pt x="1480439" y="18237"/>
                  </a:lnTo>
                  <a:lnTo>
                    <a:pt x="1480312" y="18935"/>
                  </a:lnTo>
                  <a:lnTo>
                    <a:pt x="1480007" y="21170"/>
                  </a:lnTo>
                  <a:lnTo>
                    <a:pt x="1480121" y="38696"/>
                  </a:lnTo>
                  <a:lnTo>
                    <a:pt x="1480159" y="38925"/>
                  </a:lnTo>
                  <a:lnTo>
                    <a:pt x="1480312" y="40043"/>
                  </a:lnTo>
                  <a:lnTo>
                    <a:pt x="1496237" y="59093"/>
                  </a:lnTo>
                  <a:lnTo>
                    <a:pt x="1502752" y="59093"/>
                  </a:lnTo>
                  <a:lnTo>
                    <a:pt x="1518716" y="40817"/>
                  </a:lnTo>
                  <a:lnTo>
                    <a:pt x="1519047" y="38925"/>
                  </a:lnTo>
                  <a:lnTo>
                    <a:pt x="1519161" y="37922"/>
                  </a:lnTo>
                  <a:lnTo>
                    <a:pt x="1519199" y="2117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5319" y="2333438"/>
              <a:ext cx="282661" cy="34055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5748" y="3706340"/>
              <a:ext cx="84479" cy="10526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402974" y="3752824"/>
              <a:ext cx="85725" cy="59055"/>
            </a:xfrm>
            <a:custGeom>
              <a:avLst/>
              <a:gdLst/>
              <a:ahLst/>
              <a:cxnLst/>
              <a:rect l="l" t="t" r="r" b="b"/>
              <a:pathLst>
                <a:path w="85725" h="59054">
                  <a:moveTo>
                    <a:pt x="38100" y="520"/>
                  </a:moveTo>
                  <a:lnTo>
                    <a:pt x="0" y="520"/>
                  </a:lnTo>
                  <a:lnTo>
                    <a:pt x="0" y="6769"/>
                  </a:lnTo>
                  <a:lnTo>
                    <a:pt x="31000" y="6769"/>
                  </a:lnTo>
                  <a:lnTo>
                    <a:pt x="25412" y="15290"/>
                  </a:lnTo>
                  <a:lnTo>
                    <a:pt x="10909" y="52679"/>
                  </a:lnTo>
                  <a:lnTo>
                    <a:pt x="10642" y="58191"/>
                  </a:lnTo>
                  <a:lnTo>
                    <a:pt x="18338" y="58191"/>
                  </a:lnTo>
                  <a:lnTo>
                    <a:pt x="18567" y="52412"/>
                  </a:lnTo>
                  <a:lnTo>
                    <a:pt x="19494" y="45605"/>
                  </a:lnTo>
                  <a:lnTo>
                    <a:pt x="38100" y="6464"/>
                  </a:lnTo>
                  <a:lnTo>
                    <a:pt x="38100" y="520"/>
                  </a:lnTo>
                  <a:close/>
                </a:path>
                <a:path w="85725" h="59054">
                  <a:moveTo>
                    <a:pt x="85204" y="20828"/>
                  </a:moveTo>
                  <a:lnTo>
                    <a:pt x="80022" y="6019"/>
                  </a:lnTo>
                  <a:lnTo>
                    <a:pt x="79324" y="5130"/>
                  </a:lnTo>
                  <a:lnTo>
                    <a:pt x="78168" y="3937"/>
                  </a:lnTo>
                  <a:lnTo>
                    <a:pt x="77647" y="3479"/>
                  </a:lnTo>
                  <a:lnTo>
                    <a:pt x="77647" y="19824"/>
                  </a:lnTo>
                  <a:lnTo>
                    <a:pt x="77609" y="38582"/>
                  </a:lnTo>
                  <a:lnTo>
                    <a:pt x="75679" y="45986"/>
                  </a:lnTo>
                  <a:lnTo>
                    <a:pt x="75476" y="46507"/>
                  </a:lnTo>
                  <a:lnTo>
                    <a:pt x="68389" y="52679"/>
                  </a:lnTo>
                  <a:lnTo>
                    <a:pt x="68707" y="52679"/>
                  </a:lnTo>
                  <a:lnTo>
                    <a:pt x="66751" y="52946"/>
                  </a:lnTo>
                  <a:lnTo>
                    <a:pt x="64439" y="52946"/>
                  </a:lnTo>
                  <a:lnTo>
                    <a:pt x="62496" y="52679"/>
                  </a:lnTo>
                  <a:lnTo>
                    <a:pt x="62801" y="52679"/>
                  </a:lnTo>
                  <a:lnTo>
                    <a:pt x="61239" y="52235"/>
                  </a:lnTo>
                  <a:lnTo>
                    <a:pt x="53581" y="38582"/>
                  </a:lnTo>
                  <a:lnTo>
                    <a:pt x="53581" y="19824"/>
                  </a:lnTo>
                  <a:lnTo>
                    <a:pt x="62318" y="6019"/>
                  </a:lnTo>
                  <a:lnTo>
                    <a:pt x="69100" y="6019"/>
                  </a:lnTo>
                  <a:lnTo>
                    <a:pt x="74269" y="9588"/>
                  </a:lnTo>
                  <a:lnTo>
                    <a:pt x="74637" y="10083"/>
                  </a:lnTo>
                  <a:lnTo>
                    <a:pt x="77647" y="19824"/>
                  </a:lnTo>
                  <a:lnTo>
                    <a:pt x="77647" y="3479"/>
                  </a:lnTo>
                  <a:lnTo>
                    <a:pt x="69761" y="0"/>
                  </a:lnTo>
                  <a:lnTo>
                    <a:pt x="61620" y="0"/>
                  </a:lnTo>
                  <a:lnTo>
                    <a:pt x="46151" y="19824"/>
                  </a:lnTo>
                  <a:lnTo>
                    <a:pt x="46164" y="38582"/>
                  </a:lnTo>
                  <a:lnTo>
                    <a:pt x="62242" y="58750"/>
                  </a:lnTo>
                  <a:lnTo>
                    <a:pt x="68795" y="58750"/>
                  </a:lnTo>
                  <a:lnTo>
                    <a:pt x="85090" y="38392"/>
                  </a:lnTo>
                  <a:lnTo>
                    <a:pt x="85204" y="208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81054" y="3706340"/>
              <a:ext cx="85084" cy="1053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6769" y="3854499"/>
              <a:ext cx="65335" cy="72069"/>
            </a:xfrm>
            <a:prstGeom prst="rect">
              <a:avLst/>
            </a:prstGeom>
          </p:spPr>
        </p:pic>
      </p:grp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15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17048"/>
            <a:ext cx="307848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695" dirty="0">
                <a:latin typeface="Segoe UI Symbol"/>
                <a:cs typeface="Segoe UI Symbol"/>
              </a:rPr>
              <a:t>📊</a:t>
            </a:r>
            <a:r>
              <a:rPr sz="2900" spc="-165" dirty="0">
                <a:latin typeface="Segoe UI Symbol"/>
                <a:cs typeface="Segoe UI Symbol"/>
              </a:rPr>
              <a:t> </a:t>
            </a:r>
            <a:r>
              <a:rPr spc="-165" dirty="0"/>
              <a:t>The</a:t>
            </a:r>
            <a:r>
              <a:rPr spc="-155" dirty="0"/>
              <a:t> </a:t>
            </a:r>
            <a:r>
              <a:rPr spc="-120" dirty="0"/>
              <a:t>Empirical</a:t>
            </a:r>
            <a:r>
              <a:rPr spc="-155" dirty="0"/>
              <a:t> </a:t>
            </a:r>
            <a:r>
              <a:rPr spc="-55" dirty="0"/>
              <a:t>Rule</a:t>
            </a:r>
            <a:endParaRPr sz="290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1524" y="1352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4" y="1771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4" y="2181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8800" y="842644"/>
            <a:ext cx="7388225" cy="2531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0" dirty="0">
                <a:latin typeface="Trebuchet MS"/>
                <a:cs typeface="Trebuchet MS"/>
              </a:rPr>
              <a:t>For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normally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distributed</a:t>
            </a:r>
            <a:r>
              <a:rPr sz="1450" b="1" spc="-20" dirty="0">
                <a:latin typeface="Gill Sans MT"/>
                <a:cs typeface="Gill Sans MT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variable,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approximately,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60"/>
              </a:spcBef>
            </a:pPr>
            <a:r>
              <a:rPr sz="1450" b="1" dirty="0">
                <a:latin typeface="Gill Sans MT"/>
                <a:cs typeface="Gill Sans MT"/>
              </a:rPr>
              <a:t>68.3%</a:t>
            </a:r>
            <a:r>
              <a:rPr sz="1450" b="1" spc="-10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observations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fall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within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b="1" spc="-145" dirty="0">
                <a:latin typeface="Gill Sans MT"/>
                <a:cs typeface="Gill Sans MT"/>
              </a:rPr>
              <a:t>1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deviation</a:t>
            </a:r>
            <a:r>
              <a:rPr sz="1450" b="1" spc="-10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mean,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Lucida Sans"/>
                <a:cs typeface="Lucida Sans"/>
              </a:rPr>
              <a:t>[</a:t>
            </a:r>
            <a:r>
              <a:rPr sz="1500" i="1" spc="-35" dirty="0">
                <a:latin typeface="Arial"/>
                <a:cs typeface="Arial"/>
              </a:rPr>
              <a:t>μ</a:t>
            </a:r>
            <a:r>
              <a:rPr sz="1500" i="1" spc="-85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−</a:t>
            </a:r>
            <a:r>
              <a:rPr sz="1500" spc="-135" dirty="0">
                <a:latin typeface="Lucida Sans"/>
                <a:cs typeface="Lucida Sans"/>
              </a:rPr>
              <a:t> </a:t>
            </a:r>
            <a:r>
              <a:rPr sz="1500" i="1" spc="-50" dirty="0">
                <a:latin typeface="Arial"/>
                <a:cs typeface="Arial"/>
              </a:rPr>
              <a:t>σ</a:t>
            </a:r>
            <a:r>
              <a:rPr sz="1500" spc="-50" dirty="0">
                <a:latin typeface="Lucida Sans"/>
                <a:cs typeface="Lucida Sans"/>
              </a:rPr>
              <a:t>,</a:t>
            </a:r>
            <a:r>
              <a:rPr sz="1500" spc="25" dirty="0">
                <a:latin typeface="Lucida Sans"/>
                <a:cs typeface="Lucida Sans"/>
              </a:rPr>
              <a:t> </a:t>
            </a: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85" dirty="0">
                <a:latin typeface="Arial"/>
                <a:cs typeface="Arial"/>
              </a:rPr>
              <a:t> </a:t>
            </a:r>
            <a:r>
              <a:rPr sz="1500" spc="-65" dirty="0">
                <a:latin typeface="Lucida Sans"/>
                <a:cs typeface="Lucida Sans"/>
              </a:rPr>
              <a:t>+</a:t>
            </a:r>
            <a:r>
              <a:rPr sz="1500" spc="-140" dirty="0">
                <a:latin typeface="Lucida Sans"/>
                <a:cs typeface="Lucida Sans"/>
              </a:rPr>
              <a:t> </a:t>
            </a:r>
            <a:r>
              <a:rPr sz="1500" i="1" spc="-25" dirty="0">
                <a:latin typeface="Arial"/>
                <a:cs typeface="Arial"/>
              </a:rPr>
              <a:t>σ</a:t>
            </a:r>
            <a:r>
              <a:rPr sz="1500" spc="-25" dirty="0">
                <a:latin typeface="Lucida Sans"/>
                <a:cs typeface="Lucida Sans"/>
              </a:rPr>
              <a:t>]</a:t>
            </a:r>
            <a:endParaRPr sz="1500">
              <a:latin typeface="Lucida Sans"/>
              <a:cs typeface="Lucida Sans"/>
            </a:endParaRPr>
          </a:p>
          <a:p>
            <a:pPr marL="393065">
              <a:lnSpc>
                <a:spcPct val="100000"/>
              </a:lnSpc>
              <a:spcBef>
                <a:spcPts val="1500"/>
              </a:spcBef>
            </a:pPr>
            <a:r>
              <a:rPr sz="1450" b="1" dirty="0">
                <a:latin typeface="Gill Sans MT"/>
                <a:cs typeface="Gill Sans MT"/>
              </a:rPr>
              <a:t>95.5%</a:t>
            </a:r>
            <a:r>
              <a:rPr sz="1450" b="1" spc="-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observations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fall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within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2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deviations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mean,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Lucida Sans"/>
                <a:cs typeface="Lucida Sans"/>
              </a:rPr>
              <a:t>[</a:t>
            </a:r>
            <a:r>
              <a:rPr sz="1500" i="1" spc="-35" dirty="0">
                <a:latin typeface="Arial"/>
                <a:cs typeface="Arial"/>
              </a:rPr>
              <a:t>μ</a:t>
            </a:r>
            <a:r>
              <a:rPr sz="1500" i="1" spc="-85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−</a:t>
            </a:r>
            <a:r>
              <a:rPr sz="1500" spc="-135" dirty="0">
                <a:latin typeface="Lucida Sans"/>
                <a:cs typeface="Lucida Sans"/>
              </a:rPr>
              <a:t> </a:t>
            </a:r>
            <a:r>
              <a:rPr sz="1500" spc="-140" dirty="0">
                <a:latin typeface="Lucida Sans"/>
                <a:cs typeface="Lucida Sans"/>
              </a:rPr>
              <a:t>2</a:t>
            </a:r>
            <a:r>
              <a:rPr sz="1500" i="1" spc="-140" dirty="0">
                <a:latin typeface="Arial"/>
                <a:cs typeface="Arial"/>
              </a:rPr>
              <a:t>σ</a:t>
            </a:r>
            <a:r>
              <a:rPr sz="1500" spc="-140" dirty="0">
                <a:latin typeface="Lucida Sans"/>
                <a:cs typeface="Lucida Sans"/>
              </a:rPr>
              <a:t>,</a:t>
            </a:r>
            <a:r>
              <a:rPr sz="1500" spc="35" dirty="0">
                <a:latin typeface="Lucida Sans"/>
                <a:cs typeface="Lucida Sans"/>
              </a:rPr>
              <a:t> </a:t>
            </a: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80" dirty="0">
                <a:latin typeface="Arial"/>
                <a:cs typeface="Arial"/>
              </a:rPr>
              <a:t> </a:t>
            </a:r>
            <a:r>
              <a:rPr sz="1500" spc="-65" dirty="0">
                <a:latin typeface="Lucida Sans"/>
                <a:cs typeface="Lucida Sans"/>
              </a:rPr>
              <a:t>+</a:t>
            </a:r>
            <a:r>
              <a:rPr sz="1500" spc="-135" dirty="0">
                <a:latin typeface="Lucida Sans"/>
                <a:cs typeface="Lucida Sans"/>
              </a:rPr>
              <a:t> </a:t>
            </a:r>
            <a:r>
              <a:rPr sz="1500" spc="-30" dirty="0">
                <a:latin typeface="Lucida Sans"/>
                <a:cs typeface="Lucida Sans"/>
              </a:rPr>
              <a:t>2</a:t>
            </a:r>
            <a:r>
              <a:rPr sz="1500" i="1" spc="-30" dirty="0">
                <a:latin typeface="Arial"/>
                <a:cs typeface="Arial"/>
              </a:rPr>
              <a:t>σ</a:t>
            </a:r>
            <a:r>
              <a:rPr sz="1500" spc="-30" dirty="0">
                <a:latin typeface="Lucida Sans"/>
                <a:cs typeface="Lucida Sans"/>
              </a:rPr>
              <a:t>]</a:t>
            </a:r>
            <a:endParaRPr sz="1500">
              <a:latin typeface="Lucida Sans"/>
              <a:cs typeface="Lucida Sans"/>
            </a:endParaRPr>
          </a:p>
          <a:p>
            <a:pPr marL="393065">
              <a:lnSpc>
                <a:spcPct val="100000"/>
              </a:lnSpc>
              <a:spcBef>
                <a:spcPts val="1425"/>
              </a:spcBef>
            </a:pPr>
            <a:r>
              <a:rPr sz="1450" b="1" dirty="0">
                <a:latin typeface="Gill Sans MT"/>
                <a:cs typeface="Gill Sans MT"/>
              </a:rPr>
              <a:t>99.7%</a:t>
            </a:r>
            <a:r>
              <a:rPr sz="1450" b="1" spc="-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observations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fall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within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3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standard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deviations</a:t>
            </a:r>
            <a:r>
              <a:rPr sz="1450" b="1" spc="-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mean,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Lucida Sans"/>
                <a:cs typeface="Lucida Sans"/>
              </a:rPr>
              <a:t>[</a:t>
            </a:r>
            <a:r>
              <a:rPr sz="1500" i="1" spc="-35" dirty="0">
                <a:latin typeface="Arial"/>
                <a:cs typeface="Arial"/>
              </a:rPr>
              <a:t>μ</a:t>
            </a:r>
            <a:r>
              <a:rPr sz="1500" i="1" spc="-85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−</a:t>
            </a:r>
            <a:r>
              <a:rPr sz="1500" spc="-135" dirty="0">
                <a:latin typeface="Lucida Sans"/>
                <a:cs typeface="Lucida Sans"/>
              </a:rPr>
              <a:t> </a:t>
            </a:r>
            <a:r>
              <a:rPr sz="1500" spc="-140" dirty="0">
                <a:latin typeface="Lucida Sans"/>
                <a:cs typeface="Lucida Sans"/>
              </a:rPr>
              <a:t>3</a:t>
            </a:r>
            <a:r>
              <a:rPr sz="1500" i="1" spc="-140" dirty="0">
                <a:latin typeface="Arial"/>
                <a:cs typeface="Arial"/>
              </a:rPr>
              <a:t>σ</a:t>
            </a:r>
            <a:r>
              <a:rPr sz="1500" spc="-140" dirty="0">
                <a:latin typeface="Lucida Sans"/>
                <a:cs typeface="Lucida Sans"/>
              </a:rPr>
              <a:t>,</a:t>
            </a:r>
            <a:r>
              <a:rPr sz="1500" spc="30" dirty="0">
                <a:latin typeface="Lucida Sans"/>
                <a:cs typeface="Lucida Sans"/>
              </a:rPr>
              <a:t> </a:t>
            </a: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80" dirty="0">
                <a:latin typeface="Arial"/>
                <a:cs typeface="Arial"/>
              </a:rPr>
              <a:t> </a:t>
            </a:r>
            <a:r>
              <a:rPr sz="1500" spc="-65" dirty="0">
                <a:latin typeface="Lucida Sans"/>
                <a:cs typeface="Lucida Sans"/>
              </a:rPr>
              <a:t>+</a:t>
            </a:r>
            <a:r>
              <a:rPr sz="1500" spc="-140" dirty="0">
                <a:latin typeface="Lucida Sans"/>
                <a:cs typeface="Lucida Sans"/>
              </a:rPr>
              <a:t> </a:t>
            </a:r>
            <a:r>
              <a:rPr sz="1500" spc="-25" dirty="0">
                <a:latin typeface="Lucida Sans"/>
                <a:cs typeface="Lucida Sans"/>
              </a:rPr>
              <a:t>3</a:t>
            </a:r>
            <a:r>
              <a:rPr sz="1500" i="1" spc="-25" dirty="0">
                <a:latin typeface="Arial"/>
                <a:cs typeface="Arial"/>
              </a:rPr>
              <a:t>σ</a:t>
            </a:r>
            <a:r>
              <a:rPr sz="1500" spc="-25" dirty="0">
                <a:latin typeface="Lucida Sans"/>
                <a:cs typeface="Lucida Sans"/>
              </a:rPr>
              <a:t>]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1450" spc="1595" dirty="0">
                <a:latin typeface="Segoe UI Symbol"/>
                <a:cs typeface="Segoe UI Symbol"/>
              </a:rPr>
              <a:t>🧠</a:t>
            </a:r>
            <a:r>
              <a:rPr sz="1450" spc="-20" dirty="0">
                <a:latin typeface="Segoe UI Symbol"/>
                <a:cs typeface="Segoe UI Symbol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Remember: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ts val="1730"/>
              </a:lnSpc>
              <a:spcBef>
                <a:spcPts val="1410"/>
              </a:spcBef>
            </a:pPr>
            <a:r>
              <a:rPr sz="1450" dirty="0">
                <a:latin typeface="Trebuchet MS"/>
                <a:cs typeface="Trebuchet MS"/>
              </a:rPr>
              <a:t>These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percentages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70" dirty="0">
                <a:latin typeface="Trebuchet MS"/>
                <a:cs typeface="Trebuchet MS"/>
              </a:rPr>
              <a:t>so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common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45" dirty="0">
                <a:latin typeface="Trebuchet MS"/>
                <a:cs typeface="Trebuchet MS"/>
              </a:rPr>
              <a:t>they’re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often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called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“68–95–99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rule.”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ts val="1730"/>
              </a:lnSpc>
            </a:pPr>
            <a:r>
              <a:rPr sz="1450" spc="-45" dirty="0">
                <a:latin typeface="Trebuchet MS"/>
                <a:cs typeface="Trebuchet MS"/>
              </a:rPr>
              <a:t>You’ll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see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or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hear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them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frequently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statistics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discussions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data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interpretation.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16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Standard</a:t>
            </a:r>
            <a:r>
              <a:rPr spc="-155" dirty="0"/>
              <a:t> </a:t>
            </a:r>
            <a:r>
              <a:rPr spc="-95" dirty="0"/>
              <a:t>Normal</a:t>
            </a:r>
            <a:r>
              <a:rPr spc="-155" dirty="0"/>
              <a:t> </a:t>
            </a:r>
            <a:r>
              <a:rPr spc="-65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0" y="795019"/>
            <a:ext cx="6427470" cy="650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special transformation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simplifies the equations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 the normal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distribution.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450" b="1" spc="-30" dirty="0">
                <a:latin typeface="Gill Sans MT"/>
                <a:cs typeface="Gill Sans MT"/>
              </a:rPr>
              <a:t>Standard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90" dirty="0">
                <a:latin typeface="Gill Sans MT"/>
                <a:cs typeface="Gill Sans MT"/>
              </a:rPr>
              <a:t>Normal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45" dirty="0">
                <a:latin typeface="Gill Sans MT"/>
                <a:cs typeface="Gill Sans MT"/>
              </a:rPr>
              <a:t>Distribution</a:t>
            </a:r>
            <a:r>
              <a:rPr sz="1450" spc="-45" dirty="0">
                <a:latin typeface="Trebuchet MS"/>
                <a:cs typeface="Trebuchet MS"/>
              </a:rPr>
              <a:t>: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500" i="1" spc="60" dirty="0">
                <a:latin typeface="Arial"/>
                <a:cs typeface="Arial"/>
              </a:rPr>
              <a:t>Z </a:t>
            </a:r>
            <a:r>
              <a:rPr sz="1500" spc="-90" dirty="0">
                <a:latin typeface="Lucida Sans"/>
                <a:cs typeface="Lucida Sans"/>
              </a:rPr>
              <a:t>∼</a:t>
            </a:r>
            <a:r>
              <a:rPr sz="1500" spc="-55" dirty="0">
                <a:latin typeface="Lucida Sans"/>
                <a:cs typeface="Lucida Sans"/>
              </a:rPr>
              <a:t> </a:t>
            </a:r>
            <a:r>
              <a:rPr sz="1650" spc="-185" dirty="0">
                <a:latin typeface="Century"/>
                <a:cs typeface="Century"/>
              </a:rPr>
              <a:t>N</a:t>
            </a:r>
            <a:r>
              <a:rPr sz="1650" spc="-220" dirty="0">
                <a:latin typeface="Century"/>
                <a:cs typeface="Century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(0,</a:t>
            </a:r>
            <a:r>
              <a:rPr sz="1500" spc="-225" dirty="0">
                <a:latin typeface="Lucida Sans"/>
                <a:cs typeface="Lucida Sans"/>
              </a:rPr>
              <a:t> </a:t>
            </a:r>
            <a:r>
              <a:rPr sz="1500" spc="-25" dirty="0">
                <a:latin typeface="Lucida Sans"/>
                <a:cs typeface="Lucida Sans"/>
              </a:rPr>
              <a:t>1)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2195195"/>
            <a:ext cx="5647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PDF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simplifies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following: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58218" y="3478947"/>
            <a:ext cx="3333750" cy="2343150"/>
            <a:chOff x="2658218" y="3478947"/>
            <a:chExt cx="3333750" cy="2343150"/>
          </a:xfrm>
        </p:grpSpPr>
        <p:sp>
          <p:nvSpPr>
            <p:cNvPr id="6" name="object 6"/>
            <p:cNvSpPr/>
            <p:nvPr/>
          </p:nvSpPr>
          <p:spPr>
            <a:xfrm>
              <a:off x="2945457" y="5364249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5457" y="485447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5457" y="4344739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45457" y="3835003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83681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671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73623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68576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63528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58481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53471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48424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45457" y="5619117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5457" y="5109380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45457" y="4599607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45457" y="408987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5457" y="358013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81176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76128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71081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66071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61023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55976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50929" y="348406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3681" y="3585492"/>
              <a:ext cx="2764790" cy="2029460"/>
            </a:xfrm>
            <a:custGeom>
              <a:avLst/>
              <a:gdLst/>
              <a:ahLst/>
              <a:cxnLst/>
              <a:rect l="l" t="t" r="r" b="b"/>
              <a:pathLst>
                <a:path w="2764790" h="2029460">
                  <a:moveTo>
                    <a:pt x="0" y="2029159"/>
                  </a:moveTo>
                  <a:lnTo>
                    <a:pt x="3981" y="2029010"/>
                  </a:lnTo>
                  <a:lnTo>
                    <a:pt x="7925" y="2028862"/>
                  </a:lnTo>
                  <a:lnTo>
                    <a:pt x="11869" y="2028675"/>
                  </a:lnTo>
                  <a:lnTo>
                    <a:pt x="15812" y="2028527"/>
                  </a:lnTo>
                  <a:lnTo>
                    <a:pt x="27644" y="2027969"/>
                  </a:lnTo>
                  <a:lnTo>
                    <a:pt x="31625" y="2027745"/>
                  </a:lnTo>
                  <a:lnTo>
                    <a:pt x="35569" y="2027559"/>
                  </a:lnTo>
                  <a:lnTo>
                    <a:pt x="55289" y="2026443"/>
                  </a:lnTo>
                  <a:lnTo>
                    <a:pt x="59270" y="2026183"/>
                  </a:lnTo>
                  <a:lnTo>
                    <a:pt x="75046" y="2025141"/>
                  </a:lnTo>
                  <a:lnTo>
                    <a:pt x="78990" y="2024843"/>
                  </a:lnTo>
                  <a:lnTo>
                    <a:pt x="82971" y="2024546"/>
                  </a:lnTo>
                  <a:lnTo>
                    <a:pt x="90859" y="2023950"/>
                  </a:lnTo>
                  <a:lnTo>
                    <a:pt x="102691" y="2022946"/>
                  </a:lnTo>
                  <a:lnTo>
                    <a:pt x="106635" y="2022574"/>
                  </a:lnTo>
                  <a:lnTo>
                    <a:pt x="110616" y="2022239"/>
                  </a:lnTo>
                  <a:lnTo>
                    <a:pt x="114560" y="2021867"/>
                  </a:lnTo>
                  <a:lnTo>
                    <a:pt x="118504" y="2021457"/>
                  </a:lnTo>
                  <a:lnTo>
                    <a:pt x="122448" y="2021085"/>
                  </a:lnTo>
                  <a:lnTo>
                    <a:pt x="157981" y="2016955"/>
                  </a:lnTo>
                  <a:lnTo>
                    <a:pt x="161962" y="2016434"/>
                  </a:lnTo>
                  <a:lnTo>
                    <a:pt x="209326" y="2008919"/>
                  </a:lnTo>
                  <a:lnTo>
                    <a:pt x="236971" y="2003263"/>
                  </a:lnTo>
                  <a:lnTo>
                    <a:pt x="240952" y="2002407"/>
                  </a:lnTo>
                  <a:lnTo>
                    <a:pt x="280429" y="1992138"/>
                  </a:lnTo>
                  <a:lnTo>
                    <a:pt x="312018" y="1981906"/>
                  </a:lnTo>
                  <a:lnTo>
                    <a:pt x="315999" y="1980492"/>
                  </a:lnTo>
                  <a:lnTo>
                    <a:pt x="351532" y="1966168"/>
                  </a:lnTo>
                  <a:lnTo>
                    <a:pt x="387064" y="1948643"/>
                  </a:lnTo>
                  <a:lnTo>
                    <a:pt x="422634" y="1927435"/>
                  </a:lnTo>
                  <a:lnTo>
                    <a:pt x="454223" y="1905074"/>
                  </a:lnTo>
                  <a:lnTo>
                    <a:pt x="485812" y="1878992"/>
                  </a:lnTo>
                  <a:lnTo>
                    <a:pt x="517400" y="1848779"/>
                  </a:lnTo>
                  <a:lnTo>
                    <a:pt x="521344" y="1844687"/>
                  </a:lnTo>
                  <a:lnTo>
                    <a:pt x="525326" y="1840557"/>
                  </a:lnTo>
                  <a:lnTo>
                    <a:pt x="545045" y="1818679"/>
                  </a:lnTo>
                  <a:lnTo>
                    <a:pt x="549026" y="1814103"/>
                  </a:lnTo>
                  <a:lnTo>
                    <a:pt x="576671" y="1779760"/>
                  </a:lnTo>
                  <a:lnTo>
                    <a:pt x="600335" y="1747242"/>
                  </a:lnTo>
                  <a:lnTo>
                    <a:pt x="624036" y="1711672"/>
                  </a:lnTo>
                  <a:lnTo>
                    <a:pt x="647737" y="1673014"/>
                  </a:lnTo>
                  <a:lnTo>
                    <a:pt x="667494" y="1638374"/>
                  </a:lnTo>
                  <a:lnTo>
                    <a:pt x="687251" y="1601464"/>
                  </a:lnTo>
                  <a:lnTo>
                    <a:pt x="703026" y="1570322"/>
                  </a:lnTo>
                  <a:lnTo>
                    <a:pt x="707007" y="1562323"/>
                  </a:lnTo>
                  <a:lnTo>
                    <a:pt x="726727" y="1520874"/>
                  </a:lnTo>
                  <a:lnTo>
                    <a:pt x="730708" y="1512316"/>
                  </a:lnTo>
                  <a:lnTo>
                    <a:pt x="746484" y="1477193"/>
                  </a:lnTo>
                  <a:lnTo>
                    <a:pt x="762297" y="1440656"/>
                  </a:lnTo>
                  <a:lnTo>
                    <a:pt x="778073" y="1402742"/>
                  </a:lnTo>
                  <a:lnTo>
                    <a:pt x="793886" y="1363451"/>
                  </a:lnTo>
                  <a:lnTo>
                    <a:pt x="805718" y="1333127"/>
                  </a:lnTo>
                  <a:lnTo>
                    <a:pt x="809699" y="1322858"/>
                  </a:lnTo>
                  <a:lnTo>
                    <a:pt x="825475" y="1281038"/>
                  </a:lnTo>
                  <a:lnTo>
                    <a:pt x="833363" y="1259681"/>
                  </a:lnTo>
                  <a:lnTo>
                    <a:pt x="837344" y="1248891"/>
                  </a:lnTo>
                  <a:lnTo>
                    <a:pt x="845232" y="1227087"/>
                  </a:lnTo>
                  <a:lnTo>
                    <a:pt x="849176" y="1216074"/>
                  </a:lnTo>
                  <a:lnTo>
                    <a:pt x="853119" y="1204986"/>
                  </a:lnTo>
                  <a:lnTo>
                    <a:pt x="857063" y="1193861"/>
                  </a:lnTo>
                  <a:lnTo>
                    <a:pt x="861045" y="1182662"/>
                  </a:lnTo>
                  <a:lnTo>
                    <a:pt x="876820" y="1137232"/>
                  </a:lnTo>
                  <a:lnTo>
                    <a:pt x="884708" y="1114164"/>
                  </a:lnTo>
                  <a:lnTo>
                    <a:pt x="888689" y="1102555"/>
                  </a:lnTo>
                  <a:lnTo>
                    <a:pt x="892633" y="1090910"/>
                  </a:lnTo>
                  <a:lnTo>
                    <a:pt x="896577" y="1079189"/>
                  </a:lnTo>
                  <a:lnTo>
                    <a:pt x="900521" y="1067432"/>
                  </a:lnTo>
                  <a:lnTo>
                    <a:pt x="908409" y="1043768"/>
                  </a:lnTo>
                  <a:lnTo>
                    <a:pt x="912390" y="1031862"/>
                  </a:lnTo>
                  <a:lnTo>
                    <a:pt x="928166" y="983865"/>
                  </a:lnTo>
                  <a:lnTo>
                    <a:pt x="936054" y="959643"/>
                  </a:lnTo>
                  <a:lnTo>
                    <a:pt x="940035" y="947514"/>
                  </a:lnTo>
                  <a:lnTo>
                    <a:pt x="951867" y="910902"/>
                  </a:lnTo>
                  <a:lnTo>
                    <a:pt x="955811" y="898661"/>
                  </a:lnTo>
                  <a:lnTo>
                    <a:pt x="959755" y="886383"/>
                  </a:lnTo>
                  <a:lnTo>
                    <a:pt x="963736" y="874104"/>
                  </a:lnTo>
                  <a:lnTo>
                    <a:pt x="983456" y="812527"/>
                  </a:lnTo>
                  <a:lnTo>
                    <a:pt x="987400" y="800174"/>
                  </a:lnTo>
                  <a:lnTo>
                    <a:pt x="991381" y="787858"/>
                  </a:lnTo>
                  <a:lnTo>
                    <a:pt x="995325" y="775506"/>
                  </a:lnTo>
                  <a:lnTo>
                    <a:pt x="1011100" y="726243"/>
                  </a:lnTo>
                  <a:lnTo>
                    <a:pt x="1015044" y="713965"/>
                  </a:lnTo>
                  <a:lnTo>
                    <a:pt x="1019026" y="701724"/>
                  </a:lnTo>
                  <a:lnTo>
                    <a:pt x="1026913" y="677242"/>
                  </a:lnTo>
                  <a:lnTo>
                    <a:pt x="1038745" y="640742"/>
                  </a:lnTo>
                  <a:lnTo>
                    <a:pt x="1042726" y="628649"/>
                  </a:lnTo>
                  <a:lnTo>
                    <a:pt x="1046670" y="616594"/>
                  </a:lnTo>
                  <a:lnTo>
                    <a:pt x="1062446" y="568746"/>
                  </a:lnTo>
                  <a:lnTo>
                    <a:pt x="1070371" y="545120"/>
                  </a:lnTo>
                  <a:lnTo>
                    <a:pt x="1074315" y="533399"/>
                  </a:lnTo>
                  <a:lnTo>
                    <a:pt x="1090091" y="487114"/>
                  </a:lnTo>
                  <a:lnTo>
                    <a:pt x="1094072" y="475691"/>
                  </a:lnTo>
                  <a:lnTo>
                    <a:pt x="1098016" y="464343"/>
                  </a:lnTo>
                  <a:lnTo>
                    <a:pt x="1113792" y="419806"/>
                  </a:lnTo>
                  <a:lnTo>
                    <a:pt x="1129605" y="376609"/>
                  </a:lnTo>
                  <a:lnTo>
                    <a:pt x="1145418" y="335012"/>
                  </a:lnTo>
                  <a:lnTo>
                    <a:pt x="1161194" y="295126"/>
                  </a:lnTo>
                  <a:lnTo>
                    <a:pt x="1177007" y="257174"/>
                  </a:lnTo>
                  <a:lnTo>
                    <a:pt x="1192782" y="221307"/>
                  </a:lnTo>
                  <a:lnTo>
                    <a:pt x="1212539" y="179598"/>
                  </a:lnTo>
                  <a:lnTo>
                    <a:pt x="1232296" y="141684"/>
                  </a:lnTo>
                  <a:lnTo>
                    <a:pt x="1252053" y="107788"/>
                  </a:lnTo>
                  <a:lnTo>
                    <a:pt x="1275754" y="72814"/>
                  </a:lnTo>
                  <a:lnTo>
                    <a:pt x="1303399" y="40295"/>
                  </a:lnTo>
                  <a:lnTo>
                    <a:pt x="1334988" y="14622"/>
                  </a:lnTo>
                  <a:lnTo>
                    <a:pt x="1374464" y="409"/>
                  </a:lnTo>
                  <a:lnTo>
                    <a:pt x="1382389" y="0"/>
                  </a:lnTo>
                  <a:lnTo>
                    <a:pt x="1386333" y="111"/>
                  </a:lnTo>
                  <a:lnTo>
                    <a:pt x="1425810" y="12278"/>
                  </a:lnTo>
                  <a:lnTo>
                    <a:pt x="1457436" y="36388"/>
                  </a:lnTo>
                  <a:lnTo>
                    <a:pt x="1485081" y="67605"/>
                  </a:lnTo>
                  <a:lnTo>
                    <a:pt x="1508782" y="101500"/>
                  </a:lnTo>
                  <a:lnTo>
                    <a:pt x="1528501" y="134540"/>
                  </a:lnTo>
                  <a:lnTo>
                    <a:pt x="1548258" y="171710"/>
                  </a:lnTo>
                  <a:lnTo>
                    <a:pt x="1568015" y="212675"/>
                  </a:lnTo>
                  <a:lnTo>
                    <a:pt x="1583791" y="248022"/>
                  </a:lnTo>
                  <a:lnTo>
                    <a:pt x="1599604" y="285452"/>
                  </a:lnTo>
                  <a:lnTo>
                    <a:pt x="1615417" y="324891"/>
                  </a:lnTo>
                  <a:lnTo>
                    <a:pt x="1631193" y="366079"/>
                  </a:lnTo>
                  <a:lnTo>
                    <a:pt x="1647006" y="408868"/>
                  </a:lnTo>
                  <a:lnTo>
                    <a:pt x="1662782" y="453107"/>
                  </a:lnTo>
                  <a:lnTo>
                    <a:pt x="1666763" y="464343"/>
                  </a:lnTo>
                  <a:lnTo>
                    <a:pt x="1682539" y="510108"/>
                  </a:lnTo>
                  <a:lnTo>
                    <a:pt x="1686482" y="521716"/>
                  </a:lnTo>
                  <a:lnTo>
                    <a:pt x="1690464" y="533399"/>
                  </a:lnTo>
                  <a:lnTo>
                    <a:pt x="1706239" y="580652"/>
                  </a:lnTo>
                  <a:lnTo>
                    <a:pt x="1714127" y="604577"/>
                  </a:lnTo>
                  <a:lnTo>
                    <a:pt x="1718108" y="616594"/>
                  </a:lnTo>
                  <a:lnTo>
                    <a:pt x="1722052" y="628649"/>
                  </a:lnTo>
                  <a:lnTo>
                    <a:pt x="1725996" y="640742"/>
                  </a:lnTo>
                  <a:lnTo>
                    <a:pt x="1737828" y="677242"/>
                  </a:lnTo>
                  <a:lnTo>
                    <a:pt x="1741772" y="689483"/>
                  </a:lnTo>
                  <a:lnTo>
                    <a:pt x="1745753" y="701724"/>
                  </a:lnTo>
                  <a:lnTo>
                    <a:pt x="1749697" y="713965"/>
                  </a:lnTo>
                  <a:lnTo>
                    <a:pt x="1753641" y="726243"/>
                  </a:lnTo>
                  <a:lnTo>
                    <a:pt x="1765473" y="763190"/>
                  </a:lnTo>
                  <a:lnTo>
                    <a:pt x="1769454" y="775506"/>
                  </a:lnTo>
                  <a:lnTo>
                    <a:pt x="1773398" y="787858"/>
                  </a:lnTo>
                  <a:lnTo>
                    <a:pt x="1777342" y="800174"/>
                  </a:lnTo>
                  <a:lnTo>
                    <a:pt x="1781286" y="812527"/>
                  </a:lnTo>
                  <a:lnTo>
                    <a:pt x="1793118" y="849473"/>
                  </a:lnTo>
                  <a:lnTo>
                    <a:pt x="1797099" y="861789"/>
                  </a:lnTo>
                  <a:lnTo>
                    <a:pt x="1801043" y="874104"/>
                  </a:lnTo>
                  <a:lnTo>
                    <a:pt x="1808931" y="898661"/>
                  </a:lnTo>
                  <a:lnTo>
                    <a:pt x="1812875" y="910902"/>
                  </a:lnTo>
                  <a:lnTo>
                    <a:pt x="1816819" y="923106"/>
                  </a:lnTo>
                  <a:lnTo>
                    <a:pt x="1820800" y="935310"/>
                  </a:lnTo>
                  <a:lnTo>
                    <a:pt x="1824744" y="947514"/>
                  </a:lnTo>
                  <a:lnTo>
                    <a:pt x="1836576" y="983865"/>
                  </a:lnTo>
                  <a:lnTo>
                    <a:pt x="1848445" y="1019919"/>
                  </a:lnTo>
                  <a:lnTo>
                    <a:pt x="1852389" y="1031862"/>
                  </a:lnTo>
                  <a:lnTo>
                    <a:pt x="1856333" y="1043768"/>
                  </a:lnTo>
                  <a:lnTo>
                    <a:pt x="1864220" y="1067432"/>
                  </a:lnTo>
                  <a:lnTo>
                    <a:pt x="1868164" y="1079189"/>
                  </a:lnTo>
                  <a:lnTo>
                    <a:pt x="1872146" y="1090910"/>
                  </a:lnTo>
                  <a:lnTo>
                    <a:pt x="1876090" y="1102555"/>
                  </a:lnTo>
                  <a:lnTo>
                    <a:pt x="1891865" y="1148692"/>
                  </a:lnTo>
                  <a:lnTo>
                    <a:pt x="1899790" y="1171388"/>
                  </a:lnTo>
                  <a:lnTo>
                    <a:pt x="1903734" y="1182662"/>
                  </a:lnTo>
                  <a:lnTo>
                    <a:pt x="1919510" y="1227087"/>
                  </a:lnTo>
                  <a:lnTo>
                    <a:pt x="1923491" y="1237989"/>
                  </a:lnTo>
                  <a:lnTo>
                    <a:pt x="1927435" y="1248891"/>
                  </a:lnTo>
                  <a:lnTo>
                    <a:pt x="1943211" y="1291604"/>
                  </a:lnTo>
                  <a:lnTo>
                    <a:pt x="1951136" y="1312515"/>
                  </a:lnTo>
                  <a:lnTo>
                    <a:pt x="1955080" y="1322858"/>
                  </a:lnTo>
                  <a:lnTo>
                    <a:pt x="1970856" y="1363451"/>
                  </a:lnTo>
                  <a:lnTo>
                    <a:pt x="1986669" y="1402742"/>
                  </a:lnTo>
                  <a:lnTo>
                    <a:pt x="2002482" y="1440656"/>
                  </a:lnTo>
                  <a:lnTo>
                    <a:pt x="2006426" y="1449920"/>
                  </a:lnTo>
                  <a:lnTo>
                    <a:pt x="2022201" y="1486123"/>
                  </a:lnTo>
                  <a:lnTo>
                    <a:pt x="2038014" y="1520874"/>
                  </a:lnTo>
                  <a:lnTo>
                    <a:pt x="2053827" y="1554211"/>
                  </a:lnTo>
                  <a:lnTo>
                    <a:pt x="2057771" y="1562323"/>
                  </a:lnTo>
                  <a:lnTo>
                    <a:pt x="2077491" y="1601464"/>
                  </a:lnTo>
                  <a:lnTo>
                    <a:pt x="2097248" y="1638374"/>
                  </a:lnTo>
                  <a:lnTo>
                    <a:pt x="2117005" y="1673014"/>
                  </a:lnTo>
                  <a:lnTo>
                    <a:pt x="2140706" y="1711672"/>
                  </a:lnTo>
                  <a:lnTo>
                    <a:pt x="2164407" y="1747242"/>
                  </a:lnTo>
                  <a:lnTo>
                    <a:pt x="2188108" y="1779760"/>
                  </a:lnTo>
                  <a:lnTo>
                    <a:pt x="2215752" y="1814103"/>
                  </a:lnTo>
                  <a:lnTo>
                    <a:pt x="2243397" y="1844687"/>
                  </a:lnTo>
                  <a:lnTo>
                    <a:pt x="2271042" y="1871848"/>
                  </a:lnTo>
                  <a:lnTo>
                    <a:pt x="2302631" y="1898897"/>
                  </a:lnTo>
                  <a:lnTo>
                    <a:pt x="2334220" y="1922189"/>
                  </a:lnTo>
                  <a:lnTo>
                    <a:pt x="2369790" y="1944290"/>
                  </a:lnTo>
                  <a:lnTo>
                    <a:pt x="2405322" y="1962559"/>
                  </a:lnTo>
                  <a:lnTo>
                    <a:pt x="2440855" y="1977553"/>
                  </a:lnTo>
                  <a:lnTo>
                    <a:pt x="2484313" y="1992138"/>
                  </a:lnTo>
                  <a:lnTo>
                    <a:pt x="2523827" y="2002407"/>
                  </a:lnTo>
                  <a:lnTo>
                    <a:pt x="2527771" y="2003263"/>
                  </a:lnTo>
                  <a:lnTo>
                    <a:pt x="2531715" y="2004156"/>
                  </a:lnTo>
                  <a:lnTo>
                    <a:pt x="2535658" y="2005012"/>
                  </a:lnTo>
                  <a:lnTo>
                    <a:pt x="2539602" y="2005830"/>
                  </a:lnTo>
                  <a:lnTo>
                    <a:pt x="2543546" y="2006612"/>
                  </a:lnTo>
                  <a:lnTo>
                    <a:pt x="2547528" y="2007393"/>
                  </a:lnTo>
                  <a:lnTo>
                    <a:pt x="2551471" y="2008174"/>
                  </a:lnTo>
                  <a:lnTo>
                    <a:pt x="2555415" y="2008919"/>
                  </a:lnTo>
                  <a:lnTo>
                    <a:pt x="2567247" y="2011039"/>
                  </a:lnTo>
                  <a:lnTo>
                    <a:pt x="2571191" y="2011709"/>
                  </a:lnTo>
                  <a:lnTo>
                    <a:pt x="2575172" y="2012342"/>
                  </a:lnTo>
                  <a:lnTo>
                    <a:pt x="2583060" y="2013607"/>
                  </a:lnTo>
                  <a:lnTo>
                    <a:pt x="2622537" y="2018927"/>
                  </a:lnTo>
                  <a:lnTo>
                    <a:pt x="2626518" y="2019374"/>
                  </a:lnTo>
                  <a:lnTo>
                    <a:pt x="2634406" y="2020267"/>
                  </a:lnTo>
                  <a:lnTo>
                    <a:pt x="2642294" y="2021085"/>
                  </a:lnTo>
                  <a:lnTo>
                    <a:pt x="2646238" y="2021457"/>
                  </a:lnTo>
                  <a:lnTo>
                    <a:pt x="2650219" y="2021867"/>
                  </a:lnTo>
                  <a:lnTo>
                    <a:pt x="2654163" y="2022239"/>
                  </a:lnTo>
                  <a:lnTo>
                    <a:pt x="2658107" y="2022574"/>
                  </a:lnTo>
                  <a:lnTo>
                    <a:pt x="2662051" y="2022946"/>
                  </a:lnTo>
                  <a:lnTo>
                    <a:pt x="2673883" y="2023950"/>
                  </a:lnTo>
                  <a:lnTo>
                    <a:pt x="2677864" y="2024248"/>
                  </a:lnTo>
                  <a:lnTo>
                    <a:pt x="2689696" y="2025141"/>
                  </a:lnTo>
                  <a:lnTo>
                    <a:pt x="2701527" y="2025922"/>
                  </a:lnTo>
                  <a:lnTo>
                    <a:pt x="2705509" y="2026183"/>
                  </a:lnTo>
                  <a:lnTo>
                    <a:pt x="2709453" y="2026443"/>
                  </a:lnTo>
                  <a:lnTo>
                    <a:pt x="2725228" y="2027336"/>
                  </a:lnTo>
                  <a:lnTo>
                    <a:pt x="2729209" y="2027559"/>
                  </a:lnTo>
                  <a:lnTo>
                    <a:pt x="2733153" y="2027745"/>
                  </a:lnTo>
                  <a:lnTo>
                    <a:pt x="2737097" y="2027969"/>
                  </a:lnTo>
                  <a:lnTo>
                    <a:pt x="2748929" y="2028527"/>
                  </a:lnTo>
                  <a:lnTo>
                    <a:pt x="2752873" y="2028675"/>
                  </a:lnTo>
                  <a:lnTo>
                    <a:pt x="2756854" y="2028862"/>
                  </a:lnTo>
                  <a:lnTo>
                    <a:pt x="2764742" y="2029159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45457" y="3484029"/>
              <a:ext cx="3041650" cy="2232660"/>
            </a:xfrm>
            <a:custGeom>
              <a:avLst/>
              <a:gdLst/>
              <a:ahLst/>
              <a:cxnLst/>
              <a:rect l="l" t="t" r="r" b="b"/>
              <a:pathLst>
                <a:path w="3041650" h="2232660">
                  <a:moveTo>
                    <a:pt x="0" y="2232086"/>
                  </a:moveTo>
                  <a:lnTo>
                    <a:pt x="3041190" y="2232086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22320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5686" y="5589537"/>
              <a:ext cx="108958" cy="5923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785681" y="5079809"/>
              <a:ext cx="109220" cy="59055"/>
            </a:xfrm>
            <a:custGeom>
              <a:avLst/>
              <a:gdLst/>
              <a:ahLst/>
              <a:cxnLst/>
              <a:rect l="l" t="t" r="r" b="b"/>
              <a:pathLst>
                <a:path w="109219" h="59054">
                  <a:moveTo>
                    <a:pt x="39141" y="37795"/>
                  </a:moveTo>
                  <a:lnTo>
                    <a:pt x="31737" y="3848"/>
                  </a:lnTo>
                  <a:lnTo>
                    <a:pt x="31737" y="21056"/>
                  </a:lnTo>
                  <a:lnTo>
                    <a:pt x="31699" y="37795"/>
                  </a:lnTo>
                  <a:lnTo>
                    <a:pt x="31407" y="39776"/>
                  </a:lnTo>
                  <a:lnTo>
                    <a:pt x="30657" y="43268"/>
                  </a:lnTo>
                  <a:lnTo>
                    <a:pt x="30568" y="43535"/>
                  </a:lnTo>
                  <a:lnTo>
                    <a:pt x="30403" y="44056"/>
                  </a:lnTo>
                  <a:lnTo>
                    <a:pt x="22326" y="52908"/>
                  </a:lnTo>
                  <a:lnTo>
                    <a:pt x="22644" y="52908"/>
                  </a:lnTo>
                  <a:lnTo>
                    <a:pt x="20688" y="53162"/>
                  </a:lnTo>
                  <a:lnTo>
                    <a:pt x="18376" y="53162"/>
                  </a:lnTo>
                  <a:lnTo>
                    <a:pt x="16433" y="52908"/>
                  </a:lnTo>
                  <a:lnTo>
                    <a:pt x="16751" y="52908"/>
                  </a:lnTo>
                  <a:lnTo>
                    <a:pt x="15709" y="52603"/>
                  </a:lnTo>
                  <a:lnTo>
                    <a:pt x="7518" y="38811"/>
                  </a:lnTo>
                  <a:lnTo>
                    <a:pt x="7518" y="20053"/>
                  </a:lnTo>
                  <a:lnTo>
                    <a:pt x="7823" y="18122"/>
                  </a:lnTo>
                  <a:lnTo>
                    <a:pt x="8382" y="15544"/>
                  </a:lnTo>
                  <a:lnTo>
                    <a:pt x="8509" y="15138"/>
                  </a:lnTo>
                  <a:lnTo>
                    <a:pt x="8610" y="14770"/>
                  </a:lnTo>
                  <a:lnTo>
                    <a:pt x="15735" y="6400"/>
                  </a:lnTo>
                  <a:lnTo>
                    <a:pt x="15519" y="6400"/>
                  </a:lnTo>
                  <a:lnTo>
                    <a:pt x="17335" y="6019"/>
                  </a:lnTo>
                  <a:lnTo>
                    <a:pt x="18529" y="5880"/>
                  </a:lnTo>
                  <a:lnTo>
                    <a:pt x="20878" y="5880"/>
                  </a:lnTo>
                  <a:lnTo>
                    <a:pt x="21996" y="6019"/>
                  </a:lnTo>
                  <a:lnTo>
                    <a:pt x="23723" y="6400"/>
                  </a:lnTo>
                  <a:lnTo>
                    <a:pt x="23482" y="6400"/>
                  </a:lnTo>
                  <a:lnTo>
                    <a:pt x="24041" y="6578"/>
                  </a:lnTo>
                  <a:lnTo>
                    <a:pt x="28371" y="10007"/>
                  </a:lnTo>
                  <a:lnTo>
                    <a:pt x="28917" y="10820"/>
                  </a:lnTo>
                  <a:lnTo>
                    <a:pt x="29464" y="11899"/>
                  </a:lnTo>
                  <a:lnTo>
                    <a:pt x="30060" y="13322"/>
                  </a:lnTo>
                  <a:lnTo>
                    <a:pt x="30543" y="14770"/>
                  </a:lnTo>
                  <a:lnTo>
                    <a:pt x="30632" y="15138"/>
                  </a:lnTo>
                  <a:lnTo>
                    <a:pt x="30734" y="15544"/>
                  </a:lnTo>
                  <a:lnTo>
                    <a:pt x="30937" y="16294"/>
                  </a:lnTo>
                  <a:lnTo>
                    <a:pt x="31191" y="17526"/>
                  </a:lnTo>
                  <a:lnTo>
                    <a:pt x="31292" y="18122"/>
                  </a:lnTo>
                  <a:lnTo>
                    <a:pt x="31483" y="19050"/>
                  </a:lnTo>
                  <a:lnTo>
                    <a:pt x="31584" y="20053"/>
                  </a:lnTo>
                  <a:lnTo>
                    <a:pt x="31737" y="21056"/>
                  </a:lnTo>
                  <a:lnTo>
                    <a:pt x="31737" y="3848"/>
                  </a:lnTo>
                  <a:lnTo>
                    <a:pt x="22174" y="0"/>
                  </a:lnTo>
                  <a:lnTo>
                    <a:pt x="17195" y="0"/>
                  </a:lnTo>
                  <a:lnTo>
                    <a:pt x="304" y="18821"/>
                  </a:lnTo>
                  <a:lnTo>
                    <a:pt x="266" y="19050"/>
                  </a:lnTo>
                  <a:lnTo>
                    <a:pt x="0" y="21056"/>
                  </a:lnTo>
                  <a:lnTo>
                    <a:pt x="0" y="37795"/>
                  </a:lnTo>
                  <a:lnTo>
                    <a:pt x="16192" y="58966"/>
                  </a:lnTo>
                  <a:lnTo>
                    <a:pt x="22733" y="58966"/>
                  </a:lnTo>
                  <a:lnTo>
                    <a:pt x="38862" y="39776"/>
                  </a:lnTo>
                  <a:lnTo>
                    <a:pt x="39141" y="37795"/>
                  </a:lnTo>
                  <a:close/>
                </a:path>
                <a:path w="109219" h="59054">
                  <a:moveTo>
                    <a:pt x="58534" y="49441"/>
                  </a:moveTo>
                  <a:lnTo>
                    <a:pt x="50533" y="49441"/>
                  </a:lnTo>
                  <a:lnTo>
                    <a:pt x="50533" y="58407"/>
                  </a:lnTo>
                  <a:lnTo>
                    <a:pt x="58534" y="58407"/>
                  </a:lnTo>
                  <a:lnTo>
                    <a:pt x="58534" y="49441"/>
                  </a:lnTo>
                  <a:close/>
                </a:path>
                <a:path w="109219" h="59054">
                  <a:moveTo>
                    <a:pt x="108724" y="52120"/>
                  </a:moveTo>
                  <a:lnTo>
                    <a:pt x="94653" y="52120"/>
                  </a:lnTo>
                  <a:lnTo>
                    <a:pt x="94653" y="736"/>
                  </a:lnTo>
                  <a:lnTo>
                    <a:pt x="87884" y="736"/>
                  </a:lnTo>
                  <a:lnTo>
                    <a:pt x="74231" y="10121"/>
                  </a:lnTo>
                  <a:lnTo>
                    <a:pt x="74231" y="17081"/>
                  </a:lnTo>
                  <a:lnTo>
                    <a:pt x="87249" y="7772"/>
                  </a:lnTo>
                  <a:lnTo>
                    <a:pt x="87249" y="52120"/>
                  </a:lnTo>
                  <a:lnTo>
                    <a:pt x="72555" y="52120"/>
                  </a:lnTo>
                  <a:lnTo>
                    <a:pt x="72555" y="58407"/>
                  </a:lnTo>
                  <a:lnTo>
                    <a:pt x="108724" y="58407"/>
                  </a:lnTo>
                  <a:lnTo>
                    <a:pt x="108724" y="5212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686" y="4060217"/>
              <a:ext cx="109132" cy="5930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785681" y="3550640"/>
              <a:ext cx="110489" cy="59055"/>
            </a:xfrm>
            <a:custGeom>
              <a:avLst/>
              <a:gdLst/>
              <a:ahLst/>
              <a:cxnLst/>
              <a:rect l="l" t="t" r="r" b="b"/>
              <a:pathLst>
                <a:path w="110489" h="59054">
                  <a:moveTo>
                    <a:pt x="39141" y="37719"/>
                  </a:moveTo>
                  <a:lnTo>
                    <a:pt x="37947" y="14693"/>
                  </a:lnTo>
                  <a:lnTo>
                    <a:pt x="37401" y="12865"/>
                  </a:lnTo>
                  <a:lnTo>
                    <a:pt x="37287" y="12573"/>
                  </a:lnTo>
                  <a:lnTo>
                    <a:pt x="37020" y="11823"/>
                  </a:lnTo>
                  <a:lnTo>
                    <a:pt x="36601" y="10744"/>
                  </a:lnTo>
                  <a:lnTo>
                    <a:pt x="35801" y="9042"/>
                  </a:lnTo>
                  <a:lnTo>
                    <a:pt x="34823" y="7366"/>
                  </a:lnTo>
                  <a:lnTo>
                    <a:pt x="34124" y="6324"/>
                  </a:lnTo>
                  <a:lnTo>
                    <a:pt x="31737" y="6324"/>
                  </a:lnTo>
                  <a:lnTo>
                    <a:pt x="31737" y="20980"/>
                  </a:lnTo>
                  <a:lnTo>
                    <a:pt x="31699" y="37719"/>
                  </a:lnTo>
                  <a:lnTo>
                    <a:pt x="31407" y="39700"/>
                  </a:lnTo>
                  <a:lnTo>
                    <a:pt x="30657" y="43192"/>
                  </a:lnTo>
                  <a:lnTo>
                    <a:pt x="30568" y="43459"/>
                  </a:lnTo>
                  <a:lnTo>
                    <a:pt x="30403" y="43980"/>
                  </a:lnTo>
                  <a:lnTo>
                    <a:pt x="22326" y="52832"/>
                  </a:lnTo>
                  <a:lnTo>
                    <a:pt x="16751" y="52832"/>
                  </a:lnTo>
                  <a:lnTo>
                    <a:pt x="7518" y="38722"/>
                  </a:lnTo>
                  <a:lnTo>
                    <a:pt x="7518" y="19939"/>
                  </a:lnTo>
                  <a:lnTo>
                    <a:pt x="7823" y="18046"/>
                  </a:lnTo>
                  <a:lnTo>
                    <a:pt x="8382" y="15468"/>
                  </a:lnTo>
                  <a:lnTo>
                    <a:pt x="8509" y="15062"/>
                  </a:lnTo>
                  <a:lnTo>
                    <a:pt x="8610" y="14693"/>
                  </a:lnTo>
                  <a:lnTo>
                    <a:pt x="15735" y="6324"/>
                  </a:lnTo>
                  <a:lnTo>
                    <a:pt x="23482" y="6324"/>
                  </a:lnTo>
                  <a:lnTo>
                    <a:pt x="30289" y="13944"/>
                  </a:lnTo>
                  <a:lnTo>
                    <a:pt x="30543" y="14693"/>
                  </a:lnTo>
                  <a:lnTo>
                    <a:pt x="30632" y="15062"/>
                  </a:lnTo>
                  <a:lnTo>
                    <a:pt x="30734" y="15468"/>
                  </a:lnTo>
                  <a:lnTo>
                    <a:pt x="30937" y="16217"/>
                  </a:lnTo>
                  <a:lnTo>
                    <a:pt x="31191" y="17449"/>
                  </a:lnTo>
                  <a:lnTo>
                    <a:pt x="31292" y="18046"/>
                  </a:lnTo>
                  <a:lnTo>
                    <a:pt x="31483" y="18973"/>
                  </a:lnTo>
                  <a:lnTo>
                    <a:pt x="31584" y="19939"/>
                  </a:lnTo>
                  <a:lnTo>
                    <a:pt x="31737" y="20980"/>
                  </a:lnTo>
                  <a:lnTo>
                    <a:pt x="31737" y="6324"/>
                  </a:lnTo>
                  <a:lnTo>
                    <a:pt x="23723" y="6324"/>
                  </a:lnTo>
                  <a:lnTo>
                    <a:pt x="21297" y="5803"/>
                  </a:lnTo>
                  <a:lnTo>
                    <a:pt x="33731" y="5803"/>
                  </a:lnTo>
                  <a:lnTo>
                    <a:pt x="32702" y="4648"/>
                  </a:lnTo>
                  <a:lnTo>
                    <a:pt x="22961" y="0"/>
                  </a:lnTo>
                  <a:lnTo>
                    <a:pt x="18122" y="0"/>
                  </a:lnTo>
                  <a:lnTo>
                    <a:pt x="18122" y="5803"/>
                  </a:lnTo>
                  <a:lnTo>
                    <a:pt x="16814" y="6070"/>
                  </a:lnTo>
                  <a:lnTo>
                    <a:pt x="18034" y="5803"/>
                  </a:lnTo>
                  <a:lnTo>
                    <a:pt x="18122" y="0"/>
                  </a:lnTo>
                  <a:lnTo>
                    <a:pt x="16370" y="0"/>
                  </a:lnTo>
                  <a:lnTo>
                    <a:pt x="14770" y="292"/>
                  </a:lnTo>
                  <a:lnTo>
                    <a:pt x="304" y="18745"/>
                  </a:lnTo>
                  <a:lnTo>
                    <a:pt x="266" y="18973"/>
                  </a:lnTo>
                  <a:lnTo>
                    <a:pt x="0" y="20980"/>
                  </a:lnTo>
                  <a:lnTo>
                    <a:pt x="12" y="37719"/>
                  </a:lnTo>
                  <a:lnTo>
                    <a:pt x="279" y="39700"/>
                  </a:lnTo>
                  <a:lnTo>
                    <a:pt x="13093" y="58153"/>
                  </a:lnTo>
                  <a:lnTo>
                    <a:pt x="13843" y="58407"/>
                  </a:lnTo>
                  <a:lnTo>
                    <a:pt x="14630" y="58597"/>
                  </a:lnTo>
                  <a:lnTo>
                    <a:pt x="16192" y="58889"/>
                  </a:lnTo>
                  <a:lnTo>
                    <a:pt x="22733" y="58889"/>
                  </a:lnTo>
                  <a:lnTo>
                    <a:pt x="38862" y="39700"/>
                  </a:lnTo>
                  <a:lnTo>
                    <a:pt x="39141" y="37719"/>
                  </a:lnTo>
                  <a:close/>
                </a:path>
                <a:path w="110489" h="59054">
                  <a:moveTo>
                    <a:pt x="58534" y="49364"/>
                  </a:moveTo>
                  <a:lnTo>
                    <a:pt x="50533" y="49364"/>
                  </a:lnTo>
                  <a:lnTo>
                    <a:pt x="50533" y="58293"/>
                  </a:lnTo>
                  <a:lnTo>
                    <a:pt x="58534" y="58293"/>
                  </a:lnTo>
                  <a:lnTo>
                    <a:pt x="58534" y="49364"/>
                  </a:lnTo>
                  <a:close/>
                </a:path>
                <a:path w="110489" h="59054">
                  <a:moveTo>
                    <a:pt x="110363" y="39433"/>
                  </a:moveTo>
                  <a:lnTo>
                    <a:pt x="102247" y="39433"/>
                  </a:lnTo>
                  <a:lnTo>
                    <a:pt x="102247" y="8966"/>
                  </a:lnTo>
                  <a:lnTo>
                    <a:pt x="102247" y="660"/>
                  </a:lnTo>
                  <a:lnTo>
                    <a:pt x="95288" y="660"/>
                  </a:lnTo>
                  <a:lnTo>
                    <a:pt x="95288" y="9105"/>
                  </a:lnTo>
                  <a:lnTo>
                    <a:pt x="95288" y="39433"/>
                  </a:lnTo>
                  <a:lnTo>
                    <a:pt x="74904" y="39433"/>
                  </a:lnTo>
                  <a:lnTo>
                    <a:pt x="75196" y="39103"/>
                  </a:lnTo>
                  <a:lnTo>
                    <a:pt x="75311" y="38912"/>
                  </a:lnTo>
                  <a:lnTo>
                    <a:pt x="75463" y="38722"/>
                  </a:lnTo>
                  <a:lnTo>
                    <a:pt x="75641" y="38544"/>
                  </a:lnTo>
                  <a:lnTo>
                    <a:pt x="75984" y="38100"/>
                  </a:lnTo>
                  <a:lnTo>
                    <a:pt x="76200" y="37757"/>
                  </a:lnTo>
                  <a:lnTo>
                    <a:pt x="76390" y="37579"/>
                  </a:lnTo>
                  <a:lnTo>
                    <a:pt x="77127" y="36461"/>
                  </a:lnTo>
                  <a:lnTo>
                    <a:pt x="77317" y="36271"/>
                  </a:lnTo>
                  <a:lnTo>
                    <a:pt x="77431" y="36080"/>
                  </a:lnTo>
                  <a:lnTo>
                    <a:pt x="77685" y="35750"/>
                  </a:lnTo>
                  <a:lnTo>
                    <a:pt x="77762" y="35598"/>
                  </a:lnTo>
                  <a:lnTo>
                    <a:pt x="92532" y="13830"/>
                  </a:lnTo>
                  <a:lnTo>
                    <a:pt x="93014" y="13017"/>
                  </a:lnTo>
                  <a:lnTo>
                    <a:pt x="93205" y="12763"/>
                  </a:lnTo>
                  <a:lnTo>
                    <a:pt x="93611" y="11976"/>
                  </a:lnTo>
                  <a:lnTo>
                    <a:pt x="93726" y="11823"/>
                  </a:lnTo>
                  <a:lnTo>
                    <a:pt x="93878" y="11531"/>
                  </a:lnTo>
                  <a:lnTo>
                    <a:pt x="93992" y="11379"/>
                  </a:lnTo>
                  <a:lnTo>
                    <a:pt x="94513" y="10375"/>
                  </a:lnTo>
                  <a:lnTo>
                    <a:pt x="94653" y="10147"/>
                  </a:lnTo>
                  <a:lnTo>
                    <a:pt x="94729" y="10007"/>
                  </a:lnTo>
                  <a:lnTo>
                    <a:pt x="94881" y="9779"/>
                  </a:lnTo>
                  <a:lnTo>
                    <a:pt x="94996" y="9563"/>
                  </a:lnTo>
                  <a:lnTo>
                    <a:pt x="95097" y="9334"/>
                  </a:lnTo>
                  <a:lnTo>
                    <a:pt x="95288" y="9105"/>
                  </a:lnTo>
                  <a:lnTo>
                    <a:pt x="95288" y="660"/>
                  </a:lnTo>
                  <a:lnTo>
                    <a:pt x="94513" y="660"/>
                  </a:lnTo>
                  <a:lnTo>
                    <a:pt x="68160" y="39433"/>
                  </a:lnTo>
                  <a:lnTo>
                    <a:pt x="68097" y="45275"/>
                  </a:lnTo>
                  <a:lnTo>
                    <a:pt x="95288" y="45275"/>
                  </a:lnTo>
                  <a:lnTo>
                    <a:pt x="95288" y="58293"/>
                  </a:lnTo>
                  <a:lnTo>
                    <a:pt x="102247" y="58293"/>
                  </a:lnTo>
                  <a:lnTo>
                    <a:pt x="102247" y="45275"/>
                  </a:lnTo>
                  <a:lnTo>
                    <a:pt x="110363" y="45275"/>
                  </a:lnTo>
                  <a:lnTo>
                    <a:pt x="110363" y="3943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19375" y="3580134"/>
              <a:ext cx="2731770" cy="2162175"/>
            </a:xfrm>
            <a:custGeom>
              <a:avLst/>
              <a:gdLst/>
              <a:ahLst/>
              <a:cxnLst/>
              <a:rect l="l" t="t" r="r" b="b"/>
              <a:pathLst>
                <a:path w="2731770" h="2162175">
                  <a:moveTo>
                    <a:pt x="0" y="2038982"/>
                  </a:moveTo>
                  <a:lnTo>
                    <a:pt x="26082" y="2038982"/>
                  </a:lnTo>
                </a:path>
                <a:path w="2731770" h="2162175">
                  <a:moveTo>
                    <a:pt x="0" y="1529246"/>
                  </a:moveTo>
                  <a:lnTo>
                    <a:pt x="26082" y="1529246"/>
                  </a:lnTo>
                </a:path>
                <a:path w="2731770" h="2162175">
                  <a:moveTo>
                    <a:pt x="0" y="1019472"/>
                  </a:moveTo>
                  <a:lnTo>
                    <a:pt x="26082" y="1019472"/>
                  </a:lnTo>
                </a:path>
                <a:path w="2731770" h="2162175">
                  <a:moveTo>
                    <a:pt x="0" y="509736"/>
                  </a:moveTo>
                  <a:lnTo>
                    <a:pt x="26082" y="509736"/>
                  </a:lnTo>
                </a:path>
                <a:path w="2731770" h="2162175">
                  <a:moveTo>
                    <a:pt x="0" y="0"/>
                  </a:moveTo>
                  <a:lnTo>
                    <a:pt x="26082" y="0"/>
                  </a:lnTo>
                </a:path>
                <a:path w="2731770" h="2162175">
                  <a:moveTo>
                    <a:pt x="361801" y="2162100"/>
                  </a:moveTo>
                  <a:lnTo>
                    <a:pt x="361801" y="2135981"/>
                  </a:lnTo>
                </a:path>
                <a:path w="2731770" h="2162175">
                  <a:moveTo>
                    <a:pt x="756753" y="2162100"/>
                  </a:moveTo>
                  <a:lnTo>
                    <a:pt x="756753" y="2135981"/>
                  </a:lnTo>
                </a:path>
                <a:path w="2731770" h="2162175">
                  <a:moveTo>
                    <a:pt x="1151706" y="2162100"/>
                  </a:moveTo>
                  <a:lnTo>
                    <a:pt x="1151706" y="2135981"/>
                  </a:lnTo>
                </a:path>
                <a:path w="2731770" h="2162175">
                  <a:moveTo>
                    <a:pt x="1546696" y="2162100"/>
                  </a:moveTo>
                  <a:lnTo>
                    <a:pt x="1546696" y="2135981"/>
                  </a:lnTo>
                </a:path>
                <a:path w="2731770" h="2162175">
                  <a:moveTo>
                    <a:pt x="1941648" y="2162100"/>
                  </a:moveTo>
                  <a:lnTo>
                    <a:pt x="1941648" y="2135981"/>
                  </a:lnTo>
                </a:path>
                <a:path w="2731770" h="2162175">
                  <a:moveTo>
                    <a:pt x="2336601" y="2162100"/>
                  </a:moveTo>
                  <a:lnTo>
                    <a:pt x="2336601" y="2135981"/>
                  </a:lnTo>
                </a:path>
                <a:path w="2731770" h="2162175">
                  <a:moveTo>
                    <a:pt x="2731554" y="2162100"/>
                  </a:moveTo>
                  <a:lnTo>
                    <a:pt x="2731554" y="2135981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47644" y="5762256"/>
              <a:ext cx="1238250" cy="59690"/>
            </a:xfrm>
            <a:custGeom>
              <a:avLst/>
              <a:gdLst/>
              <a:ahLst/>
              <a:cxnLst/>
              <a:rect l="l" t="t" r="r" b="b"/>
              <a:pathLst>
                <a:path w="1238250" h="59689">
                  <a:moveTo>
                    <a:pt x="20472" y="32969"/>
                  </a:moveTo>
                  <a:lnTo>
                    <a:pt x="0" y="32969"/>
                  </a:lnTo>
                  <a:lnTo>
                    <a:pt x="0" y="39522"/>
                  </a:lnTo>
                  <a:lnTo>
                    <a:pt x="20472" y="39522"/>
                  </a:lnTo>
                  <a:lnTo>
                    <a:pt x="20472" y="32969"/>
                  </a:lnTo>
                  <a:close/>
                </a:path>
                <a:path w="1238250" h="59689">
                  <a:moveTo>
                    <a:pt x="67119" y="42608"/>
                  </a:moveTo>
                  <a:lnTo>
                    <a:pt x="53428" y="29095"/>
                  </a:lnTo>
                  <a:lnTo>
                    <a:pt x="53428" y="28917"/>
                  </a:lnTo>
                  <a:lnTo>
                    <a:pt x="65481" y="16256"/>
                  </a:lnTo>
                  <a:lnTo>
                    <a:pt x="65455" y="13995"/>
                  </a:lnTo>
                  <a:lnTo>
                    <a:pt x="49072" y="38"/>
                  </a:lnTo>
                  <a:lnTo>
                    <a:pt x="45059" y="76"/>
                  </a:lnTo>
                  <a:lnTo>
                    <a:pt x="28359" y="14998"/>
                  </a:lnTo>
                  <a:lnTo>
                    <a:pt x="35763" y="15595"/>
                  </a:lnTo>
                  <a:lnTo>
                    <a:pt x="35864" y="14693"/>
                  </a:lnTo>
                  <a:lnTo>
                    <a:pt x="36283" y="13030"/>
                  </a:lnTo>
                  <a:lnTo>
                    <a:pt x="47142" y="6032"/>
                  </a:lnTo>
                  <a:lnTo>
                    <a:pt x="49149" y="6146"/>
                  </a:lnTo>
                  <a:lnTo>
                    <a:pt x="57937" y="16040"/>
                  </a:lnTo>
                  <a:lnTo>
                    <a:pt x="57746" y="18275"/>
                  </a:lnTo>
                  <a:lnTo>
                    <a:pt x="41186" y="25971"/>
                  </a:lnTo>
                  <a:lnTo>
                    <a:pt x="41186" y="32372"/>
                  </a:lnTo>
                  <a:lnTo>
                    <a:pt x="46215" y="32372"/>
                  </a:lnTo>
                  <a:lnTo>
                    <a:pt x="50901" y="32893"/>
                  </a:lnTo>
                  <a:lnTo>
                    <a:pt x="59423" y="43383"/>
                  </a:lnTo>
                  <a:lnTo>
                    <a:pt x="58940" y="46253"/>
                  </a:lnTo>
                  <a:lnTo>
                    <a:pt x="47548" y="53251"/>
                  </a:lnTo>
                  <a:lnTo>
                    <a:pt x="45250" y="53136"/>
                  </a:lnTo>
                  <a:lnTo>
                    <a:pt x="34975" y="43014"/>
                  </a:lnTo>
                  <a:lnTo>
                    <a:pt x="27355" y="43688"/>
                  </a:lnTo>
                  <a:lnTo>
                    <a:pt x="45466" y="59270"/>
                  </a:lnTo>
                  <a:lnTo>
                    <a:pt x="50266" y="59232"/>
                  </a:lnTo>
                  <a:lnTo>
                    <a:pt x="66789" y="46367"/>
                  </a:lnTo>
                  <a:lnTo>
                    <a:pt x="67119" y="42608"/>
                  </a:lnTo>
                  <a:close/>
                </a:path>
                <a:path w="1238250" h="59689">
                  <a:moveTo>
                    <a:pt x="415417" y="32969"/>
                  </a:moveTo>
                  <a:lnTo>
                    <a:pt x="394957" y="32969"/>
                  </a:lnTo>
                  <a:lnTo>
                    <a:pt x="394957" y="39522"/>
                  </a:lnTo>
                  <a:lnTo>
                    <a:pt x="415417" y="39522"/>
                  </a:lnTo>
                  <a:lnTo>
                    <a:pt x="415417" y="32969"/>
                  </a:lnTo>
                  <a:close/>
                </a:path>
                <a:path w="1238250" h="59689">
                  <a:moveTo>
                    <a:pt x="461518" y="52235"/>
                  </a:moveTo>
                  <a:lnTo>
                    <a:pt x="431457" y="52235"/>
                  </a:lnTo>
                  <a:lnTo>
                    <a:pt x="431863" y="51308"/>
                  </a:lnTo>
                  <a:lnTo>
                    <a:pt x="433832" y="48221"/>
                  </a:lnTo>
                  <a:lnTo>
                    <a:pt x="438150" y="43535"/>
                  </a:lnTo>
                  <a:lnTo>
                    <a:pt x="443471" y="39001"/>
                  </a:lnTo>
                  <a:lnTo>
                    <a:pt x="454113" y="29540"/>
                  </a:lnTo>
                  <a:lnTo>
                    <a:pt x="460629" y="16370"/>
                  </a:lnTo>
                  <a:lnTo>
                    <a:pt x="460590" y="14287"/>
                  </a:lnTo>
                  <a:lnTo>
                    <a:pt x="441693" y="0"/>
                  </a:lnTo>
                  <a:lnTo>
                    <a:pt x="439191" y="190"/>
                  </a:lnTo>
                  <a:lnTo>
                    <a:pt x="423684" y="15113"/>
                  </a:lnTo>
                  <a:lnTo>
                    <a:pt x="431190" y="15773"/>
                  </a:lnTo>
                  <a:lnTo>
                    <a:pt x="431533" y="13957"/>
                  </a:lnTo>
                  <a:lnTo>
                    <a:pt x="432231" y="11950"/>
                  </a:lnTo>
                  <a:lnTo>
                    <a:pt x="442544" y="6032"/>
                  </a:lnTo>
                  <a:lnTo>
                    <a:pt x="445630" y="6362"/>
                  </a:lnTo>
                  <a:lnTo>
                    <a:pt x="453072" y="15557"/>
                  </a:lnTo>
                  <a:lnTo>
                    <a:pt x="452805" y="18719"/>
                  </a:lnTo>
                  <a:lnTo>
                    <a:pt x="432790" y="40068"/>
                  </a:lnTo>
                  <a:lnTo>
                    <a:pt x="429628" y="43459"/>
                  </a:lnTo>
                  <a:lnTo>
                    <a:pt x="427253" y="46405"/>
                  </a:lnTo>
                  <a:lnTo>
                    <a:pt x="424688" y="50533"/>
                  </a:lnTo>
                  <a:lnTo>
                    <a:pt x="423341" y="53314"/>
                  </a:lnTo>
                  <a:lnTo>
                    <a:pt x="423341" y="58534"/>
                  </a:lnTo>
                  <a:lnTo>
                    <a:pt x="461518" y="58534"/>
                  </a:lnTo>
                  <a:lnTo>
                    <a:pt x="461518" y="52235"/>
                  </a:lnTo>
                  <a:close/>
                </a:path>
                <a:path w="1238250" h="59689">
                  <a:moveTo>
                    <a:pt x="810374" y="32969"/>
                  </a:moveTo>
                  <a:lnTo>
                    <a:pt x="789901" y="32969"/>
                  </a:lnTo>
                  <a:lnTo>
                    <a:pt x="789901" y="39522"/>
                  </a:lnTo>
                  <a:lnTo>
                    <a:pt x="810374" y="39522"/>
                  </a:lnTo>
                  <a:lnTo>
                    <a:pt x="810374" y="32969"/>
                  </a:lnTo>
                  <a:close/>
                </a:path>
                <a:path w="1238250" h="59689">
                  <a:moveTo>
                    <a:pt x="856615" y="52235"/>
                  </a:moveTo>
                  <a:lnTo>
                    <a:pt x="842594" y="52235"/>
                  </a:lnTo>
                  <a:lnTo>
                    <a:pt x="842594" y="863"/>
                  </a:lnTo>
                  <a:lnTo>
                    <a:pt x="835787" y="863"/>
                  </a:lnTo>
                  <a:lnTo>
                    <a:pt x="822159" y="10236"/>
                  </a:lnTo>
                  <a:lnTo>
                    <a:pt x="822159" y="17195"/>
                  </a:lnTo>
                  <a:lnTo>
                    <a:pt x="835190" y="7886"/>
                  </a:lnTo>
                  <a:lnTo>
                    <a:pt x="835190" y="52235"/>
                  </a:lnTo>
                  <a:lnTo>
                    <a:pt x="820496" y="52235"/>
                  </a:lnTo>
                  <a:lnTo>
                    <a:pt x="820496" y="58534"/>
                  </a:lnTo>
                  <a:lnTo>
                    <a:pt x="856615" y="58534"/>
                  </a:lnTo>
                  <a:lnTo>
                    <a:pt x="856615" y="52235"/>
                  </a:lnTo>
                  <a:close/>
                </a:path>
                <a:path w="1238250" h="59689">
                  <a:moveTo>
                    <a:pt x="1237996" y="21170"/>
                  </a:moveTo>
                  <a:lnTo>
                    <a:pt x="1230439" y="3835"/>
                  </a:lnTo>
                  <a:lnTo>
                    <a:pt x="1230439" y="20167"/>
                  </a:lnTo>
                  <a:lnTo>
                    <a:pt x="1230363" y="38925"/>
                  </a:lnTo>
                  <a:lnTo>
                    <a:pt x="1230071" y="40817"/>
                  </a:lnTo>
                  <a:lnTo>
                    <a:pt x="1229969" y="41262"/>
                  </a:lnTo>
                  <a:lnTo>
                    <a:pt x="1229702" y="42532"/>
                  </a:lnTo>
                  <a:lnTo>
                    <a:pt x="1227531" y="48145"/>
                  </a:lnTo>
                  <a:lnTo>
                    <a:pt x="1227239" y="48704"/>
                  </a:lnTo>
                  <a:lnTo>
                    <a:pt x="1221143" y="53022"/>
                  </a:lnTo>
                  <a:lnTo>
                    <a:pt x="1215555" y="53022"/>
                  </a:lnTo>
                  <a:lnTo>
                    <a:pt x="1209789" y="49187"/>
                  </a:lnTo>
                  <a:lnTo>
                    <a:pt x="1209421" y="48704"/>
                  </a:lnTo>
                  <a:lnTo>
                    <a:pt x="1206334" y="38925"/>
                  </a:lnTo>
                  <a:lnTo>
                    <a:pt x="1206334" y="20167"/>
                  </a:lnTo>
                  <a:lnTo>
                    <a:pt x="1206639" y="18237"/>
                  </a:lnTo>
                  <a:lnTo>
                    <a:pt x="1207198" y="15671"/>
                  </a:lnTo>
                  <a:lnTo>
                    <a:pt x="1207312" y="15252"/>
                  </a:lnTo>
                  <a:lnTo>
                    <a:pt x="1207401" y="14922"/>
                  </a:lnTo>
                  <a:lnTo>
                    <a:pt x="1216190" y="6146"/>
                  </a:lnTo>
                  <a:lnTo>
                    <a:pt x="1220800" y="6146"/>
                  </a:lnTo>
                  <a:lnTo>
                    <a:pt x="1228725" y="13068"/>
                  </a:lnTo>
                  <a:lnTo>
                    <a:pt x="1229131" y="14135"/>
                  </a:lnTo>
                  <a:lnTo>
                    <a:pt x="1229588" y="15671"/>
                  </a:lnTo>
                  <a:lnTo>
                    <a:pt x="1230147" y="18237"/>
                  </a:lnTo>
                  <a:lnTo>
                    <a:pt x="1230249" y="18935"/>
                  </a:lnTo>
                  <a:lnTo>
                    <a:pt x="1230439" y="20167"/>
                  </a:lnTo>
                  <a:lnTo>
                    <a:pt x="1230439" y="3835"/>
                  </a:lnTo>
                  <a:lnTo>
                    <a:pt x="1220990" y="114"/>
                  </a:lnTo>
                  <a:lnTo>
                    <a:pt x="1215999" y="114"/>
                  </a:lnTo>
                  <a:lnTo>
                    <a:pt x="1200442" y="13474"/>
                  </a:lnTo>
                  <a:lnTo>
                    <a:pt x="1199896" y="15252"/>
                  </a:lnTo>
                  <a:lnTo>
                    <a:pt x="1199781" y="15671"/>
                  </a:lnTo>
                  <a:lnTo>
                    <a:pt x="1199591" y="16408"/>
                  </a:lnTo>
                  <a:lnTo>
                    <a:pt x="1199337" y="17640"/>
                  </a:lnTo>
                  <a:lnTo>
                    <a:pt x="1199235" y="18237"/>
                  </a:lnTo>
                  <a:lnTo>
                    <a:pt x="1199108" y="18935"/>
                  </a:lnTo>
                  <a:lnTo>
                    <a:pt x="1198803" y="21170"/>
                  </a:lnTo>
                  <a:lnTo>
                    <a:pt x="1198930" y="38696"/>
                  </a:lnTo>
                  <a:lnTo>
                    <a:pt x="1198956" y="38925"/>
                  </a:lnTo>
                  <a:lnTo>
                    <a:pt x="1215034" y="59093"/>
                  </a:lnTo>
                  <a:lnTo>
                    <a:pt x="1221587" y="59093"/>
                  </a:lnTo>
                  <a:lnTo>
                    <a:pt x="1232395" y="53022"/>
                  </a:lnTo>
                  <a:lnTo>
                    <a:pt x="1232560" y="52832"/>
                  </a:lnTo>
                  <a:lnTo>
                    <a:pt x="1233639" y="51269"/>
                  </a:lnTo>
                  <a:lnTo>
                    <a:pt x="1234567" y="49669"/>
                  </a:lnTo>
                  <a:lnTo>
                    <a:pt x="1235430" y="47853"/>
                  </a:lnTo>
                  <a:lnTo>
                    <a:pt x="1235519" y="47586"/>
                  </a:lnTo>
                  <a:lnTo>
                    <a:pt x="1236167" y="45847"/>
                  </a:lnTo>
                  <a:lnTo>
                    <a:pt x="1236535" y="44767"/>
                  </a:lnTo>
                  <a:lnTo>
                    <a:pt x="1237437" y="41262"/>
                  </a:lnTo>
                  <a:lnTo>
                    <a:pt x="1237513" y="40817"/>
                  </a:lnTo>
                  <a:lnTo>
                    <a:pt x="1237843" y="38925"/>
                  </a:lnTo>
                  <a:lnTo>
                    <a:pt x="1237957" y="37922"/>
                  </a:lnTo>
                  <a:lnTo>
                    <a:pt x="1237996" y="2117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8218" y="4425590"/>
              <a:ext cx="236041" cy="34059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844084" y="5762256"/>
              <a:ext cx="826769" cy="59690"/>
            </a:xfrm>
            <a:custGeom>
              <a:avLst/>
              <a:gdLst/>
              <a:ahLst/>
              <a:cxnLst/>
              <a:rect l="l" t="t" r="r" b="b"/>
              <a:pathLst>
                <a:path w="826770" h="59689">
                  <a:moveTo>
                    <a:pt x="36131" y="52235"/>
                  </a:moveTo>
                  <a:lnTo>
                    <a:pt x="22110" y="52235"/>
                  </a:lnTo>
                  <a:lnTo>
                    <a:pt x="22110" y="863"/>
                  </a:lnTo>
                  <a:lnTo>
                    <a:pt x="15290" y="863"/>
                  </a:lnTo>
                  <a:lnTo>
                    <a:pt x="1676" y="10236"/>
                  </a:lnTo>
                  <a:lnTo>
                    <a:pt x="1676" y="17195"/>
                  </a:lnTo>
                  <a:lnTo>
                    <a:pt x="14706" y="7886"/>
                  </a:lnTo>
                  <a:lnTo>
                    <a:pt x="14706" y="52235"/>
                  </a:lnTo>
                  <a:lnTo>
                    <a:pt x="0" y="52235"/>
                  </a:lnTo>
                  <a:lnTo>
                    <a:pt x="0" y="58534"/>
                  </a:lnTo>
                  <a:lnTo>
                    <a:pt x="36131" y="58534"/>
                  </a:lnTo>
                  <a:lnTo>
                    <a:pt x="36131" y="52235"/>
                  </a:lnTo>
                  <a:close/>
                </a:path>
                <a:path w="826770" h="59689">
                  <a:moveTo>
                    <a:pt x="430974" y="52235"/>
                  </a:moveTo>
                  <a:lnTo>
                    <a:pt x="400913" y="52235"/>
                  </a:lnTo>
                  <a:lnTo>
                    <a:pt x="402056" y="49974"/>
                  </a:lnTo>
                  <a:lnTo>
                    <a:pt x="403631" y="47777"/>
                  </a:lnTo>
                  <a:lnTo>
                    <a:pt x="407162" y="43942"/>
                  </a:lnTo>
                  <a:lnTo>
                    <a:pt x="416941" y="35648"/>
                  </a:lnTo>
                  <a:lnTo>
                    <a:pt x="425170" y="27724"/>
                  </a:lnTo>
                  <a:lnTo>
                    <a:pt x="427507" y="24371"/>
                  </a:lnTo>
                  <a:lnTo>
                    <a:pt x="429412" y="20243"/>
                  </a:lnTo>
                  <a:lnTo>
                    <a:pt x="430047" y="16929"/>
                  </a:lnTo>
                  <a:lnTo>
                    <a:pt x="430047" y="14287"/>
                  </a:lnTo>
                  <a:lnTo>
                    <a:pt x="411137" y="0"/>
                  </a:lnTo>
                  <a:lnTo>
                    <a:pt x="408647" y="190"/>
                  </a:lnTo>
                  <a:lnTo>
                    <a:pt x="393128" y="15113"/>
                  </a:lnTo>
                  <a:lnTo>
                    <a:pt x="400646" y="15773"/>
                  </a:lnTo>
                  <a:lnTo>
                    <a:pt x="401091" y="13512"/>
                  </a:lnTo>
                  <a:lnTo>
                    <a:pt x="401688" y="11950"/>
                  </a:lnTo>
                  <a:lnTo>
                    <a:pt x="412000" y="6032"/>
                  </a:lnTo>
                  <a:lnTo>
                    <a:pt x="415086" y="6362"/>
                  </a:lnTo>
                  <a:lnTo>
                    <a:pt x="422529" y="16040"/>
                  </a:lnTo>
                  <a:lnTo>
                    <a:pt x="422122" y="19354"/>
                  </a:lnTo>
                  <a:lnTo>
                    <a:pt x="421182" y="21767"/>
                  </a:lnTo>
                  <a:lnTo>
                    <a:pt x="419442" y="24523"/>
                  </a:lnTo>
                  <a:lnTo>
                    <a:pt x="416128" y="28168"/>
                  </a:lnTo>
                  <a:lnTo>
                    <a:pt x="410095" y="33223"/>
                  </a:lnTo>
                  <a:lnTo>
                    <a:pt x="402247" y="40068"/>
                  </a:lnTo>
                  <a:lnTo>
                    <a:pt x="397852" y="44869"/>
                  </a:lnTo>
                  <a:lnTo>
                    <a:pt x="396151" y="47180"/>
                  </a:lnTo>
                  <a:lnTo>
                    <a:pt x="394131" y="50533"/>
                  </a:lnTo>
                  <a:lnTo>
                    <a:pt x="392798" y="53314"/>
                  </a:lnTo>
                  <a:lnTo>
                    <a:pt x="392798" y="58534"/>
                  </a:lnTo>
                  <a:lnTo>
                    <a:pt x="430974" y="58534"/>
                  </a:lnTo>
                  <a:lnTo>
                    <a:pt x="430974" y="52235"/>
                  </a:lnTo>
                  <a:close/>
                </a:path>
                <a:path w="826770" h="59689">
                  <a:moveTo>
                    <a:pt x="826477" y="42087"/>
                  </a:moveTo>
                  <a:lnTo>
                    <a:pt x="812787" y="29095"/>
                  </a:lnTo>
                  <a:lnTo>
                    <a:pt x="812787" y="28917"/>
                  </a:lnTo>
                  <a:lnTo>
                    <a:pt x="824877" y="14630"/>
                  </a:lnTo>
                  <a:lnTo>
                    <a:pt x="824509" y="11607"/>
                  </a:lnTo>
                  <a:lnTo>
                    <a:pt x="808469" y="38"/>
                  </a:lnTo>
                  <a:lnTo>
                    <a:pt x="804418" y="76"/>
                  </a:lnTo>
                  <a:lnTo>
                    <a:pt x="787717" y="14998"/>
                  </a:lnTo>
                  <a:lnTo>
                    <a:pt x="795121" y="15595"/>
                  </a:lnTo>
                  <a:lnTo>
                    <a:pt x="795223" y="14693"/>
                  </a:lnTo>
                  <a:lnTo>
                    <a:pt x="795896" y="12280"/>
                  </a:lnTo>
                  <a:lnTo>
                    <a:pt x="806500" y="6032"/>
                  </a:lnTo>
                  <a:lnTo>
                    <a:pt x="808545" y="6146"/>
                  </a:lnTo>
                  <a:lnTo>
                    <a:pt x="817295" y="15151"/>
                  </a:lnTo>
                  <a:lnTo>
                    <a:pt x="817295" y="16637"/>
                  </a:lnTo>
                  <a:lnTo>
                    <a:pt x="800544" y="25971"/>
                  </a:lnTo>
                  <a:lnTo>
                    <a:pt x="800544" y="32372"/>
                  </a:lnTo>
                  <a:lnTo>
                    <a:pt x="805611" y="32372"/>
                  </a:lnTo>
                  <a:lnTo>
                    <a:pt x="810260" y="32893"/>
                  </a:lnTo>
                  <a:lnTo>
                    <a:pt x="818781" y="41109"/>
                  </a:lnTo>
                  <a:lnTo>
                    <a:pt x="818705" y="44386"/>
                  </a:lnTo>
                  <a:lnTo>
                    <a:pt x="806907" y="53251"/>
                  </a:lnTo>
                  <a:lnTo>
                    <a:pt x="804608" y="53136"/>
                  </a:lnTo>
                  <a:lnTo>
                    <a:pt x="794334" y="43014"/>
                  </a:lnTo>
                  <a:lnTo>
                    <a:pt x="786752" y="43688"/>
                  </a:lnTo>
                  <a:lnTo>
                    <a:pt x="806907" y="59347"/>
                  </a:lnTo>
                  <a:lnTo>
                    <a:pt x="809625" y="59232"/>
                  </a:lnTo>
                  <a:lnTo>
                    <a:pt x="826477" y="42608"/>
                  </a:lnTo>
                  <a:lnTo>
                    <a:pt x="826477" y="420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55763" y="3319276"/>
            <a:ext cx="70246" cy="86506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3076835" y="3356260"/>
            <a:ext cx="62230" cy="15875"/>
          </a:xfrm>
          <a:custGeom>
            <a:avLst/>
            <a:gdLst/>
            <a:ahLst/>
            <a:cxnLst/>
            <a:rect l="l" t="t" r="r" b="b"/>
            <a:pathLst>
              <a:path w="62230" h="15875">
                <a:moveTo>
                  <a:pt x="47624" y="15552"/>
                </a:moveTo>
                <a:lnTo>
                  <a:pt x="46173" y="15552"/>
                </a:lnTo>
                <a:lnTo>
                  <a:pt x="41857" y="15217"/>
                </a:lnTo>
                <a:lnTo>
                  <a:pt x="38360" y="14473"/>
                </a:lnTo>
                <a:lnTo>
                  <a:pt x="24035" y="9859"/>
                </a:lnTo>
                <a:lnTo>
                  <a:pt x="19942" y="8929"/>
                </a:lnTo>
                <a:lnTo>
                  <a:pt x="16333" y="8520"/>
                </a:lnTo>
                <a:lnTo>
                  <a:pt x="10492" y="8929"/>
                </a:lnTo>
                <a:lnTo>
                  <a:pt x="7813" y="9673"/>
                </a:lnTo>
                <a:lnTo>
                  <a:pt x="3832" y="11422"/>
                </a:lnTo>
                <a:lnTo>
                  <a:pt x="0" y="13915"/>
                </a:lnTo>
                <a:lnTo>
                  <a:pt x="0" y="5134"/>
                </a:lnTo>
                <a:lnTo>
                  <a:pt x="17636" y="0"/>
                </a:lnTo>
                <a:lnTo>
                  <a:pt x="23477" y="818"/>
                </a:lnTo>
                <a:lnTo>
                  <a:pt x="43532" y="6808"/>
                </a:lnTo>
                <a:lnTo>
                  <a:pt x="46583" y="7143"/>
                </a:lnTo>
                <a:lnTo>
                  <a:pt x="47997" y="7143"/>
                </a:lnTo>
                <a:lnTo>
                  <a:pt x="51271" y="6771"/>
                </a:lnTo>
                <a:lnTo>
                  <a:pt x="55140" y="5618"/>
                </a:lnTo>
                <a:lnTo>
                  <a:pt x="57373" y="4613"/>
                </a:lnTo>
                <a:lnTo>
                  <a:pt x="61503" y="2009"/>
                </a:lnTo>
                <a:lnTo>
                  <a:pt x="62135" y="1488"/>
                </a:lnTo>
                <a:lnTo>
                  <a:pt x="62135" y="10641"/>
                </a:lnTo>
                <a:lnTo>
                  <a:pt x="56145" y="13989"/>
                </a:lnTo>
                <a:lnTo>
                  <a:pt x="52350" y="15068"/>
                </a:lnTo>
                <a:lnTo>
                  <a:pt x="47624" y="15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3187340" y="3314662"/>
            <a:ext cx="243204" cy="117475"/>
            <a:chOff x="3187340" y="3314662"/>
            <a:chExt cx="243204" cy="117475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7340" y="3314662"/>
              <a:ext cx="127620" cy="11712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5833" y="3314662"/>
              <a:ext cx="94431" cy="11712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511276" y="1671118"/>
            <a:ext cx="217551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63650" algn="l"/>
                <a:tab pos="1837055" algn="l"/>
              </a:tabLst>
            </a:pPr>
            <a:r>
              <a:rPr sz="1500" i="1" spc="190" dirty="0">
                <a:latin typeface="Arial"/>
                <a:cs typeface="Arial"/>
              </a:rPr>
              <a:t>X</a:t>
            </a:r>
            <a:r>
              <a:rPr sz="1500" i="1" spc="20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∼</a:t>
            </a:r>
            <a:r>
              <a:rPr sz="1500" spc="-65" dirty="0">
                <a:latin typeface="Lucida Sans"/>
                <a:cs typeface="Lucida Sans"/>
              </a:rPr>
              <a:t> </a:t>
            </a:r>
            <a:r>
              <a:rPr sz="1650" spc="-185" dirty="0">
                <a:latin typeface="Century"/>
                <a:cs typeface="Century"/>
              </a:rPr>
              <a:t>N</a:t>
            </a:r>
            <a:r>
              <a:rPr sz="1650" spc="-225" dirty="0">
                <a:latin typeface="Century"/>
                <a:cs typeface="Century"/>
              </a:rPr>
              <a:t> </a:t>
            </a:r>
            <a:r>
              <a:rPr sz="1500" dirty="0">
                <a:latin typeface="Lucida Sans"/>
                <a:cs typeface="Lucida Sans"/>
              </a:rPr>
              <a:t>(</a:t>
            </a:r>
            <a:r>
              <a:rPr sz="1500" i="1" dirty="0">
                <a:latin typeface="Arial"/>
                <a:cs typeface="Arial"/>
              </a:rPr>
              <a:t>μ</a:t>
            </a:r>
            <a:r>
              <a:rPr sz="1500" dirty="0">
                <a:latin typeface="Lucida Sans"/>
                <a:cs typeface="Lucida Sans"/>
              </a:rPr>
              <a:t>,</a:t>
            </a:r>
            <a:r>
              <a:rPr sz="1500" spc="-229" dirty="0">
                <a:latin typeface="Lucida Sans"/>
                <a:cs typeface="Lucida Sans"/>
              </a:rPr>
              <a:t> </a:t>
            </a:r>
            <a:r>
              <a:rPr sz="1500" i="1" spc="-25" dirty="0">
                <a:latin typeface="Arial"/>
                <a:cs typeface="Arial"/>
              </a:rPr>
              <a:t>σ</a:t>
            </a:r>
            <a:r>
              <a:rPr sz="1500" spc="-25" dirty="0">
                <a:latin typeface="Lucida Sans"/>
                <a:cs typeface="Lucida Sans"/>
              </a:rPr>
              <a:t>)</a:t>
            </a:r>
            <a:r>
              <a:rPr sz="1500" dirty="0">
                <a:latin typeface="Lucida Sans"/>
                <a:cs typeface="Lucida Sans"/>
              </a:rPr>
              <a:t>	</a:t>
            </a:r>
            <a:r>
              <a:rPr sz="1100" spc="1315" dirty="0">
                <a:latin typeface="Cambria"/>
                <a:cs typeface="Cambria"/>
              </a:rPr>
              <a:t>⟺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500" i="1" spc="60" dirty="0">
                <a:latin typeface="Arial"/>
                <a:cs typeface="Arial"/>
              </a:rPr>
              <a:t>Z</a:t>
            </a:r>
            <a:r>
              <a:rPr sz="1500" i="1" spc="40" dirty="0">
                <a:latin typeface="Arial"/>
                <a:cs typeface="Arial"/>
              </a:rPr>
              <a:t> </a:t>
            </a:r>
            <a:r>
              <a:rPr sz="1500" spc="-50" dirty="0">
                <a:latin typeface="Lucida Sans"/>
                <a:cs typeface="Lucida Sans"/>
              </a:rPr>
              <a:t>=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32759" y="1671118"/>
            <a:ext cx="804545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90" dirty="0">
                <a:latin typeface="Lucida Sans"/>
                <a:cs typeface="Lucida Sans"/>
              </a:rPr>
              <a:t>∼</a:t>
            </a:r>
            <a:r>
              <a:rPr sz="1500" spc="-60" dirty="0">
                <a:latin typeface="Lucida Sans"/>
                <a:cs typeface="Lucida Sans"/>
              </a:rPr>
              <a:t> </a:t>
            </a:r>
            <a:r>
              <a:rPr sz="1650" spc="-185" dirty="0">
                <a:latin typeface="Century"/>
                <a:cs typeface="Century"/>
              </a:rPr>
              <a:t>N</a:t>
            </a:r>
            <a:r>
              <a:rPr sz="1650" spc="-225" dirty="0">
                <a:latin typeface="Century"/>
                <a:cs typeface="Century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(0,</a:t>
            </a:r>
            <a:r>
              <a:rPr sz="1500" spc="-225" dirty="0">
                <a:latin typeface="Lucida Sans"/>
                <a:cs typeface="Lucida Sans"/>
              </a:rPr>
              <a:t> </a:t>
            </a:r>
            <a:r>
              <a:rPr sz="1500" spc="-195" dirty="0">
                <a:latin typeface="Lucida Sans"/>
                <a:cs typeface="Lucida Sans"/>
              </a:rPr>
              <a:t>1)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52330" y="1564959"/>
            <a:ext cx="514984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190" dirty="0">
                <a:latin typeface="Arial"/>
                <a:cs typeface="Arial"/>
              </a:rPr>
              <a:t>X</a:t>
            </a:r>
            <a:r>
              <a:rPr sz="1500" i="1" spc="-65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−</a:t>
            </a:r>
            <a:r>
              <a:rPr sz="1500" spc="-155" dirty="0">
                <a:latin typeface="Lucida Sans"/>
                <a:cs typeface="Lucida Sans"/>
              </a:rPr>
              <a:t> </a:t>
            </a:r>
            <a:r>
              <a:rPr sz="1500" i="1" spc="-195" dirty="0">
                <a:latin typeface="Arial"/>
                <a:cs typeface="Arial"/>
              </a:rPr>
              <a:t>μ</a:t>
            </a:r>
            <a:endParaRPr sz="1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44764" y="1814923"/>
            <a:ext cx="1301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latin typeface="Arial"/>
                <a:cs typeface="Arial"/>
              </a:rPr>
              <a:t>σ</a:t>
            </a:r>
            <a:endParaRPr sz="15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743449" y="184784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627933" y="2679385"/>
            <a:ext cx="113157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00735" algn="l"/>
                <a:tab pos="1033144" algn="l"/>
              </a:tabLst>
            </a:pPr>
            <a:r>
              <a:rPr sz="1500" i="1" spc="140" dirty="0">
                <a:latin typeface="Arial"/>
                <a:cs typeface="Arial"/>
              </a:rPr>
              <a:t>f</a:t>
            </a:r>
            <a:r>
              <a:rPr sz="1500" spc="140" dirty="0">
                <a:latin typeface="Lucida Sans"/>
                <a:cs typeface="Lucida Sans"/>
              </a:rPr>
              <a:t>(</a:t>
            </a:r>
            <a:r>
              <a:rPr sz="1500" i="1" spc="140" dirty="0">
                <a:latin typeface="Arial"/>
                <a:cs typeface="Arial"/>
              </a:rPr>
              <a:t>x</a:t>
            </a:r>
            <a:r>
              <a:rPr sz="1500" spc="140" dirty="0">
                <a:latin typeface="Lucida Sans"/>
                <a:cs typeface="Lucida Sans"/>
              </a:rPr>
              <a:t>)</a:t>
            </a:r>
            <a:r>
              <a:rPr sz="1500" spc="-70" dirty="0">
                <a:latin typeface="Lucida Sans"/>
                <a:cs typeface="Lucida Sans"/>
              </a:rPr>
              <a:t> </a:t>
            </a:r>
            <a:r>
              <a:rPr sz="1500" spc="-50" dirty="0">
                <a:latin typeface="Lucida Sans"/>
                <a:cs typeface="Lucida Sans"/>
              </a:rPr>
              <a:t>=</a:t>
            </a:r>
            <a:r>
              <a:rPr sz="1500" dirty="0">
                <a:latin typeface="Lucida Sans"/>
                <a:cs typeface="Lucida Sans"/>
              </a:rPr>
              <a:t>	</a:t>
            </a:r>
            <a:r>
              <a:rPr sz="14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00" i="1" u="none" spc="-12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88296" y="2555560"/>
            <a:ext cx="116839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190" dirty="0">
                <a:latin typeface="Lucida Sans"/>
                <a:cs typeface="Lucida Sans"/>
              </a:rPr>
              <a:t>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259708" y="2841310"/>
            <a:ext cx="37401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spc="-120" baseline="1851" dirty="0">
                <a:latin typeface="Lucida Sans"/>
                <a:cs typeface="Lucida Sans"/>
              </a:rPr>
              <a:t>√</a:t>
            </a:r>
            <a:r>
              <a:rPr sz="1500" spc="-80" dirty="0">
                <a:latin typeface="Lucida Sans"/>
                <a:cs typeface="Lucida Sans"/>
              </a:rPr>
              <a:t>2</a:t>
            </a:r>
            <a:r>
              <a:rPr sz="1500" i="1" spc="-80" dirty="0">
                <a:latin typeface="Arial"/>
                <a:cs typeface="Arial"/>
              </a:rPr>
              <a:t>π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257674" y="2828924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380999" y="9524"/>
                </a:moveTo>
                <a:lnTo>
                  <a:pt x="0" y="9524"/>
                </a:lnTo>
                <a:lnTo>
                  <a:pt x="0" y="0"/>
                </a:lnTo>
                <a:lnTo>
                  <a:pt x="380999" y="0"/>
                </a:lnTo>
                <a:lnTo>
                  <a:pt x="3809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708326" y="2574343"/>
            <a:ext cx="2997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75" spc="-104" baseline="-37037" dirty="0">
                <a:latin typeface="Lucida Sans"/>
                <a:cs typeface="Lucida Sans"/>
              </a:rPr>
              <a:t>−</a:t>
            </a:r>
            <a:r>
              <a:rPr sz="1575" spc="-202" baseline="-37037" dirty="0">
                <a:latin typeface="Lucida Sans"/>
                <a:cs typeface="Lucida Sans"/>
              </a:rPr>
              <a:t> </a:t>
            </a:r>
            <a:r>
              <a:rPr sz="1125" i="1" u="sng" spc="-37" baseline="-1851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750" u="sng" spc="-25" dirty="0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2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17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4887316" y="2747906"/>
            <a:ext cx="7112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65" dirty="0">
                <a:latin typeface="Lucida Sans"/>
                <a:cs typeface="Lucida Sans"/>
              </a:rPr>
              <a:t>2</a:t>
            </a:r>
            <a:endParaRPr sz="7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9" y="1057274"/>
            <a:ext cx="7505700" cy="1200150"/>
          </a:xfrm>
          <a:custGeom>
            <a:avLst/>
            <a:gdLst/>
            <a:ahLst/>
            <a:cxnLst/>
            <a:rect l="l" t="t" r="r" b="b"/>
            <a:pathLst>
              <a:path w="7505700" h="1200150">
                <a:moveTo>
                  <a:pt x="7505699" y="1200149"/>
                </a:moveTo>
                <a:lnTo>
                  <a:pt x="0" y="1200149"/>
                </a:lnTo>
                <a:lnTo>
                  <a:pt x="0" y="0"/>
                </a:lnTo>
                <a:lnTo>
                  <a:pt x="7505699" y="0"/>
                </a:lnTo>
                <a:lnTo>
                  <a:pt x="7505699" y="12001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8800" y="384131"/>
            <a:ext cx="7195820" cy="178244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95" dirty="0">
                <a:latin typeface="Trebuchet MS"/>
                <a:cs typeface="Trebuchet MS"/>
              </a:rPr>
              <a:t>R,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default </a:t>
            </a:r>
            <a:r>
              <a:rPr sz="1450" dirty="0">
                <a:latin typeface="Trebuchet MS"/>
                <a:cs typeface="Trebuchet MS"/>
              </a:rPr>
              <a:t>settings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600" spc="-114" dirty="0">
                <a:solidFill>
                  <a:srgbClr val="007834"/>
                </a:solidFill>
                <a:latin typeface="Lucida Console"/>
                <a:cs typeface="Lucida Console"/>
              </a:rPr>
              <a:t>dnorm</a:t>
            </a:r>
            <a:r>
              <a:rPr sz="1600" spc="-535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600" spc="-114" dirty="0">
                <a:solidFill>
                  <a:srgbClr val="007834"/>
                </a:solidFill>
                <a:latin typeface="Lucida Console"/>
                <a:cs typeface="Lucida Console"/>
              </a:rPr>
              <a:t>pnorm</a:t>
            </a:r>
            <a:r>
              <a:rPr sz="1600" spc="-540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450" dirty="0">
                <a:latin typeface="Trebuchet MS"/>
                <a:cs typeface="Trebuchet MS"/>
              </a:rPr>
              <a:t>function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implies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normal distribution.</a:t>
            </a:r>
            <a:endParaRPr sz="1450">
              <a:latin typeface="Trebuchet MS"/>
              <a:cs typeface="Trebuchet MS"/>
            </a:endParaRPr>
          </a:p>
          <a:p>
            <a:pPr marL="97790" marR="3900170">
              <a:lnSpc>
                <a:spcPct val="175000"/>
              </a:lnSpc>
              <a:spcBef>
                <a:spcPts val="685"/>
              </a:spcBef>
              <a:tabLst>
                <a:tab pos="1332865" algn="l"/>
              </a:tabLst>
            </a:pPr>
            <a:r>
              <a:rPr sz="1500" spc="-95" dirty="0">
                <a:solidFill>
                  <a:srgbClr val="333333"/>
                </a:solidFill>
                <a:latin typeface="Lucida Console"/>
                <a:cs typeface="Lucida Console"/>
              </a:rPr>
              <a:t>dnorm(</a:t>
            </a:r>
            <a:r>
              <a:rPr sz="1400" spc="-95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400" spc="-25" dirty="0">
                <a:solidFill>
                  <a:srgbClr val="000080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	#</a:t>
            </a:r>
            <a:r>
              <a:rPr sz="1500" spc="-15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100" dirty="0">
                <a:solidFill>
                  <a:srgbClr val="333333"/>
                </a:solidFill>
                <a:latin typeface="Lucida Console"/>
                <a:cs typeface="Lucida Console"/>
              </a:rPr>
              <a:t>Density</a:t>
            </a:r>
            <a:r>
              <a:rPr sz="1500" spc="-1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333333"/>
                </a:solidFill>
                <a:latin typeface="Lucida Console"/>
                <a:cs typeface="Lucida Console"/>
              </a:rPr>
              <a:t>at</a:t>
            </a:r>
            <a:r>
              <a:rPr sz="1500" spc="-14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x</a:t>
            </a:r>
            <a:r>
              <a:rPr sz="1500" spc="-13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409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40" dirty="0">
                <a:solidFill>
                  <a:srgbClr val="008080"/>
                </a:solidFill>
                <a:latin typeface="Courier New"/>
                <a:cs typeface="Courier New"/>
              </a:rPr>
              <a:t>-</a:t>
            </a:r>
            <a:r>
              <a:rPr sz="1400" spc="-50" dirty="0">
                <a:solidFill>
                  <a:srgbClr val="008080"/>
                </a:solidFill>
                <a:latin typeface="Courier New"/>
                <a:cs typeface="Courier New"/>
              </a:rPr>
              <a:t>1 </a:t>
            </a:r>
            <a:r>
              <a:rPr sz="1500" spc="-95" dirty="0">
                <a:solidFill>
                  <a:srgbClr val="333333"/>
                </a:solidFill>
                <a:latin typeface="Lucida Console"/>
                <a:cs typeface="Lucida Console"/>
              </a:rPr>
              <a:t>pnorm(</a:t>
            </a:r>
            <a:r>
              <a:rPr sz="1400" spc="-95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400" spc="-25" dirty="0">
                <a:solidFill>
                  <a:srgbClr val="000080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	#</a:t>
            </a:r>
            <a:r>
              <a:rPr sz="1500" spc="-17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35" dirty="0">
                <a:solidFill>
                  <a:srgbClr val="333333"/>
                </a:solidFill>
                <a:latin typeface="Lucida Console"/>
                <a:cs typeface="Lucida Console"/>
              </a:rPr>
              <a:t>P(</a:t>
            </a:r>
            <a:r>
              <a:rPr sz="1400" spc="-35" dirty="0">
                <a:solidFill>
                  <a:srgbClr val="000080"/>
                </a:solidFill>
                <a:latin typeface="Courier New"/>
                <a:cs typeface="Courier New"/>
              </a:rPr>
              <a:t>X</a:t>
            </a:r>
            <a:r>
              <a:rPr sz="1400" spc="-10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33333"/>
                </a:solidFill>
                <a:latin typeface="Consolas"/>
                <a:cs typeface="Consolas"/>
              </a:rPr>
              <a:t>≤</a:t>
            </a:r>
            <a:r>
              <a:rPr sz="1350" spc="-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400" spc="-40" dirty="0">
                <a:solidFill>
                  <a:srgbClr val="008080"/>
                </a:solidFill>
                <a:latin typeface="Courier New"/>
                <a:cs typeface="Courier New"/>
              </a:rPr>
              <a:t>-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  <a:p>
            <a:pPr marL="97790">
              <a:lnSpc>
                <a:spcPct val="100000"/>
              </a:lnSpc>
              <a:spcBef>
                <a:spcPts val="1350"/>
              </a:spcBef>
              <a:tabLst>
                <a:tab pos="3287395" algn="l"/>
              </a:tabLst>
            </a:pPr>
            <a:r>
              <a:rPr sz="1500" spc="-95" dirty="0">
                <a:solidFill>
                  <a:srgbClr val="333333"/>
                </a:solidFill>
                <a:latin typeface="Lucida Console"/>
                <a:cs typeface="Lucida Console"/>
              </a:rPr>
              <a:t>pnorm(</a:t>
            </a:r>
            <a:r>
              <a:rPr sz="1400" spc="-95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400" spc="-100" dirty="0">
                <a:solidFill>
                  <a:srgbClr val="000080"/>
                </a:solidFill>
                <a:latin typeface="Courier New"/>
                <a:cs typeface="Courier New"/>
              </a:rPr>
              <a:t>1</a:t>
            </a:r>
            <a:r>
              <a:rPr sz="1500" spc="-100" dirty="0">
                <a:solidFill>
                  <a:srgbClr val="333333"/>
                </a:solidFill>
                <a:latin typeface="Lucida Console"/>
                <a:cs typeface="Lucida Console"/>
              </a:rPr>
              <a:t>,lower.tail</a:t>
            </a:r>
            <a:r>
              <a:rPr sz="1500" spc="-3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=</a:t>
            </a:r>
            <a:r>
              <a:rPr sz="1300" spc="80" dirty="0">
                <a:solidFill>
                  <a:srgbClr val="333333"/>
                </a:solidFill>
                <a:latin typeface="Century Gothic"/>
                <a:cs typeface="Century Gothic"/>
              </a:rPr>
              <a:t>  </a:t>
            </a:r>
            <a:r>
              <a:rPr sz="1500" spc="-10" dirty="0">
                <a:solidFill>
                  <a:srgbClr val="333333"/>
                </a:solidFill>
                <a:latin typeface="Lucida Console"/>
                <a:cs typeface="Lucida Console"/>
              </a:rPr>
              <a:t>FALSE)</a:t>
            </a:r>
            <a:r>
              <a:rPr sz="1500" dirty="0">
                <a:solidFill>
                  <a:srgbClr val="333333"/>
                </a:solidFill>
                <a:latin typeface="Lucida Console"/>
                <a:cs typeface="Lucida Console"/>
              </a:rPr>
              <a:t>	#</a:t>
            </a:r>
            <a:r>
              <a:rPr sz="1500" spc="-16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1500" spc="-35" dirty="0">
                <a:solidFill>
                  <a:srgbClr val="333333"/>
                </a:solidFill>
                <a:latin typeface="Lucida Console"/>
                <a:cs typeface="Lucida Console"/>
              </a:rPr>
              <a:t>P(</a:t>
            </a:r>
            <a:r>
              <a:rPr sz="1400" spc="-35" dirty="0">
                <a:solidFill>
                  <a:srgbClr val="000080"/>
                </a:solidFill>
                <a:latin typeface="Courier New"/>
                <a:cs typeface="Courier New"/>
              </a:rPr>
              <a:t>X</a:t>
            </a:r>
            <a:r>
              <a:rPr sz="1400" spc="-9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33333"/>
                </a:solidFill>
                <a:latin typeface="Century Gothic"/>
                <a:cs typeface="Century Gothic"/>
              </a:rPr>
              <a:t>&gt;</a:t>
            </a:r>
            <a:r>
              <a:rPr sz="1300" spc="380" dirty="0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sz="1400" spc="-40" dirty="0">
                <a:solidFill>
                  <a:srgbClr val="008080"/>
                </a:solidFill>
                <a:latin typeface="Courier New"/>
                <a:cs typeface="Courier New"/>
              </a:rPr>
              <a:t>-</a:t>
            </a:r>
            <a:r>
              <a:rPr sz="1400" spc="-25" dirty="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18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81024" y="4524374"/>
          <a:ext cx="7486650" cy="817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50" b="1" spc="-10" dirty="0">
                          <a:latin typeface="Gill Sans MT"/>
                          <a:cs typeface="Gill Sans MT"/>
                        </a:rPr>
                        <a:t>Function</a:t>
                      </a:r>
                      <a:endParaRPr sz="1150">
                        <a:latin typeface="Gill Sans MT"/>
                        <a:cs typeface="Gill Sans MT"/>
                      </a:endParaRPr>
                    </a:p>
                  </a:txBody>
                  <a:tcPr marL="0" marR="0" marT="58419" marB="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50" b="1" spc="-10" dirty="0">
                          <a:latin typeface="Gill Sans MT"/>
                          <a:cs typeface="Gill Sans MT"/>
                        </a:rPr>
                        <a:t>Meaning</a:t>
                      </a:r>
                      <a:endParaRPr sz="1150">
                        <a:latin typeface="Gill Sans MT"/>
                        <a:cs typeface="Gill Sans MT"/>
                      </a:endParaRPr>
                    </a:p>
                  </a:txBody>
                  <a:tcPr marL="0" marR="0" marT="58419" marB="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50" b="1" spc="-10" dirty="0">
                          <a:latin typeface="Gill Sans MT"/>
                          <a:cs typeface="Gill Sans MT"/>
                        </a:rPr>
                        <a:t>Example</a:t>
                      </a:r>
                      <a:endParaRPr sz="1150">
                        <a:latin typeface="Gill Sans MT"/>
                        <a:cs typeface="Gill Sans MT"/>
                      </a:endParaRPr>
                    </a:p>
                  </a:txBody>
                  <a:tcPr marL="0" marR="0" marT="58419" marB="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57150" marR="1346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spc="-6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qnorm(p,</a:t>
                      </a:r>
                      <a:r>
                        <a:rPr sz="1250" spc="-6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250" spc="-7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mean, </a:t>
                      </a:r>
                      <a:r>
                        <a:rPr sz="1250" spc="-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sd)</a:t>
                      </a:r>
                      <a:endParaRPr sz="1250">
                        <a:latin typeface="Lucida Console"/>
                        <a:cs typeface="Lucida Console"/>
                      </a:endParaRPr>
                    </a:p>
                  </a:txBody>
                  <a:tcPr marL="0" marR="0" marT="55244" marB="0"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358775">
                        <a:lnSpc>
                          <a:spcPts val="1430"/>
                        </a:lnSpc>
                        <a:spcBef>
                          <a:spcPts val="540"/>
                        </a:spcBef>
                      </a:pPr>
                      <a:r>
                        <a:rPr sz="1150" dirty="0">
                          <a:latin typeface="Trebuchet MS"/>
                          <a:cs typeface="Trebuchet MS"/>
                        </a:rPr>
                        <a:t>Returns</a:t>
                      </a:r>
                      <a:r>
                        <a:rPr sz="11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1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1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1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1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sz="11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1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spc="-10" dirty="0">
                          <a:latin typeface="Trebuchet MS"/>
                          <a:cs typeface="Trebuchet MS"/>
                        </a:rPr>
                        <a:t>cumulative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probability</a:t>
                      </a:r>
                      <a:r>
                        <a:rPr sz="115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50" dirty="0">
                          <a:latin typeface="Trebuchet MS"/>
                          <a:cs typeface="Trebuchet MS"/>
                        </a:rPr>
                        <a:t>equals</a:t>
                      </a:r>
                      <a:r>
                        <a:rPr sz="11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50" spc="-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250">
                        <a:latin typeface="Lucida Console"/>
                        <a:cs typeface="Lucida Console"/>
                      </a:endParaRPr>
                    </a:p>
                  </a:txBody>
                  <a:tcPr marL="0" marR="0" marT="68580" marB="0"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2705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spc="-5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qnorm(0.90,</a:t>
                      </a:r>
                      <a:r>
                        <a:rPr sz="1250" spc="-1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250" spc="-4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mean</a:t>
                      </a:r>
                      <a:r>
                        <a:rPr sz="1250" spc="-1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100" dirty="0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=</a:t>
                      </a:r>
                      <a:r>
                        <a:rPr sz="1100" spc="325" dirty="0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250" spc="-3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50,</a:t>
                      </a:r>
                      <a:r>
                        <a:rPr sz="1250" spc="-1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2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sd</a:t>
                      </a:r>
                      <a:r>
                        <a:rPr sz="1250" spc="-125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100" spc="-50" dirty="0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= </a:t>
                      </a:r>
                      <a:r>
                        <a:rPr sz="1250" spc="-6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10)</a:t>
                      </a:r>
                      <a:r>
                        <a:rPr sz="1250" spc="-4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150" dirty="0">
                          <a:latin typeface="Arial"/>
                          <a:cs typeface="Arial"/>
                        </a:rPr>
                        <a:t>→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10" dirty="0">
                          <a:latin typeface="Trebuchet MS"/>
                          <a:cs typeface="Trebuchet MS"/>
                        </a:rPr>
                        <a:t>66.45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T="55244" marB="0"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19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16954"/>
            <a:ext cx="5186045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85" dirty="0"/>
              <a:t>Quantiles</a:t>
            </a:r>
            <a:r>
              <a:rPr spc="-150" dirty="0"/>
              <a:t> </a:t>
            </a:r>
            <a:r>
              <a:rPr spc="-65" dirty="0"/>
              <a:t>and</a:t>
            </a:r>
            <a:r>
              <a:rPr spc="-150" dirty="0"/>
              <a:t> </a:t>
            </a:r>
            <a:r>
              <a:rPr spc="-114" dirty="0"/>
              <a:t>the</a:t>
            </a:r>
            <a:r>
              <a:rPr spc="-150" dirty="0"/>
              <a:t> </a:t>
            </a:r>
            <a:r>
              <a:rPr sz="4250" spc="-1000" dirty="0">
                <a:solidFill>
                  <a:srgbClr val="007834"/>
                </a:solidFill>
                <a:latin typeface="Lucida Console"/>
                <a:cs typeface="Lucida Console"/>
              </a:rPr>
              <a:t>qnorm()</a:t>
            </a:r>
            <a:r>
              <a:rPr sz="4250" spc="-1925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pc="-90" dirty="0"/>
              <a:t>Function</a:t>
            </a:r>
            <a:endParaRPr sz="425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600" y="833119"/>
            <a:ext cx="7654290" cy="35071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8900">
              <a:lnSpc>
                <a:spcPts val="173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quantile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function</a:t>
            </a:r>
            <a:r>
              <a:rPr sz="1450" b="1" spc="-1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(inverse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45" dirty="0">
                <a:latin typeface="Trebuchet MS"/>
                <a:cs typeface="Trebuchet MS"/>
              </a:rPr>
              <a:t>CDF)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gives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value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variable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at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55" dirty="0">
                <a:latin typeface="Gill Sans MT"/>
                <a:cs typeface="Gill Sans MT"/>
              </a:rPr>
              <a:t>or </a:t>
            </a:r>
            <a:r>
              <a:rPr sz="1450" b="1" spc="-10" dirty="0">
                <a:latin typeface="Gill Sans MT"/>
                <a:cs typeface="Gill Sans MT"/>
              </a:rPr>
              <a:t>below</a:t>
            </a:r>
            <a:endParaRPr sz="1450">
              <a:latin typeface="Gill Sans MT"/>
              <a:cs typeface="Gill Sans MT"/>
            </a:endParaRPr>
          </a:p>
          <a:p>
            <a:pPr marL="88900">
              <a:lnSpc>
                <a:spcPts val="1730"/>
              </a:lnSpc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6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specified</a:t>
            </a:r>
            <a:r>
              <a:rPr sz="1450" spc="-6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probability.</a:t>
            </a:r>
            <a:endParaRPr sz="1450">
              <a:latin typeface="Trebuchet MS"/>
              <a:cs typeface="Trebuchet MS"/>
            </a:endParaRPr>
          </a:p>
          <a:p>
            <a:pPr marL="88900">
              <a:lnSpc>
                <a:spcPct val="100000"/>
              </a:lnSpc>
              <a:spcBef>
                <a:spcPts val="1410"/>
              </a:spcBef>
            </a:pPr>
            <a:r>
              <a:rPr sz="1450" spc="-25" dirty="0">
                <a:latin typeface="Trebuchet MS"/>
                <a:cs typeface="Trebuchet MS"/>
              </a:rPr>
              <a:t>If</a:t>
            </a:r>
            <a:endParaRPr sz="1450">
              <a:latin typeface="Trebuchet MS"/>
              <a:cs typeface="Trebuchet MS"/>
            </a:endParaRPr>
          </a:p>
          <a:p>
            <a:pPr marL="29209" algn="ctr">
              <a:lnSpc>
                <a:spcPct val="100000"/>
              </a:lnSpc>
              <a:spcBef>
                <a:spcPts val="1285"/>
              </a:spcBef>
            </a:pPr>
            <a:r>
              <a:rPr sz="1500" i="1" dirty="0">
                <a:latin typeface="Arial"/>
                <a:cs typeface="Arial"/>
              </a:rPr>
              <a:t>F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60" dirty="0">
                <a:latin typeface="Lucida Sans"/>
                <a:cs typeface="Lucida Sans"/>
              </a:rPr>
              <a:t>(</a:t>
            </a:r>
            <a:r>
              <a:rPr sz="1500" i="1" spc="60" dirty="0">
                <a:latin typeface="Arial"/>
                <a:cs typeface="Arial"/>
              </a:rPr>
              <a:t>x</a:t>
            </a:r>
            <a:r>
              <a:rPr sz="1500" spc="60" dirty="0">
                <a:latin typeface="Lucida Sans"/>
                <a:cs typeface="Lucida Sans"/>
              </a:rPr>
              <a:t>)</a:t>
            </a:r>
            <a:r>
              <a:rPr sz="1500" spc="-120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i="1" spc="-80" dirty="0">
                <a:latin typeface="Arial"/>
                <a:cs typeface="Arial"/>
              </a:rPr>
              <a:t>P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125" dirty="0">
                <a:latin typeface="Lucida Sans"/>
                <a:cs typeface="Lucida Sans"/>
              </a:rPr>
              <a:t>(</a:t>
            </a:r>
            <a:r>
              <a:rPr sz="1500" i="1" spc="125" dirty="0">
                <a:latin typeface="Arial"/>
                <a:cs typeface="Arial"/>
              </a:rPr>
              <a:t>X</a:t>
            </a:r>
            <a:r>
              <a:rPr sz="1500" i="1" spc="-75" dirty="0">
                <a:latin typeface="Arial"/>
                <a:cs typeface="Arial"/>
              </a:rPr>
              <a:t> </a:t>
            </a:r>
            <a:r>
              <a:rPr sz="1500" spc="-20" dirty="0">
                <a:latin typeface="Lucida Sans"/>
                <a:cs typeface="Lucida Sans"/>
              </a:rPr>
              <a:t>≤</a:t>
            </a:r>
            <a:r>
              <a:rPr sz="1500" spc="80" dirty="0">
                <a:latin typeface="Lucida Sans"/>
                <a:cs typeface="Lucida Sans"/>
              </a:rPr>
              <a:t> </a:t>
            </a:r>
            <a:r>
              <a:rPr sz="1500" i="1" spc="-25" dirty="0">
                <a:latin typeface="Arial"/>
                <a:cs typeface="Arial"/>
              </a:rPr>
              <a:t>x</a:t>
            </a:r>
            <a:r>
              <a:rPr sz="1500" spc="-25" dirty="0">
                <a:latin typeface="Lucida Sans"/>
                <a:cs typeface="Lucida Sans"/>
              </a:rPr>
              <a:t>),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1450">
              <a:latin typeface="Lucida Sans"/>
              <a:cs typeface="Lucida Sans"/>
            </a:endParaRPr>
          </a:p>
          <a:p>
            <a:pPr marL="88900">
              <a:lnSpc>
                <a:spcPct val="100000"/>
              </a:lnSpc>
            </a:pPr>
            <a:r>
              <a:rPr sz="1450" dirty="0">
                <a:latin typeface="Trebuchet MS"/>
                <a:cs typeface="Trebuchet MS"/>
              </a:rPr>
              <a:t>then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quantile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function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inverse:</a:t>
            </a:r>
            <a:endParaRPr sz="1450">
              <a:latin typeface="Trebuchet MS"/>
              <a:cs typeface="Trebuchet MS"/>
            </a:endParaRPr>
          </a:p>
          <a:p>
            <a:pPr marL="29209" algn="ctr">
              <a:lnSpc>
                <a:spcPct val="100000"/>
              </a:lnSpc>
              <a:spcBef>
                <a:spcPts val="1360"/>
              </a:spcBef>
            </a:pPr>
            <a:r>
              <a:rPr sz="1500" i="1" dirty="0">
                <a:latin typeface="Arial"/>
                <a:cs typeface="Arial"/>
              </a:rPr>
              <a:t>F</a:t>
            </a:r>
            <a:r>
              <a:rPr sz="1500" i="1" spc="-145" dirty="0">
                <a:latin typeface="Arial"/>
                <a:cs typeface="Arial"/>
              </a:rPr>
              <a:t> </a:t>
            </a:r>
            <a:r>
              <a:rPr sz="1575" spc="-37" baseline="26455" dirty="0">
                <a:latin typeface="Lucida Sans"/>
                <a:cs typeface="Lucida Sans"/>
              </a:rPr>
              <a:t>−1</a:t>
            </a:r>
            <a:r>
              <a:rPr sz="1500" spc="-25" dirty="0">
                <a:latin typeface="Lucida Sans"/>
                <a:cs typeface="Lucida Sans"/>
              </a:rPr>
              <a:t>(</a:t>
            </a:r>
            <a:r>
              <a:rPr sz="1500" i="1" spc="-25" dirty="0">
                <a:latin typeface="Arial"/>
                <a:cs typeface="Arial"/>
              </a:rPr>
              <a:t>p</a:t>
            </a:r>
            <a:r>
              <a:rPr sz="1500" spc="-25" dirty="0">
                <a:latin typeface="Lucida Sans"/>
                <a:cs typeface="Lucida Sans"/>
              </a:rPr>
              <a:t>)</a:t>
            </a:r>
            <a:r>
              <a:rPr sz="1500" spc="-90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i="1" spc="15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550"/>
              </a:spcBef>
            </a:pPr>
            <a:r>
              <a:rPr sz="1450" dirty="0">
                <a:latin typeface="Trebuchet MS"/>
                <a:cs typeface="Trebuchet MS"/>
              </a:rPr>
              <a:t>such</a:t>
            </a:r>
            <a:r>
              <a:rPr sz="1450" spc="9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that</a:t>
            </a:r>
            <a:endParaRPr sz="1450">
              <a:latin typeface="Trebuchet MS"/>
              <a:cs typeface="Trebuchet MS"/>
            </a:endParaRPr>
          </a:p>
          <a:p>
            <a:pPr marL="29209" algn="ctr">
              <a:lnSpc>
                <a:spcPct val="100000"/>
              </a:lnSpc>
              <a:spcBef>
                <a:spcPts val="1210"/>
              </a:spcBef>
            </a:pPr>
            <a:r>
              <a:rPr sz="1500" i="1" spc="-80" dirty="0">
                <a:latin typeface="Arial"/>
                <a:cs typeface="Arial"/>
              </a:rPr>
              <a:t>P</a:t>
            </a:r>
            <a:r>
              <a:rPr sz="1500" i="1" spc="-265" dirty="0">
                <a:latin typeface="Arial"/>
                <a:cs typeface="Arial"/>
              </a:rPr>
              <a:t> </a:t>
            </a:r>
            <a:r>
              <a:rPr sz="1500" spc="125" dirty="0">
                <a:latin typeface="Lucida Sans"/>
                <a:cs typeface="Lucida Sans"/>
              </a:rPr>
              <a:t>(</a:t>
            </a:r>
            <a:r>
              <a:rPr sz="1500" i="1" spc="125" dirty="0">
                <a:latin typeface="Arial"/>
                <a:cs typeface="Arial"/>
              </a:rPr>
              <a:t>X</a:t>
            </a:r>
            <a:r>
              <a:rPr sz="1500" i="1" spc="-85" dirty="0">
                <a:latin typeface="Arial"/>
                <a:cs typeface="Arial"/>
              </a:rPr>
              <a:t> </a:t>
            </a:r>
            <a:r>
              <a:rPr sz="1500" spc="-20" dirty="0">
                <a:latin typeface="Lucida Sans"/>
                <a:cs typeface="Lucida Sans"/>
              </a:rPr>
              <a:t>≤</a:t>
            </a:r>
            <a:r>
              <a:rPr sz="1500" spc="70" dirty="0">
                <a:latin typeface="Lucida Sans"/>
                <a:cs typeface="Lucida Sans"/>
              </a:rPr>
              <a:t> </a:t>
            </a:r>
            <a:r>
              <a:rPr sz="1500" i="1" spc="65" dirty="0">
                <a:latin typeface="Arial"/>
                <a:cs typeface="Arial"/>
              </a:rPr>
              <a:t>x</a:t>
            </a:r>
            <a:r>
              <a:rPr sz="1500" spc="65" dirty="0">
                <a:latin typeface="Lucida Sans"/>
                <a:cs typeface="Lucida Sans"/>
              </a:rPr>
              <a:t>)</a:t>
            </a:r>
            <a:r>
              <a:rPr sz="1500" spc="-114" dirty="0">
                <a:latin typeface="Lucida Sans"/>
                <a:cs typeface="Lucida Sans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i="1" spc="-50" dirty="0">
                <a:latin typeface="Arial"/>
                <a:cs typeface="Arial"/>
              </a:rPr>
              <a:t>p</a:t>
            </a:r>
            <a:endParaRPr sz="15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400"/>
              </a:spcBef>
            </a:pP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95" dirty="0">
                <a:latin typeface="Trebuchet MS"/>
                <a:cs typeface="Trebuchet MS"/>
              </a:rPr>
              <a:t>R,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use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600" spc="-114" dirty="0">
                <a:solidFill>
                  <a:srgbClr val="007834"/>
                </a:solidFill>
                <a:latin typeface="Lucida Console"/>
                <a:cs typeface="Lucida Console"/>
              </a:rPr>
              <a:t>qnorm()</a:t>
            </a:r>
            <a:r>
              <a:rPr sz="1600" spc="-530" dirty="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function: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5490643"/>
            <a:ext cx="643890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110" dirty="0">
                <a:latin typeface="Trebuchet MS"/>
                <a:cs typeface="Trebuchet MS"/>
              </a:rPr>
              <a:t>90%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lies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below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62.82</a:t>
            </a:r>
            <a:r>
              <a:rPr sz="1450" b="1" spc="10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when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500" i="1" spc="190" dirty="0">
                <a:latin typeface="Arial"/>
                <a:cs typeface="Arial"/>
              </a:rPr>
              <a:t>X</a:t>
            </a:r>
            <a:r>
              <a:rPr sz="1500" i="1" spc="55" dirty="0">
                <a:latin typeface="Arial"/>
                <a:cs typeface="Arial"/>
              </a:rPr>
              <a:t> </a:t>
            </a:r>
            <a:r>
              <a:rPr sz="1500" spc="-90" dirty="0">
                <a:latin typeface="Lucida Sans"/>
                <a:cs typeface="Lucida Sans"/>
              </a:rPr>
              <a:t>∼</a:t>
            </a:r>
            <a:r>
              <a:rPr sz="1500" spc="-40" dirty="0">
                <a:latin typeface="Lucida Sans"/>
                <a:cs typeface="Lucida Sans"/>
              </a:rPr>
              <a:t> </a:t>
            </a:r>
            <a:r>
              <a:rPr sz="1650" spc="-185" dirty="0">
                <a:latin typeface="Century"/>
                <a:cs typeface="Century"/>
              </a:rPr>
              <a:t>N</a:t>
            </a:r>
            <a:r>
              <a:rPr sz="1650" spc="-210" dirty="0">
                <a:latin typeface="Century"/>
                <a:cs typeface="Century"/>
              </a:rPr>
              <a:t> </a:t>
            </a:r>
            <a:r>
              <a:rPr sz="1500" spc="-125" dirty="0">
                <a:latin typeface="Lucida Sans"/>
                <a:cs typeface="Lucida Sans"/>
              </a:rPr>
              <a:t>(50,</a:t>
            </a:r>
            <a:r>
              <a:rPr sz="1500" spc="-215" dirty="0">
                <a:latin typeface="Lucida Sans"/>
                <a:cs typeface="Lucida Sans"/>
              </a:rPr>
              <a:t> </a:t>
            </a:r>
            <a:r>
              <a:rPr sz="1500" spc="-155" dirty="0">
                <a:latin typeface="Lucida Sans"/>
                <a:cs typeface="Lucida Sans"/>
              </a:rPr>
              <a:t>10)</a:t>
            </a:r>
            <a:r>
              <a:rPr sz="1450" spc="-155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90724" y="942974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4667249" y="9524"/>
                </a:moveTo>
                <a:lnTo>
                  <a:pt x="0" y="9524"/>
                </a:lnTo>
                <a:lnTo>
                  <a:pt x="0" y="0"/>
                </a:lnTo>
                <a:lnTo>
                  <a:pt x="4667249" y="0"/>
                </a:lnTo>
                <a:lnTo>
                  <a:pt x="46672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90724" y="2724149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4667249" y="9524"/>
                </a:moveTo>
                <a:lnTo>
                  <a:pt x="0" y="9524"/>
                </a:lnTo>
                <a:lnTo>
                  <a:pt x="0" y="0"/>
                </a:lnTo>
                <a:lnTo>
                  <a:pt x="4667249" y="0"/>
                </a:lnTo>
                <a:lnTo>
                  <a:pt x="46672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09774" y="971549"/>
          <a:ext cx="4629150" cy="1731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-10" dirty="0">
                          <a:latin typeface="Gill Sans MT"/>
                          <a:cs typeface="Gill Sans MT"/>
                        </a:rPr>
                        <a:t>Prefix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-10" dirty="0">
                          <a:latin typeface="Gill Sans MT"/>
                          <a:cs typeface="Gill Sans MT"/>
                        </a:rPr>
                        <a:t>Meaning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-60" dirty="0">
                          <a:latin typeface="Gill Sans MT"/>
                          <a:cs typeface="Gill Sans MT"/>
                        </a:rPr>
                        <a:t>Example</a:t>
                      </a:r>
                      <a:r>
                        <a:rPr sz="1450" b="1" spc="-5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450" b="1" spc="-45" dirty="0">
                          <a:latin typeface="Gill Sans MT"/>
                          <a:cs typeface="Gill Sans MT"/>
                        </a:rPr>
                        <a:t>(Normal)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488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50" dirty="0">
                          <a:latin typeface="Trebuchet MS"/>
                          <a:cs typeface="Trebuchet MS"/>
                        </a:rPr>
                        <a:t>density</a:t>
                      </a:r>
                      <a:r>
                        <a:rPr sz="14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(PDF)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1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dnorm()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2540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50" dirty="0">
                          <a:latin typeface="Trebuchet MS"/>
                          <a:cs typeface="Trebuchet MS"/>
                        </a:rPr>
                        <a:t>cumulative</a:t>
                      </a:r>
                      <a:r>
                        <a:rPr sz="14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probability</a:t>
                      </a:r>
                      <a:r>
                        <a:rPr sz="14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(CDF)</a:t>
                      </a:r>
                      <a:endParaRPr sz="1450" dirty="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1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pnorm()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-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q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4445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50" dirty="0">
                          <a:latin typeface="Trebuchet MS"/>
                          <a:cs typeface="Trebuchet MS"/>
                        </a:rPr>
                        <a:t>quantile</a:t>
                      </a:r>
                      <a:r>
                        <a:rPr sz="14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dirty="0">
                          <a:latin typeface="Trebuchet MS"/>
                          <a:cs typeface="Trebuchet MS"/>
                        </a:rPr>
                        <a:t>(inverse</a:t>
                      </a:r>
                      <a:r>
                        <a:rPr sz="14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20" dirty="0">
                          <a:latin typeface="Trebuchet MS"/>
                          <a:cs typeface="Trebuchet MS"/>
                        </a:rPr>
                        <a:t>CDF)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-1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qnorm()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T="2540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50" dirty="0">
                          <a:latin typeface="Trebuchet MS"/>
                          <a:cs typeface="Trebuchet MS"/>
                        </a:rPr>
                        <a:t>random</a:t>
                      </a:r>
                      <a:r>
                        <a:rPr sz="145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50" spc="-10" dirty="0">
                          <a:latin typeface="Trebuchet MS"/>
                          <a:cs typeface="Trebuchet MS"/>
                        </a:rPr>
                        <a:t>generation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10" dirty="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rnorm()</a:t>
                      </a:r>
                      <a:endParaRPr sz="1600" dirty="0">
                        <a:latin typeface="Lucida Console"/>
                        <a:cs typeface="Lucida Console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120" dirty="0"/>
              <a:t>20</a:t>
            </a:fld>
            <a:r>
              <a:rPr spc="-55" dirty="0"/>
              <a:t> </a:t>
            </a:r>
            <a:r>
              <a:rPr spc="-50" dirty="0"/>
              <a:t>/ </a:t>
            </a:r>
            <a:r>
              <a:rPr spc="-25" dirty="0"/>
              <a:t>37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8800" y="461644"/>
            <a:ext cx="461137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90" dirty="0">
                <a:latin typeface="Trebuchet MS"/>
                <a:cs typeface="Trebuchet MS"/>
              </a:rPr>
              <a:t>General</a:t>
            </a:r>
            <a:r>
              <a:rPr sz="1450" spc="-60" dirty="0">
                <a:latin typeface="Trebuchet MS"/>
                <a:cs typeface="Trebuchet MS"/>
              </a:rPr>
              <a:t> </a:t>
            </a:r>
            <a:r>
              <a:rPr sz="1450" spc="-65" dirty="0">
                <a:latin typeface="Trebuchet MS"/>
                <a:cs typeface="Trebuchet MS"/>
              </a:rPr>
              <a:t>Naming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70" dirty="0">
                <a:latin typeface="Trebuchet MS"/>
                <a:cs typeface="Trebuchet MS"/>
              </a:rPr>
              <a:t>Convention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70" dirty="0">
                <a:latin typeface="Trebuchet MS"/>
                <a:cs typeface="Trebuchet MS"/>
              </a:rPr>
              <a:t>for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75" dirty="0">
                <a:latin typeface="Trebuchet MS"/>
                <a:cs typeface="Trebuchet MS"/>
              </a:rPr>
              <a:t>R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70" dirty="0">
                <a:latin typeface="Trebuchet MS"/>
                <a:cs typeface="Trebuchet MS"/>
              </a:rPr>
              <a:t>probability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60" dirty="0">
                <a:latin typeface="Trebuchet MS"/>
                <a:cs typeface="Trebuchet MS"/>
              </a:rPr>
              <a:t>functions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35" dirty="0">
                <a:latin typeface="Trebuchet MS"/>
                <a:cs typeface="Trebuchet MS"/>
              </a:rPr>
              <a:t>(base)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499" y="2886074"/>
            <a:ext cx="7505700" cy="400050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666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25"/>
              </a:spcBef>
            </a:pPr>
            <a:r>
              <a:rPr sz="1500" spc="-30" dirty="0">
                <a:solidFill>
                  <a:srgbClr val="333333"/>
                </a:solidFill>
                <a:latin typeface="Lucida Console"/>
                <a:cs typeface="Lucida Console"/>
              </a:rPr>
              <a:t>?Distributions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57220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100" dirty="0"/>
              <a:t>Question </a:t>
            </a:r>
            <a:r>
              <a:rPr spc="-395" dirty="0"/>
              <a:t>1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1524" y="1571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4" y="1981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4" y="26003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8800" y="842644"/>
            <a:ext cx="7344409" cy="18929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350520">
              <a:lnSpc>
                <a:spcPts val="1730"/>
              </a:lnSpc>
              <a:spcBef>
                <a:spcPts val="155"/>
              </a:spcBef>
            </a:pP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observed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scores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exam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follow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distribution.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test </a:t>
            </a:r>
            <a:r>
              <a:rPr sz="1450" dirty="0">
                <a:latin typeface="Trebuchet MS"/>
                <a:cs typeface="Trebuchet MS"/>
              </a:rPr>
              <a:t>scores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95" dirty="0">
                <a:latin typeface="Trebuchet MS"/>
                <a:cs typeface="Trebuchet MS"/>
              </a:rPr>
              <a:t>120,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165" dirty="0">
                <a:latin typeface="Trebuchet MS"/>
                <a:cs typeface="Trebuchet MS"/>
              </a:rPr>
              <a:t>17.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received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150.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percentage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below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student?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  <a:spcBef>
                <a:spcPts val="1550"/>
              </a:spcBef>
            </a:pPr>
            <a:r>
              <a:rPr sz="1450" spc="50" dirty="0">
                <a:latin typeface="Trebuchet MS"/>
                <a:cs typeface="Trebuchet MS"/>
              </a:rPr>
              <a:t>Suppose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observed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test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transformed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into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55" dirty="0">
                <a:latin typeface="Trebuchet MS"/>
                <a:cs typeface="Trebuchet MS"/>
              </a:rPr>
              <a:t>Z-</a:t>
            </a:r>
            <a:r>
              <a:rPr sz="1450" spc="-10" dirty="0">
                <a:latin typeface="Trebuchet MS"/>
                <a:cs typeface="Trebuchet MS"/>
              </a:rPr>
              <a:t>scores.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spc="-55" dirty="0">
                <a:latin typeface="Trebuchet MS"/>
                <a:cs typeface="Trebuchet MS"/>
              </a:rPr>
              <a:t>Z-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student?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sz="1450" spc="-20" dirty="0">
                <a:latin typeface="Trebuchet MS"/>
                <a:cs typeface="Trebuchet MS"/>
              </a:rPr>
              <a:t>Recalculate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same</a:t>
            </a:r>
            <a:r>
              <a:rPr sz="1450" spc="-10" dirty="0">
                <a:latin typeface="Trebuchet MS"/>
                <a:cs typeface="Trebuchet MS"/>
              </a:rPr>
              <a:t> percentage </a:t>
            </a:r>
            <a:r>
              <a:rPr sz="1450" dirty="0">
                <a:latin typeface="Trebuchet MS"/>
                <a:cs typeface="Trebuchet MS"/>
              </a:rPr>
              <a:t>using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student’s </a:t>
            </a:r>
            <a:r>
              <a:rPr sz="1450" spc="-55" dirty="0">
                <a:latin typeface="Trebuchet MS"/>
                <a:cs typeface="Trebuchet MS"/>
              </a:rPr>
              <a:t>Z-</a:t>
            </a:r>
            <a:r>
              <a:rPr sz="1450" spc="-10" dirty="0">
                <a:latin typeface="Trebuchet MS"/>
                <a:cs typeface="Trebuchet MS"/>
              </a:rPr>
              <a:t>score.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74365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85" dirty="0"/>
              <a:t>Question </a:t>
            </a:r>
            <a:r>
              <a:rPr spc="-50" dirty="0"/>
              <a:t>2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2308" y="6228353"/>
            <a:ext cx="74295" cy="157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spc="-50" dirty="0">
                <a:latin typeface="Trebuchet MS"/>
                <a:cs typeface="Trebuchet MS"/>
              </a:rPr>
              <a:t>2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842644"/>
            <a:ext cx="7512050" cy="8642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exam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follow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distribution.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95" dirty="0">
                <a:latin typeface="Trebuchet MS"/>
                <a:cs typeface="Trebuchet MS"/>
              </a:rPr>
              <a:t>120,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standard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65" dirty="0">
                <a:latin typeface="Trebuchet MS"/>
                <a:cs typeface="Trebuchet MS"/>
              </a:rPr>
              <a:t>17.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like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set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cut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70" dirty="0">
                <a:latin typeface="Trebuchet MS"/>
                <a:cs typeface="Trebuchet MS"/>
              </a:rPr>
              <a:t>so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only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65" dirty="0">
                <a:latin typeface="Trebuchet MS"/>
                <a:cs typeface="Trebuchet MS"/>
              </a:rPr>
              <a:t>10%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pass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test.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should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chosen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b="1" spc="-45" dirty="0">
                <a:latin typeface="Gill Sans MT"/>
                <a:cs typeface="Gill Sans MT"/>
              </a:rPr>
              <a:t>cut</a:t>
            </a:r>
            <a:r>
              <a:rPr sz="1450" b="1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score</a:t>
            </a:r>
            <a:r>
              <a:rPr sz="1450" spc="-10" dirty="0">
                <a:latin typeface="Trebuchet MS"/>
                <a:cs typeface="Trebuchet MS"/>
              </a:rPr>
              <a:t>?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77540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80" dirty="0"/>
              <a:t>Question </a:t>
            </a:r>
            <a:r>
              <a:rPr spc="-50" dirty="0"/>
              <a:t>3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1524" y="1981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4" y="22002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4" y="2419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8800" y="842644"/>
            <a:ext cx="7184390" cy="21120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exam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follow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distribution.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95" dirty="0">
                <a:latin typeface="Trebuchet MS"/>
                <a:cs typeface="Trebuchet MS"/>
              </a:rPr>
              <a:t>120,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standard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17.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450" spc="-25" dirty="0">
                <a:latin typeface="Trebuchet MS"/>
                <a:cs typeface="Trebuchet MS"/>
              </a:rPr>
              <a:t>Cut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are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set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define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performance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categories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follows:</a:t>
            </a:r>
            <a:endParaRPr sz="1450">
              <a:latin typeface="Trebuchet MS"/>
              <a:cs typeface="Trebuchet MS"/>
            </a:endParaRPr>
          </a:p>
          <a:p>
            <a:pPr marL="393065" marR="4083685">
              <a:lnSpc>
                <a:spcPts val="1730"/>
              </a:lnSpc>
              <a:spcBef>
                <a:spcPts val="1550"/>
              </a:spcBef>
            </a:pPr>
            <a:r>
              <a:rPr sz="1450" b="1" spc="-50" dirty="0">
                <a:latin typeface="Gill Sans MT"/>
                <a:cs typeface="Gill Sans MT"/>
              </a:rPr>
              <a:t>Does </a:t>
            </a:r>
            <a:r>
              <a:rPr sz="1450" b="1" spc="-35" dirty="0">
                <a:latin typeface="Gill Sans MT"/>
                <a:cs typeface="Gill Sans MT"/>
              </a:rPr>
              <a:t>not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65" dirty="0">
                <a:latin typeface="Gill Sans MT"/>
                <a:cs typeface="Gill Sans MT"/>
              </a:rPr>
              <a:t>meet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criteria:</a:t>
            </a:r>
            <a:r>
              <a:rPr sz="1450" b="1" spc="-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below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90 </a:t>
            </a:r>
            <a:r>
              <a:rPr sz="1450" b="1" spc="-30" dirty="0">
                <a:latin typeface="Gill Sans MT"/>
                <a:cs typeface="Gill Sans MT"/>
              </a:rPr>
              <a:t>Meets</a:t>
            </a:r>
            <a:r>
              <a:rPr sz="1450" b="1" spc="-7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70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criteria:</a:t>
            </a:r>
            <a:r>
              <a:rPr sz="1450" b="1" spc="-25" dirty="0">
                <a:latin typeface="Gill Sans MT"/>
                <a:cs typeface="Gill Sans MT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90–140 </a:t>
            </a:r>
            <a:r>
              <a:rPr sz="1450" b="1" spc="-40" dirty="0">
                <a:latin typeface="Gill Sans MT"/>
                <a:cs typeface="Gill Sans MT"/>
              </a:rPr>
              <a:t>Exceeds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criteria:</a:t>
            </a:r>
            <a:r>
              <a:rPr sz="1450" b="1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above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140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b="1" spc="-35" dirty="0">
                <a:latin typeface="Gill Sans MT"/>
                <a:cs typeface="Gill Sans MT"/>
              </a:rPr>
              <a:t>percentage</a:t>
            </a:r>
            <a:r>
              <a:rPr sz="1450" b="1" spc="-50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4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students</a:t>
            </a:r>
            <a:r>
              <a:rPr sz="1450" b="1" spc="-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fall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into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each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category?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308" y="6228353"/>
            <a:ext cx="74295" cy="157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spc="-50" dirty="0">
                <a:latin typeface="Trebuchet MS"/>
                <a:cs typeface="Trebuchet MS"/>
              </a:rPr>
              <a:t>2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663825"/>
            <a:ext cx="7271384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</a:pPr>
            <a:r>
              <a:rPr sz="4100" spc="-114" dirty="0">
                <a:solidFill>
                  <a:srgbClr val="FFFFFF"/>
                </a:solidFill>
              </a:rPr>
              <a:t>Sampling</a:t>
            </a:r>
            <a:r>
              <a:rPr sz="4100" spc="-235" dirty="0">
                <a:solidFill>
                  <a:srgbClr val="FFFFFF"/>
                </a:solidFill>
              </a:rPr>
              <a:t> </a:t>
            </a:r>
            <a:r>
              <a:rPr sz="4100" spc="-130" dirty="0">
                <a:solidFill>
                  <a:srgbClr val="FFFFFF"/>
                </a:solidFill>
              </a:rPr>
              <a:t>Distribution</a:t>
            </a:r>
            <a:r>
              <a:rPr sz="4100" spc="-229" dirty="0">
                <a:solidFill>
                  <a:srgbClr val="FFFFFF"/>
                </a:solidFill>
              </a:rPr>
              <a:t> </a:t>
            </a:r>
            <a:r>
              <a:rPr sz="4100" spc="-105" dirty="0">
                <a:solidFill>
                  <a:srgbClr val="FFFFFF"/>
                </a:solidFill>
              </a:rPr>
              <a:t>and</a:t>
            </a:r>
            <a:r>
              <a:rPr sz="4100" spc="-229" dirty="0">
                <a:solidFill>
                  <a:srgbClr val="FFFFFF"/>
                </a:solidFill>
              </a:rPr>
              <a:t> </a:t>
            </a:r>
            <a:r>
              <a:rPr sz="4100" spc="-204" dirty="0">
                <a:solidFill>
                  <a:srgbClr val="FFFFFF"/>
                </a:solidFill>
              </a:rPr>
              <a:t>Central </a:t>
            </a:r>
            <a:r>
              <a:rPr sz="4100" spc="-215" dirty="0">
                <a:solidFill>
                  <a:srgbClr val="FFFFFF"/>
                </a:solidFill>
              </a:rPr>
              <a:t>Limit</a:t>
            </a:r>
            <a:r>
              <a:rPr sz="4100" spc="-229" dirty="0">
                <a:solidFill>
                  <a:srgbClr val="FFFFFF"/>
                </a:solidFill>
              </a:rPr>
              <a:t> </a:t>
            </a:r>
            <a:r>
              <a:rPr sz="4100" spc="-80" dirty="0">
                <a:solidFill>
                  <a:srgbClr val="FFFFFF"/>
                </a:solidFill>
              </a:rPr>
              <a:t>Theorem</a:t>
            </a:r>
            <a:endParaRPr sz="41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24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499" y="819150"/>
            <a:ext cx="47625" cy="876300"/>
          </a:xfrm>
          <a:custGeom>
            <a:avLst/>
            <a:gdLst/>
            <a:ahLst/>
            <a:cxnLst/>
            <a:rect l="l" t="t" r="r" b="b"/>
            <a:pathLst>
              <a:path w="47625" h="876300">
                <a:moveTo>
                  <a:pt x="47624" y="876299"/>
                </a:moveTo>
                <a:lnTo>
                  <a:pt x="0" y="876299"/>
                </a:lnTo>
                <a:lnTo>
                  <a:pt x="0" y="0"/>
                </a:lnTo>
                <a:lnTo>
                  <a:pt x="47624" y="0"/>
                </a:lnTo>
                <a:lnTo>
                  <a:pt x="47624" y="876299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What</a:t>
            </a:r>
            <a:r>
              <a:rPr spc="-160" dirty="0"/>
              <a:t> </a:t>
            </a:r>
            <a:r>
              <a:rPr dirty="0"/>
              <a:t>is</a:t>
            </a:r>
            <a:r>
              <a:rPr spc="-155" dirty="0"/>
              <a:t> </a:t>
            </a:r>
            <a:r>
              <a:rPr spc="-90" dirty="0"/>
              <a:t>a</a:t>
            </a:r>
            <a:r>
              <a:rPr spc="-155" dirty="0"/>
              <a:t> </a:t>
            </a:r>
            <a:r>
              <a:rPr spc="-70" dirty="0"/>
              <a:t>sampling</a:t>
            </a:r>
            <a:r>
              <a:rPr spc="-155" dirty="0"/>
              <a:t> </a:t>
            </a:r>
            <a:r>
              <a:rPr spc="-50" dirty="0"/>
              <a:t>distribution?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0185" y="795019"/>
            <a:ext cx="6492240" cy="9023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sampling</a:t>
            </a:r>
            <a:r>
              <a:rPr sz="1450" b="1" spc="-3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1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statistic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(such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mean, median,</a:t>
            </a:r>
            <a:r>
              <a:rPr sz="1450" dirty="0">
                <a:latin typeface="Trebuchet MS"/>
                <a:cs typeface="Trebuchet MS"/>
              </a:rPr>
              <a:t> or </a:t>
            </a:r>
            <a:r>
              <a:rPr sz="1450" spc="-10" dirty="0">
                <a:latin typeface="Trebuchet MS"/>
                <a:cs typeface="Trebuchet MS"/>
              </a:rPr>
              <a:t>correlation)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obtained by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repeatedly</a:t>
            </a:r>
            <a:r>
              <a:rPr sz="1450" dirty="0">
                <a:latin typeface="Trebuchet MS"/>
                <a:cs typeface="Trebuchet MS"/>
              </a:rPr>
              <a:t> drawing random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 </a:t>
            </a:r>
            <a:r>
              <a:rPr sz="1450" spc="-25" dirty="0">
                <a:latin typeface="Trebuchet MS"/>
                <a:cs typeface="Trebuchet MS"/>
              </a:rPr>
              <a:t>of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calculating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statistic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each </a:t>
            </a:r>
            <a:r>
              <a:rPr sz="1450" spc="-10" dirty="0">
                <a:latin typeface="Trebuchet MS"/>
                <a:cs typeface="Trebuchet MS"/>
              </a:rPr>
              <a:t>sample.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559" y="2321330"/>
            <a:ext cx="7094781" cy="31897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57765" y="2485002"/>
            <a:ext cx="1028700" cy="535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635" marR="5080" indent="-369570">
              <a:lnSpc>
                <a:spcPct val="101299"/>
              </a:lnSpc>
              <a:spcBef>
                <a:spcPts val="95"/>
              </a:spcBef>
            </a:pPr>
            <a:r>
              <a:rPr sz="1650" spc="-10" dirty="0">
                <a:solidFill>
                  <a:srgbClr val="003366"/>
                </a:solidFill>
                <a:latin typeface="Arial"/>
                <a:cs typeface="Arial"/>
              </a:rPr>
              <a:t>Population </a:t>
            </a:r>
            <a:r>
              <a:rPr sz="1650" spc="-25" dirty="0">
                <a:solidFill>
                  <a:srgbClr val="003366"/>
                </a:solidFill>
                <a:latin typeface="Arial"/>
                <a:cs typeface="Arial"/>
              </a:rPr>
              <a:t>(μ)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25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4049" y="4224231"/>
            <a:ext cx="7937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E6540D"/>
                </a:solidFill>
                <a:latin typeface="Arial"/>
                <a:cs typeface="Arial"/>
              </a:rPr>
              <a:t>Sample</a:t>
            </a:r>
            <a:r>
              <a:rPr sz="1400" spc="85" dirty="0">
                <a:solidFill>
                  <a:srgbClr val="E6540D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E6540D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4619" y="4224231"/>
            <a:ext cx="7937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E6540D"/>
                </a:solidFill>
                <a:latin typeface="Arial"/>
                <a:cs typeface="Arial"/>
              </a:rPr>
              <a:t>Sample</a:t>
            </a:r>
            <a:r>
              <a:rPr sz="1400" spc="85" dirty="0">
                <a:solidFill>
                  <a:srgbClr val="E6540D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E6540D"/>
                </a:solidFill>
                <a:latin typeface="Arial"/>
                <a:cs typeface="Arial"/>
              </a:rPr>
              <a:t>2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041" y="4224231"/>
            <a:ext cx="7937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E6540D"/>
                </a:solidFill>
                <a:latin typeface="Arial"/>
                <a:cs typeface="Arial"/>
              </a:rPr>
              <a:t>Sample</a:t>
            </a:r>
            <a:r>
              <a:rPr sz="1400" spc="85" dirty="0">
                <a:solidFill>
                  <a:srgbClr val="E6540D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E6540D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5612" y="4224231"/>
            <a:ext cx="7937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E6540D"/>
                </a:solidFill>
                <a:latin typeface="Arial"/>
                <a:cs typeface="Arial"/>
              </a:rPr>
              <a:t>Sample</a:t>
            </a:r>
            <a:r>
              <a:rPr sz="1400" spc="85" dirty="0">
                <a:solidFill>
                  <a:srgbClr val="E6540D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E6540D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1002" y="4224231"/>
            <a:ext cx="82423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E6540D"/>
                </a:solidFill>
                <a:latin typeface="Arial"/>
                <a:cs typeface="Arial"/>
              </a:rPr>
              <a:t>Sample</a:t>
            </a:r>
            <a:r>
              <a:rPr sz="1400" spc="85" dirty="0">
                <a:solidFill>
                  <a:srgbClr val="E6540D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E6540D"/>
                </a:solidFill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397" y="5642380"/>
            <a:ext cx="1714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60" dirty="0">
                <a:solidFill>
                  <a:srgbClr val="00441B"/>
                </a:solidFill>
                <a:latin typeface="Arial"/>
                <a:cs typeface="Arial"/>
              </a:rPr>
              <a:t>x̄</a:t>
            </a:r>
            <a:r>
              <a:rPr sz="1400" spc="-25" dirty="0">
                <a:solidFill>
                  <a:srgbClr val="00441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441B"/>
                </a:solidFill>
                <a:latin typeface="Times New Roman"/>
                <a:cs typeface="Times New Roman"/>
              </a:rPr>
              <a:t>₁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5968" y="5642380"/>
            <a:ext cx="1714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60" dirty="0">
                <a:solidFill>
                  <a:srgbClr val="00441B"/>
                </a:solidFill>
                <a:latin typeface="Arial"/>
                <a:cs typeface="Arial"/>
              </a:rPr>
              <a:t>x̄</a:t>
            </a:r>
            <a:r>
              <a:rPr sz="1400" spc="-25" dirty="0">
                <a:solidFill>
                  <a:srgbClr val="00441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441B"/>
                </a:solidFill>
                <a:latin typeface="Times New Roman"/>
                <a:cs typeface="Times New Roman"/>
              </a:rPr>
              <a:t>₂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86390" y="5642380"/>
            <a:ext cx="1714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60" dirty="0">
                <a:solidFill>
                  <a:srgbClr val="00441B"/>
                </a:solidFill>
                <a:latin typeface="Arial"/>
                <a:cs typeface="Arial"/>
              </a:rPr>
              <a:t>x̄</a:t>
            </a:r>
            <a:r>
              <a:rPr sz="1400" spc="-25" dirty="0">
                <a:solidFill>
                  <a:srgbClr val="00441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441B"/>
                </a:solidFill>
                <a:latin typeface="Times New Roman"/>
                <a:cs typeface="Times New Roman"/>
              </a:rPr>
              <a:t>₃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56960" y="5642380"/>
            <a:ext cx="1714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60" dirty="0">
                <a:solidFill>
                  <a:srgbClr val="00441B"/>
                </a:solidFill>
                <a:latin typeface="Arial"/>
                <a:cs typeface="Arial"/>
              </a:rPr>
              <a:t>x̄</a:t>
            </a:r>
            <a:r>
              <a:rPr sz="1400" spc="-25" dirty="0">
                <a:solidFill>
                  <a:srgbClr val="00441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441B"/>
                </a:solidFill>
                <a:latin typeface="Times New Roman"/>
                <a:cs typeface="Times New Roman"/>
              </a:rPr>
              <a:t>₄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2889" y="5642380"/>
            <a:ext cx="16002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60" dirty="0">
                <a:solidFill>
                  <a:srgbClr val="00441B"/>
                </a:solidFill>
                <a:latin typeface="Arial"/>
                <a:cs typeface="Arial"/>
              </a:rPr>
              <a:t>x̄</a:t>
            </a:r>
            <a:r>
              <a:rPr sz="1400" spc="-25" dirty="0">
                <a:solidFill>
                  <a:srgbClr val="00441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441B"/>
                </a:solidFill>
                <a:latin typeface="Arial"/>
                <a:cs typeface="Arial"/>
              </a:rPr>
              <a:t>ᵣ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Demonstration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26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0" y="795019"/>
            <a:ext cx="256286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[sampling</a:t>
            </a:r>
            <a:r>
              <a:rPr sz="1450" spc="9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9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demo.r]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524" y="50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119187"/>
            <a:ext cx="66675" cy="666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1524" y="1533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4" y="2152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1524" y="3390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524" y="3790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8800" y="394970"/>
            <a:ext cx="7488555" cy="43789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93065" marR="12700">
              <a:lnSpc>
                <a:spcPts val="1730"/>
              </a:lnSpc>
              <a:spcBef>
                <a:spcPts val="155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i="1" spc="-65" dirty="0">
                <a:latin typeface="Lucida Sans"/>
                <a:cs typeface="Lucida Sans"/>
              </a:rPr>
              <a:t>sampling</a:t>
            </a:r>
            <a:r>
              <a:rPr sz="1450" i="1" spc="-45" dirty="0">
                <a:latin typeface="Lucida Sans"/>
                <a:cs typeface="Lucida Sans"/>
              </a:rPr>
              <a:t> </a:t>
            </a:r>
            <a:r>
              <a:rPr sz="1450" i="1" spc="-55" dirty="0">
                <a:latin typeface="Lucida Sans"/>
                <a:cs typeface="Lucida Sans"/>
              </a:rPr>
              <a:t>distribution</a:t>
            </a:r>
            <a:r>
              <a:rPr sz="1450" i="1" spc="-40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b="1" spc="-30" dirty="0">
                <a:latin typeface="Gill Sans MT"/>
                <a:cs typeface="Gill Sans MT"/>
              </a:rPr>
              <a:t>theoretical</a:t>
            </a:r>
            <a:r>
              <a:rPr sz="1450" b="1" spc="-25" dirty="0">
                <a:latin typeface="Gill Sans MT"/>
                <a:cs typeface="Gill Sans MT"/>
              </a:rPr>
              <a:t> (hypothetical)</a:t>
            </a:r>
            <a:r>
              <a:rPr sz="1450" b="1" spc="1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70" dirty="0">
                <a:latin typeface="Trebuchet MS"/>
                <a:cs typeface="Trebuchet MS"/>
              </a:rPr>
              <a:t>—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almost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never actually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it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real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marL="393065" indent="381000">
              <a:lnSpc>
                <a:spcPct val="100000"/>
              </a:lnSpc>
              <a:spcBef>
                <a:spcPts val="1350"/>
              </a:spcBef>
            </a:pPr>
            <a:r>
              <a:rPr sz="1450" dirty="0">
                <a:latin typeface="Trebuchet MS"/>
                <a:cs typeface="Trebuchet MS"/>
              </a:rPr>
              <a:t>How many possible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 of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60" dirty="0">
                <a:latin typeface="Trebuchet MS"/>
                <a:cs typeface="Trebuchet MS"/>
              </a:rPr>
              <a:t>10</a:t>
            </a:r>
            <a:r>
              <a:rPr sz="1450" dirty="0">
                <a:latin typeface="Trebuchet MS"/>
                <a:cs typeface="Trebuchet MS"/>
              </a:rPr>
              <a:t> countries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 can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draw</a:t>
            </a:r>
            <a:r>
              <a:rPr sz="1450" dirty="0">
                <a:latin typeface="Trebuchet MS"/>
                <a:cs typeface="Trebuchet MS"/>
              </a:rPr>
              <a:t> from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180</a:t>
            </a:r>
            <a:r>
              <a:rPr sz="14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countries?</a:t>
            </a:r>
            <a:endParaRPr sz="1450">
              <a:latin typeface="Trebuchet MS"/>
              <a:cs typeface="Trebuchet MS"/>
            </a:endParaRPr>
          </a:p>
          <a:p>
            <a:pPr marL="393065" marR="262255">
              <a:lnSpc>
                <a:spcPts val="1730"/>
              </a:lnSpc>
              <a:spcBef>
                <a:spcPts val="1550"/>
              </a:spcBef>
            </a:pPr>
            <a:r>
              <a:rPr sz="1450" dirty="0">
                <a:latin typeface="Trebuchet MS"/>
                <a:cs typeface="Trebuchet MS"/>
              </a:rPr>
              <a:t>In </a:t>
            </a:r>
            <a:r>
              <a:rPr sz="1450" spc="-45" dirty="0">
                <a:latin typeface="Trebuchet MS"/>
                <a:cs typeface="Trebuchet MS"/>
              </a:rPr>
              <a:t>practice,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not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(and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need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not)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collect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thousands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see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what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looks</a:t>
            </a:r>
            <a:r>
              <a:rPr sz="1450" spc="7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like.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sz="1450" dirty="0">
                <a:latin typeface="Trebuchet MS"/>
                <a:cs typeface="Trebuchet MS"/>
              </a:rPr>
              <a:t>Even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though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don’t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observe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it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directly,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can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derive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its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properties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mathematically.</a:t>
            </a:r>
            <a:endParaRPr sz="1450">
              <a:latin typeface="Trebuchet MS"/>
              <a:cs typeface="Trebuchet MS"/>
            </a:endParaRPr>
          </a:p>
          <a:p>
            <a:pPr marL="393065" marR="128270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theoretical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framework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allows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60" dirty="0">
                <a:latin typeface="Trebuchet MS"/>
                <a:cs typeface="Trebuchet MS"/>
              </a:rPr>
              <a:t>us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understand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how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statistic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(like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sample </a:t>
            </a:r>
            <a:r>
              <a:rPr sz="1450" dirty="0">
                <a:latin typeface="Trebuchet MS"/>
                <a:cs typeface="Trebuchet MS"/>
              </a:rPr>
              <a:t>mean)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behave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i="1" spc="-55" dirty="0">
                <a:latin typeface="Lucida Sans"/>
                <a:cs typeface="Lucida Sans"/>
              </a:rPr>
              <a:t>if</a:t>
            </a:r>
            <a:r>
              <a:rPr sz="1450" i="1" spc="-35" dirty="0">
                <a:latin typeface="Lucida Sans"/>
                <a:cs typeface="Lucida San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could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take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all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possible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spc="-10" dirty="0">
                <a:latin typeface="Trebuchet MS"/>
                <a:cs typeface="Trebuchet MS"/>
              </a:rPr>
              <a:t>population.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45"/>
              </a:spcBef>
            </a:pP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55" dirty="0">
                <a:latin typeface="Trebuchet MS"/>
                <a:cs typeface="Trebuchet MS"/>
              </a:rPr>
              <a:t>reality,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usually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have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just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one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one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mean.</a:t>
            </a:r>
            <a:endParaRPr sz="1450">
              <a:latin typeface="Trebuchet MS"/>
              <a:cs typeface="Trebuchet MS"/>
            </a:endParaRPr>
          </a:p>
          <a:p>
            <a:pPr marL="393065" marR="114300">
              <a:lnSpc>
                <a:spcPts val="1730"/>
              </a:lnSpc>
              <a:spcBef>
                <a:spcPts val="1475"/>
              </a:spcBef>
            </a:pPr>
            <a:r>
              <a:rPr sz="1450" dirty="0">
                <a:latin typeface="Trebuchet MS"/>
                <a:cs typeface="Trebuchet MS"/>
              </a:rPr>
              <a:t>Our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goal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use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single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make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inferences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about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population mean.</a:t>
            </a:r>
            <a:endParaRPr sz="1450">
              <a:latin typeface="Trebuchet MS"/>
              <a:cs typeface="Trebuchet MS"/>
            </a:endParaRPr>
          </a:p>
          <a:p>
            <a:pPr marL="12700" marR="238125">
              <a:lnSpc>
                <a:spcPts val="1730"/>
              </a:lnSpc>
              <a:spcBef>
                <a:spcPts val="1490"/>
              </a:spcBef>
            </a:pPr>
            <a:r>
              <a:rPr sz="1450" dirty="0">
                <a:latin typeface="Trebuchet MS"/>
                <a:cs typeface="Trebuchet MS"/>
              </a:rPr>
              <a:t>This kind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inference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only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possible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because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know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distribution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look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like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10" dirty="0">
                <a:latin typeface="Trebuchet MS"/>
                <a:cs typeface="Trebuchet MS"/>
              </a:rPr>
              <a:t> theory.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27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99" y="1447799"/>
            <a:ext cx="47625" cy="419100"/>
          </a:xfrm>
          <a:custGeom>
            <a:avLst/>
            <a:gdLst/>
            <a:ahLst/>
            <a:cxnLst/>
            <a:rect l="l" t="t" r="r" b="b"/>
            <a:pathLst>
              <a:path w="47625" h="419100">
                <a:moveTo>
                  <a:pt x="47624" y="419099"/>
                </a:moveTo>
                <a:lnTo>
                  <a:pt x="0" y="419099"/>
                </a:lnTo>
                <a:lnTo>
                  <a:pt x="0" y="0"/>
                </a:lnTo>
                <a:lnTo>
                  <a:pt x="47624" y="0"/>
                </a:lnTo>
                <a:lnTo>
                  <a:pt x="47624" y="419099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Central</a:t>
            </a:r>
            <a:r>
              <a:rPr spc="-155" dirty="0"/>
              <a:t> </a:t>
            </a:r>
            <a:r>
              <a:rPr spc="-130" dirty="0"/>
              <a:t>Limit</a:t>
            </a:r>
            <a:r>
              <a:rPr spc="-150" dirty="0"/>
              <a:t> </a:t>
            </a:r>
            <a:r>
              <a:rPr spc="-140" dirty="0"/>
              <a:t>Theorem</a:t>
            </a:r>
            <a:r>
              <a:rPr spc="-155" dirty="0"/>
              <a:t> </a:t>
            </a:r>
            <a:r>
              <a:rPr spc="-275" dirty="0"/>
              <a:t>(CLT)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100" y="786223"/>
            <a:ext cx="7367905" cy="4749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5400" marR="17780">
              <a:lnSpc>
                <a:spcPts val="1730"/>
              </a:lnSpc>
              <a:spcBef>
                <a:spcPts val="225"/>
              </a:spcBef>
            </a:pPr>
            <a:r>
              <a:rPr sz="1450" spc="-10" dirty="0">
                <a:latin typeface="Trebuchet MS"/>
                <a:cs typeface="Trebuchet MS"/>
              </a:rPr>
              <a:t>For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with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30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500" i="1" spc="-150" dirty="0">
                <a:latin typeface="Arial"/>
                <a:cs typeface="Arial"/>
              </a:rPr>
              <a:t>σ</a:t>
            </a:r>
            <a:r>
              <a:rPr sz="1450" spc="-150" dirty="0">
                <a:latin typeface="Trebuchet MS"/>
                <a:cs typeface="Trebuchet MS"/>
              </a:rPr>
              <a:t>,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means,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500" i="1" spc="-640" dirty="0">
                <a:latin typeface="Arial"/>
                <a:cs typeface="Arial"/>
              </a:rPr>
              <a:t>X</a:t>
            </a:r>
            <a:r>
              <a:rPr sz="2250" spc="7" baseline="11111" dirty="0">
                <a:latin typeface="Lucida Sans"/>
                <a:cs typeface="Lucida Sans"/>
              </a:rPr>
              <a:t>¯</a:t>
            </a:r>
            <a:r>
              <a:rPr sz="2250" spc="60" baseline="11111" dirty="0">
                <a:latin typeface="Lucida Sans"/>
                <a:cs typeface="Lucida San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(from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500" i="1" spc="-90" dirty="0">
                <a:latin typeface="Arial"/>
                <a:cs typeface="Arial"/>
              </a:rPr>
              <a:t>n</a:t>
            </a:r>
            <a:r>
              <a:rPr sz="1450" spc="-90" dirty="0">
                <a:latin typeface="Trebuchet MS"/>
                <a:cs typeface="Trebuchet MS"/>
              </a:rPr>
              <a:t>),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approximately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normal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with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785" y="1457803"/>
            <a:ext cx="578548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equal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420" dirty="0">
                <a:latin typeface="Trebuchet MS"/>
                <a:cs typeface="Trebuchet MS"/>
              </a:rPr>
              <a:t> </a:t>
            </a:r>
            <a:r>
              <a:rPr sz="2250" spc="-67" baseline="1851" dirty="0">
                <a:latin typeface="Arial"/>
                <a:cs typeface="Arial"/>
              </a:rPr>
              <a:t>E</a:t>
            </a:r>
            <a:r>
              <a:rPr sz="2250" spc="-67" baseline="1851" dirty="0">
                <a:latin typeface="Lucida Sans"/>
                <a:cs typeface="Lucida Sans"/>
              </a:rPr>
              <a:t>[</a:t>
            </a:r>
            <a:r>
              <a:rPr sz="2250" i="1" spc="-1035" baseline="1851" dirty="0">
                <a:latin typeface="Arial"/>
                <a:cs typeface="Arial"/>
              </a:rPr>
              <a:t>X</a:t>
            </a:r>
            <a:r>
              <a:rPr sz="2250" spc="44" baseline="12962" dirty="0">
                <a:latin typeface="Lucida Sans"/>
                <a:cs typeface="Lucida Sans"/>
              </a:rPr>
              <a:t>¯</a:t>
            </a:r>
            <a:r>
              <a:rPr sz="2250" spc="-67" baseline="1851" dirty="0">
                <a:latin typeface="Lucida Sans"/>
                <a:cs typeface="Lucida Sans"/>
              </a:rPr>
              <a:t>]</a:t>
            </a:r>
            <a:r>
              <a:rPr sz="2250" spc="-52" baseline="1851" dirty="0">
                <a:latin typeface="Lucida Sans"/>
                <a:cs typeface="Lucida Sans"/>
              </a:rPr>
              <a:t> </a:t>
            </a:r>
            <a:r>
              <a:rPr sz="2250" spc="-89" baseline="1851" dirty="0">
                <a:latin typeface="Lucida Sans"/>
                <a:cs typeface="Lucida Sans"/>
              </a:rPr>
              <a:t>=</a:t>
            </a:r>
            <a:r>
              <a:rPr sz="2250" spc="-44" baseline="1851" dirty="0">
                <a:latin typeface="Lucida Sans"/>
                <a:cs typeface="Lucida Sans"/>
              </a:rPr>
              <a:t> </a:t>
            </a:r>
            <a:r>
              <a:rPr sz="2250" i="1" baseline="1851" dirty="0">
                <a:latin typeface="Arial"/>
                <a:cs typeface="Arial"/>
              </a:rPr>
              <a:t>μ</a:t>
            </a:r>
            <a:r>
              <a:rPr sz="2250" i="1" spc="-7" baseline="1851" dirty="0">
                <a:latin typeface="Arial"/>
                <a:cs typeface="Arial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equal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to</a:t>
            </a:r>
            <a:r>
              <a:rPr sz="1450" spc="420" dirty="0">
                <a:latin typeface="Trebuchet MS"/>
                <a:cs typeface="Trebuchet MS"/>
              </a:rPr>
              <a:t> </a:t>
            </a:r>
            <a:r>
              <a:rPr sz="2250" spc="60" baseline="1851" dirty="0">
                <a:latin typeface="Lucida Sans"/>
                <a:cs typeface="Lucida Sans"/>
              </a:rPr>
              <a:t>SE(</a:t>
            </a:r>
            <a:r>
              <a:rPr sz="2250" i="1" spc="-907" baseline="1851" dirty="0">
                <a:latin typeface="Arial"/>
                <a:cs typeface="Arial"/>
              </a:rPr>
              <a:t>X</a:t>
            </a:r>
            <a:r>
              <a:rPr sz="2250" spc="172" baseline="12962" dirty="0">
                <a:latin typeface="Lucida Sans"/>
                <a:cs typeface="Lucida Sans"/>
              </a:rPr>
              <a:t>¯</a:t>
            </a:r>
            <a:r>
              <a:rPr sz="2250" spc="60" baseline="1851" dirty="0">
                <a:latin typeface="Lucida Sans"/>
                <a:cs typeface="Lucida Sans"/>
              </a:rPr>
              <a:t>)</a:t>
            </a:r>
            <a:r>
              <a:rPr sz="2250" spc="-52" baseline="1851" dirty="0">
                <a:latin typeface="Lucida Sans"/>
                <a:cs typeface="Lucida Sans"/>
              </a:rPr>
              <a:t> </a:t>
            </a:r>
            <a:r>
              <a:rPr sz="2250" spc="-1170" baseline="1851" dirty="0">
                <a:latin typeface="Lucida Sans"/>
                <a:cs typeface="Lucida Sans"/>
              </a:rPr>
              <a:t>=</a:t>
            </a:r>
            <a:endParaRPr sz="2250" baseline="1851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72585" y="1468913"/>
            <a:ext cx="698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45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4" y="2752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524" y="3371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3400" y="2014948"/>
            <a:ext cx="7469505" cy="193230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234315">
              <a:lnSpc>
                <a:spcPts val="1730"/>
              </a:lnSpc>
              <a:spcBef>
                <a:spcPts val="225"/>
              </a:spcBef>
            </a:pPr>
            <a:r>
              <a:rPr sz="1450" dirty="0">
                <a:latin typeface="Trebuchet MS"/>
                <a:cs typeface="Trebuchet MS"/>
              </a:rPr>
              <a:t>As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500" i="1" dirty="0">
                <a:latin typeface="Arial"/>
                <a:cs typeface="Arial"/>
              </a:rPr>
              <a:t>n</a:t>
            </a:r>
            <a:r>
              <a:rPr sz="1500" i="1" spc="20" dirty="0">
                <a:latin typeface="Arial"/>
                <a:cs typeface="Arial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increases,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approximation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improves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regardless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shape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of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(provided </a:t>
            </a:r>
            <a:r>
              <a:rPr sz="1500" i="1" spc="-10" dirty="0">
                <a:latin typeface="Arial"/>
                <a:cs typeface="Arial"/>
              </a:rPr>
              <a:t>σ</a:t>
            </a:r>
            <a:r>
              <a:rPr sz="1575" spc="-15" baseline="26455" dirty="0">
                <a:latin typeface="Lucida Sans"/>
                <a:cs typeface="Lucida Sans"/>
              </a:rPr>
              <a:t>2</a:t>
            </a:r>
            <a:r>
              <a:rPr sz="1575" spc="270" baseline="26455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10" dirty="0">
                <a:latin typeface="Trebuchet MS"/>
                <a:cs typeface="Trebuchet MS"/>
              </a:rPr>
              <a:t> finite).</a:t>
            </a:r>
            <a:endParaRPr sz="1450">
              <a:latin typeface="Trebuchet MS"/>
              <a:cs typeface="Trebuchet MS"/>
            </a:endParaRPr>
          </a:p>
          <a:p>
            <a:pPr marL="418465" marR="30480">
              <a:lnSpc>
                <a:spcPts val="1730"/>
              </a:lnSpc>
              <a:spcBef>
                <a:spcPts val="1415"/>
              </a:spcBef>
            </a:pPr>
            <a:r>
              <a:rPr sz="1450" dirty="0">
                <a:latin typeface="Trebuchet MS"/>
                <a:cs typeface="Trebuchet MS"/>
              </a:rPr>
              <a:t>If the population is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normal,</a:t>
            </a:r>
            <a:r>
              <a:rPr sz="1450" dirty="0">
                <a:latin typeface="Trebuchet MS"/>
                <a:cs typeface="Trebuchet MS"/>
              </a:rPr>
              <a:t> then the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sampling distribution of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500" i="1" spc="-640" dirty="0">
                <a:latin typeface="Arial"/>
                <a:cs typeface="Arial"/>
              </a:rPr>
              <a:t>X</a:t>
            </a:r>
            <a:r>
              <a:rPr sz="2250" spc="7" baseline="11111" dirty="0">
                <a:latin typeface="Lucida Sans"/>
                <a:cs typeface="Lucida Sans"/>
              </a:rPr>
              <a:t>¯</a:t>
            </a:r>
            <a:r>
              <a:rPr sz="2250" spc="82" baseline="11111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is </a:t>
            </a:r>
            <a:r>
              <a:rPr sz="1450" spc="-25" dirty="0">
                <a:latin typeface="Trebuchet MS"/>
                <a:cs typeface="Trebuchet MS"/>
              </a:rPr>
              <a:t>exactly</a:t>
            </a:r>
            <a:r>
              <a:rPr sz="1450" dirty="0">
                <a:latin typeface="Trebuchet MS"/>
                <a:cs typeface="Trebuchet MS"/>
              </a:rPr>
              <a:t> normal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60" dirty="0">
                <a:latin typeface="Trebuchet MS"/>
                <a:cs typeface="Trebuchet MS"/>
              </a:rPr>
              <a:t>for </a:t>
            </a:r>
            <a:r>
              <a:rPr sz="1450" dirty="0">
                <a:latin typeface="Trebuchet MS"/>
                <a:cs typeface="Trebuchet MS"/>
              </a:rPr>
              <a:t>any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500" i="1" spc="-25" dirty="0">
                <a:latin typeface="Arial"/>
                <a:cs typeface="Arial"/>
              </a:rPr>
              <a:t>n</a:t>
            </a:r>
            <a:r>
              <a:rPr sz="1450" spc="-25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18465" marR="244475">
              <a:lnSpc>
                <a:spcPts val="1730"/>
              </a:lnSpc>
              <a:spcBef>
                <a:spcPts val="1415"/>
              </a:spcBef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not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normal,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typically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need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large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enough</a:t>
            </a:r>
            <a:r>
              <a:rPr sz="1450" b="1" spc="5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the </a:t>
            </a:r>
            <a:r>
              <a:rPr sz="1450" dirty="0">
                <a:latin typeface="Trebuchet MS"/>
                <a:cs typeface="Trebuchet MS"/>
              </a:rPr>
              <a:t>sampling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 of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500" i="1" spc="-640" dirty="0">
                <a:latin typeface="Arial"/>
                <a:cs typeface="Arial"/>
              </a:rPr>
              <a:t>X</a:t>
            </a:r>
            <a:r>
              <a:rPr sz="2250" spc="7" baseline="11111" dirty="0">
                <a:latin typeface="Lucida Sans"/>
                <a:cs typeface="Lucida Sans"/>
              </a:rPr>
              <a:t>¯</a:t>
            </a:r>
            <a:r>
              <a:rPr sz="2250" spc="75" baseline="11111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to be close to normal (how large depends </a:t>
            </a:r>
            <a:r>
              <a:rPr sz="1450" spc="55" dirty="0">
                <a:latin typeface="Trebuchet MS"/>
                <a:cs typeface="Trebuchet MS"/>
              </a:rPr>
              <a:t>on</a:t>
            </a:r>
            <a:r>
              <a:rPr sz="1450" dirty="0">
                <a:latin typeface="Trebuchet MS"/>
                <a:cs typeface="Trebuchet MS"/>
              </a:rPr>
              <a:t> </a:t>
            </a:r>
            <a:r>
              <a:rPr sz="1450" spc="-35" dirty="0">
                <a:latin typeface="Trebuchet MS"/>
                <a:cs typeface="Trebuchet MS"/>
              </a:rPr>
              <a:t>skewness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extreme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values,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but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larger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500" i="1" dirty="0">
                <a:latin typeface="Arial"/>
                <a:cs typeface="Arial"/>
              </a:rPr>
              <a:t>n</a:t>
            </a:r>
            <a:r>
              <a:rPr sz="1500" i="1" spc="-10" dirty="0">
                <a:latin typeface="Arial"/>
                <a:cs typeface="Arial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helps).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9045" y="1338673"/>
            <a:ext cx="1301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latin typeface="Arial"/>
                <a:cs typeface="Arial"/>
              </a:rPr>
              <a:t>σ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34224" y="1666874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114299" y="9524"/>
                </a:moveTo>
                <a:lnTo>
                  <a:pt x="0" y="9524"/>
                </a:lnTo>
                <a:lnTo>
                  <a:pt x="0" y="0"/>
                </a:lnTo>
                <a:lnTo>
                  <a:pt x="114299" y="0"/>
                </a:lnTo>
                <a:lnTo>
                  <a:pt x="1142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70315" y="1593534"/>
            <a:ext cx="28765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spc="-37" baseline="-5555" dirty="0">
                <a:latin typeface="Lucida Sans"/>
                <a:cs typeface="Lucida Sans"/>
              </a:rPr>
              <a:t>√</a:t>
            </a:r>
            <a:r>
              <a:rPr sz="1500" i="1" spc="-25" dirty="0">
                <a:latin typeface="Arial"/>
                <a:cs typeface="Arial"/>
              </a:rPr>
              <a:t>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62774" y="1609724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799" y="9524"/>
                </a:moveTo>
                <a:lnTo>
                  <a:pt x="0" y="9524"/>
                </a:lnTo>
                <a:lnTo>
                  <a:pt x="0" y="0"/>
                </a:lnTo>
                <a:lnTo>
                  <a:pt x="304799" y="0"/>
                </a:lnTo>
                <a:lnTo>
                  <a:pt x="3047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28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7259955" cy="366458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sz="1450" dirty="0">
                <a:latin typeface="Trebuchet MS"/>
                <a:cs typeface="Trebuchet MS"/>
              </a:rPr>
              <a:t>In our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demo,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treated</a:t>
            </a:r>
            <a:r>
              <a:rPr sz="145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180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countries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as our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population,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 population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and </a:t>
            </a:r>
            <a:r>
              <a:rPr sz="1450" dirty="0">
                <a:latin typeface="Trebuchet MS"/>
                <a:cs typeface="Trebuchet MS"/>
              </a:rPr>
              <a:t>astandard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life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expectanct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was</a:t>
            </a:r>
            <a:endParaRPr sz="1450">
              <a:latin typeface="Trebuchet MS"/>
              <a:cs typeface="Trebuchet MS"/>
            </a:endParaRPr>
          </a:p>
          <a:p>
            <a:pPr marL="271145" algn="ctr">
              <a:lnSpc>
                <a:spcPct val="100000"/>
              </a:lnSpc>
              <a:spcBef>
                <a:spcPts val="1075"/>
              </a:spcBef>
            </a:pP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5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55" dirty="0">
                <a:latin typeface="Lucida Sans"/>
                <a:cs typeface="Lucida Sans"/>
              </a:rPr>
              <a:t> </a:t>
            </a:r>
            <a:r>
              <a:rPr sz="1500" spc="-10" dirty="0">
                <a:latin typeface="Lucida Sans"/>
                <a:cs typeface="Lucida Sans"/>
              </a:rPr>
              <a:t>71.75</a:t>
            </a:r>
            <a:endParaRPr sz="1500">
              <a:latin typeface="Lucida Sans"/>
              <a:cs typeface="Lucida Sans"/>
            </a:endParaRPr>
          </a:p>
          <a:p>
            <a:pPr marL="271145" algn="ctr">
              <a:lnSpc>
                <a:spcPct val="100000"/>
              </a:lnSpc>
              <a:spcBef>
                <a:spcPts val="1125"/>
              </a:spcBef>
            </a:pPr>
            <a:r>
              <a:rPr sz="1500" i="1" spc="-90" dirty="0">
                <a:latin typeface="Arial"/>
                <a:cs typeface="Arial"/>
              </a:rPr>
              <a:t>σ</a:t>
            </a:r>
            <a:r>
              <a:rPr sz="1500" i="1" spc="-20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spc="-20" dirty="0">
                <a:latin typeface="Lucida Sans"/>
                <a:cs typeface="Lucida Sans"/>
              </a:rPr>
              <a:t>8.08</a:t>
            </a:r>
            <a:endParaRPr sz="1500">
              <a:latin typeface="Lucida Sans"/>
              <a:cs typeface="Lucida Sans"/>
            </a:endParaRPr>
          </a:p>
          <a:p>
            <a:pPr marL="393065" marR="172720" indent="-194945">
              <a:lnSpc>
                <a:spcPts val="1730"/>
              </a:lnSpc>
              <a:spcBef>
                <a:spcPts val="1240"/>
              </a:spcBef>
              <a:buAutoNum type="arabicPeriod"/>
              <a:tabLst>
                <a:tab pos="393065" algn="l"/>
              </a:tabLst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randomly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draw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60" dirty="0">
                <a:latin typeface="Trebuchet MS"/>
                <a:cs typeface="Trebuchet MS"/>
              </a:rPr>
              <a:t>10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population,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</a:t>
            </a:r>
            <a:r>
              <a:rPr sz="1450" spc="-25" dirty="0">
                <a:latin typeface="Trebuchet MS"/>
                <a:cs typeface="Trebuchet MS"/>
              </a:rPr>
              <a:t> the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means?</a:t>
            </a:r>
            <a:endParaRPr sz="1450">
              <a:latin typeface="Trebuchet MS"/>
              <a:cs typeface="Trebuchet MS"/>
            </a:endParaRPr>
          </a:p>
          <a:p>
            <a:pPr marL="393065" marR="160655" indent="-194945">
              <a:lnSpc>
                <a:spcPts val="1730"/>
              </a:lnSpc>
              <a:spcBef>
                <a:spcPts val="1415"/>
              </a:spcBef>
              <a:buAutoNum type="arabicPeriod"/>
              <a:tabLst>
                <a:tab pos="393065" algn="l"/>
              </a:tabLst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randomly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draw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30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population,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</a:t>
            </a:r>
            <a:r>
              <a:rPr sz="1450" spc="-25" dirty="0">
                <a:latin typeface="Trebuchet MS"/>
                <a:cs typeface="Trebuchet MS"/>
              </a:rPr>
              <a:t> the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means?</a:t>
            </a:r>
            <a:endParaRPr sz="1450">
              <a:latin typeface="Trebuchet MS"/>
              <a:cs typeface="Trebuchet MS"/>
            </a:endParaRPr>
          </a:p>
          <a:p>
            <a:pPr marL="393065" marR="160655" indent="-194945">
              <a:lnSpc>
                <a:spcPts val="1720"/>
              </a:lnSpc>
              <a:spcBef>
                <a:spcPts val="1500"/>
              </a:spcBef>
              <a:buAutoNum type="arabicPeriod"/>
              <a:tabLst>
                <a:tab pos="393065" algn="l"/>
              </a:tabLst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randomly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draw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50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population,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</a:t>
            </a:r>
            <a:r>
              <a:rPr sz="1450" spc="-25" dirty="0">
                <a:latin typeface="Trebuchet MS"/>
                <a:cs typeface="Trebuchet MS"/>
              </a:rPr>
              <a:t> the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means?</a:t>
            </a:r>
            <a:endParaRPr sz="1450">
              <a:latin typeface="Trebuchet MS"/>
              <a:cs typeface="Trebuchet MS"/>
            </a:endParaRPr>
          </a:p>
          <a:p>
            <a:pPr marL="393065" marR="71120" indent="-194945">
              <a:lnSpc>
                <a:spcPts val="1730"/>
              </a:lnSpc>
              <a:spcBef>
                <a:spcPts val="1425"/>
              </a:spcBef>
              <a:buAutoNum type="arabicPeriod"/>
              <a:tabLst>
                <a:tab pos="393065" algn="l"/>
              </a:tabLst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randomly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draw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100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population,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would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be</a:t>
            </a:r>
            <a:r>
              <a:rPr sz="1450" spc="-25" dirty="0">
                <a:latin typeface="Trebuchet MS"/>
                <a:cs typeface="Trebuchet MS"/>
              </a:rPr>
              <a:t> the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means?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29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09" y="498741"/>
            <a:ext cx="7382773" cy="46843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30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600" y="498427"/>
            <a:ext cx="7289396" cy="46658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65" dirty="0"/>
              <a:t>31</a:t>
            </a:fld>
            <a:r>
              <a:rPr spc="-55" dirty="0"/>
              <a:t> </a:t>
            </a:r>
            <a:r>
              <a:rPr spc="-50" dirty="0"/>
              <a:t>/</a:t>
            </a:r>
            <a:r>
              <a:rPr spc="-55" dirty="0"/>
              <a:t> </a:t>
            </a:r>
            <a:r>
              <a:rPr spc="-35" dirty="0"/>
              <a:t>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2080" y="1625419"/>
            <a:ext cx="484972" cy="939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1110" y="4789880"/>
            <a:ext cx="385027" cy="613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386" y="2971050"/>
            <a:ext cx="75142" cy="3893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91735" y="4468031"/>
            <a:ext cx="2685415" cy="50800"/>
          </a:xfrm>
          <a:custGeom>
            <a:avLst/>
            <a:gdLst/>
            <a:ahLst/>
            <a:cxnLst/>
            <a:rect l="l" t="t" r="r" b="b"/>
            <a:pathLst>
              <a:path w="2685415" h="50800">
                <a:moveTo>
                  <a:pt x="0" y="0"/>
                </a:moveTo>
                <a:lnTo>
                  <a:pt x="2685142" y="0"/>
                </a:lnTo>
              </a:path>
              <a:path w="2685415" h="50800">
                <a:moveTo>
                  <a:pt x="0" y="0"/>
                </a:moveTo>
                <a:lnTo>
                  <a:pt x="0" y="50368"/>
                </a:lnTo>
              </a:path>
              <a:path w="2685415" h="50800">
                <a:moveTo>
                  <a:pt x="537034" y="0"/>
                </a:moveTo>
                <a:lnTo>
                  <a:pt x="537034" y="50368"/>
                </a:lnTo>
              </a:path>
              <a:path w="2685415" h="50800">
                <a:moveTo>
                  <a:pt x="1074068" y="0"/>
                </a:moveTo>
                <a:lnTo>
                  <a:pt x="1074068" y="50368"/>
                </a:lnTo>
              </a:path>
              <a:path w="2685415" h="50800">
                <a:moveTo>
                  <a:pt x="1611102" y="0"/>
                </a:moveTo>
                <a:lnTo>
                  <a:pt x="1611102" y="50368"/>
                </a:lnTo>
              </a:path>
              <a:path w="2685415" h="50800">
                <a:moveTo>
                  <a:pt x="2148136" y="0"/>
                </a:moveTo>
                <a:lnTo>
                  <a:pt x="2148136" y="50368"/>
                </a:lnTo>
              </a:path>
              <a:path w="2685415" h="50800">
                <a:moveTo>
                  <a:pt x="2685142" y="0"/>
                </a:moveTo>
                <a:lnTo>
                  <a:pt x="2685142" y="50368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7261" y="4590920"/>
            <a:ext cx="108947" cy="5894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74292" y="4590706"/>
            <a:ext cx="108585" cy="59690"/>
          </a:xfrm>
          <a:custGeom>
            <a:avLst/>
            <a:gdLst/>
            <a:ahLst/>
            <a:cxnLst/>
            <a:rect l="l" t="t" r="r" b="b"/>
            <a:pathLst>
              <a:path w="108585" h="59689">
                <a:moveTo>
                  <a:pt x="38963" y="20180"/>
                </a:moveTo>
                <a:lnTo>
                  <a:pt x="31521" y="3848"/>
                </a:lnTo>
                <a:lnTo>
                  <a:pt x="31521" y="20180"/>
                </a:lnTo>
                <a:lnTo>
                  <a:pt x="31470" y="38976"/>
                </a:lnTo>
                <a:lnTo>
                  <a:pt x="21145" y="53263"/>
                </a:lnTo>
                <a:lnTo>
                  <a:pt x="17729" y="53263"/>
                </a:lnTo>
                <a:lnTo>
                  <a:pt x="7404" y="38976"/>
                </a:lnTo>
                <a:lnTo>
                  <a:pt x="7416" y="20180"/>
                </a:lnTo>
                <a:lnTo>
                  <a:pt x="17119" y="6146"/>
                </a:lnTo>
                <a:lnTo>
                  <a:pt x="21983" y="6146"/>
                </a:lnTo>
                <a:lnTo>
                  <a:pt x="31521" y="20180"/>
                </a:lnTo>
                <a:lnTo>
                  <a:pt x="31521" y="3848"/>
                </a:lnTo>
                <a:lnTo>
                  <a:pt x="22872" y="215"/>
                </a:lnTo>
                <a:lnTo>
                  <a:pt x="16256" y="215"/>
                </a:lnTo>
                <a:lnTo>
                  <a:pt x="0" y="20180"/>
                </a:lnTo>
                <a:lnTo>
                  <a:pt x="12" y="38976"/>
                </a:lnTo>
                <a:lnTo>
                  <a:pt x="16090" y="59169"/>
                </a:lnTo>
                <a:lnTo>
                  <a:pt x="22644" y="59169"/>
                </a:lnTo>
                <a:lnTo>
                  <a:pt x="38925" y="38976"/>
                </a:lnTo>
                <a:lnTo>
                  <a:pt x="38963" y="20180"/>
                </a:lnTo>
                <a:close/>
              </a:path>
              <a:path w="108585" h="59689">
                <a:moveTo>
                  <a:pt x="58458" y="49606"/>
                </a:moveTo>
                <a:lnTo>
                  <a:pt x="50482" y="49606"/>
                </a:lnTo>
                <a:lnTo>
                  <a:pt x="50482" y="58585"/>
                </a:lnTo>
                <a:lnTo>
                  <a:pt x="58458" y="58585"/>
                </a:lnTo>
                <a:lnTo>
                  <a:pt x="58458" y="49606"/>
                </a:lnTo>
                <a:close/>
              </a:path>
              <a:path w="108585" h="59689">
                <a:moveTo>
                  <a:pt x="108585" y="52311"/>
                </a:moveTo>
                <a:lnTo>
                  <a:pt x="78447" y="52311"/>
                </a:lnTo>
                <a:lnTo>
                  <a:pt x="79387" y="50482"/>
                </a:lnTo>
                <a:lnTo>
                  <a:pt x="81927" y="46977"/>
                </a:lnTo>
                <a:lnTo>
                  <a:pt x="84734" y="44005"/>
                </a:lnTo>
                <a:lnTo>
                  <a:pt x="99352" y="31381"/>
                </a:lnTo>
                <a:lnTo>
                  <a:pt x="103124" y="27292"/>
                </a:lnTo>
                <a:lnTo>
                  <a:pt x="105410" y="23901"/>
                </a:lnTo>
                <a:lnTo>
                  <a:pt x="106172" y="22377"/>
                </a:lnTo>
                <a:lnTo>
                  <a:pt x="107162" y="19748"/>
                </a:lnTo>
                <a:lnTo>
                  <a:pt x="107683" y="16395"/>
                </a:lnTo>
                <a:lnTo>
                  <a:pt x="107238" y="11531"/>
                </a:lnTo>
                <a:lnTo>
                  <a:pt x="88696" y="0"/>
                </a:lnTo>
                <a:lnTo>
                  <a:pt x="86233" y="190"/>
                </a:lnTo>
                <a:lnTo>
                  <a:pt x="70662" y="15100"/>
                </a:lnTo>
                <a:lnTo>
                  <a:pt x="78206" y="15811"/>
                </a:lnTo>
                <a:lnTo>
                  <a:pt x="78676" y="13550"/>
                </a:lnTo>
                <a:lnTo>
                  <a:pt x="79438" y="11582"/>
                </a:lnTo>
                <a:lnTo>
                  <a:pt x="90957" y="6121"/>
                </a:lnTo>
                <a:lnTo>
                  <a:pt x="93091" y="6477"/>
                </a:lnTo>
                <a:lnTo>
                  <a:pt x="100037" y="17424"/>
                </a:lnTo>
                <a:lnTo>
                  <a:pt x="99517" y="20027"/>
                </a:lnTo>
                <a:lnTo>
                  <a:pt x="98780" y="21793"/>
                </a:lnTo>
                <a:lnTo>
                  <a:pt x="97028" y="24561"/>
                </a:lnTo>
                <a:lnTo>
                  <a:pt x="94754" y="27178"/>
                </a:lnTo>
                <a:lnTo>
                  <a:pt x="84429" y="35979"/>
                </a:lnTo>
                <a:lnTo>
                  <a:pt x="79159" y="40779"/>
                </a:lnTo>
                <a:lnTo>
                  <a:pt x="76644" y="43484"/>
                </a:lnTo>
                <a:lnTo>
                  <a:pt x="74269" y="46431"/>
                </a:lnTo>
                <a:lnTo>
                  <a:pt x="71678" y="50609"/>
                </a:lnTo>
                <a:lnTo>
                  <a:pt x="70345" y="53378"/>
                </a:lnTo>
                <a:lnTo>
                  <a:pt x="70345" y="58585"/>
                </a:lnTo>
                <a:lnTo>
                  <a:pt x="108585" y="58585"/>
                </a:lnTo>
                <a:lnTo>
                  <a:pt x="108585" y="52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1324" y="4590922"/>
            <a:ext cx="110489" cy="59055"/>
          </a:xfrm>
          <a:custGeom>
            <a:avLst/>
            <a:gdLst/>
            <a:ahLst/>
            <a:cxnLst/>
            <a:rect l="l" t="t" r="r" b="b"/>
            <a:pathLst>
              <a:path w="110489" h="59054">
                <a:moveTo>
                  <a:pt x="38963" y="19964"/>
                </a:moveTo>
                <a:lnTo>
                  <a:pt x="31534" y="3644"/>
                </a:lnTo>
                <a:lnTo>
                  <a:pt x="31534" y="19964"/>
                </a:lnTo>
                <a:lnTo>
                  <a:pt x="31470" y="38760"/>
                </a:lnTo>
                <a:lnTo>
                  <a:pt x="22237" y="52882"/>
                </a:lnTo>
                <a:lnTo>
                  <a:pt x="16637" y="52882"/>
                </a:lnTo>
                <a:lnTo>
                  <a:pt x="7708" y="40678"/>
                </a:lnTo>
                <a:lnTo>
                  <a:pt x="7543" y="39751"/>
                </a:lnTo>
                <a:lnTo>
                  <a:pt x="7416" y="38760"/>
                </a:lnTo>
                <a:lnTo>
                  <a:pt x="7416" y="19964"/>
                </a:lnTo>
                <a:lnTo>
                  <a:pt x="7594" y="18745"/>
                </a:lnTo>
                <a:lnTo>
                  <a:pt x="7721" y="18059"/>
                </a:lnTo>
                <a:lnTo>
                  <a:pt x="7823" y="17462"/>
                </a:lnTo>
                <a:lnTo>
                  <a:pt x="17119" y="5930"/>
                </a:lnTo>
                <a:lnTo>
                  <a:pt x="21996" y="5930"/>
                </a:lnTo>
                <a:lnTo>
                  <a:pt x="31330" y="18745"/>
                </a:lnTo>
                <a:lnTo>
                  <a:pt x="31381" y="19037"/>
                </a:lnTo>
                <a:lnTo>
                  <a:pt x="31534" y="19964"/>
                </a:lnTo>
                <a:lnTo>
                  <a:pt x="31534" y="3644"/>
                </a:lnTo>
                <a:lnTo>
                  <a:pt x="22847" y="0"/>
                </a:lnTo>
                <a:lnTo>
                  <a:pt x="16256" y="0"/>
                </a:lnTo>
                <a:lnTo>
                  <a:pt x="292" y="18059"/>
                </a:lnTo>
                <a:lnTo>
                  <a:pt x="165" y="18745"/>
                </a:lnTo>
                <a:lnTo>
                  <a:pt x="127" y="19037"/>
                </a:lnTo>
                <a:lnTo>
                  <a:pt x="0" y="19964"/>
                </a:lnTo>
                <a:lnTo>
                  <a:pt x="12" y="38760"/>
                </a:lnTo>
                <a:lnTo>
                  <a:pt x="16090" y="58953"/>
                </a:lnTo>
                <a:lnTo>
                  <a:pt x="22656" y="58953"/>
                </a:lnTo>
                <a:lnTo>
                  <a:pt x="38925" y="38760"/>
                </a:lnTo>
                <a:lnTo>
                  <a:pt x="38963" y="19964"/>
                </a:lnTo>
                <a:close/>
              </a:path>
              <a:path w="110489" h="59054">
                <a:moveTo>
                  <a:pt x="58458" y="49390"/>
                </a:moveTo>
                <a:lnTo>
                  <a:pt x="50482" y="49390"/>
                </a:lnTo>
                <a:lnTo>
                  <a:pt x="50482" y="58369"/>
                </a:lnTo>
                <a:lnTo>
                  <a:pt x="58458" y="58369"/>
                </a:lnTo>
                <a:lnTo>
                  <a:pt x="58458" y="49390"/>
                </a:lnTo>
                <a:close/>
              </a:path>
              <a:path w="110489" h="59054">
                <a:moveTo>
                  <a:pt x="110337" y="39471"/>
                </a:moveTo>
                <a:lnTo>
                  <a:pt x="102222" y="39471"/>
                </a:lnTo>
                <a:lnTo>
                  <a:pt x="102222" y="8966"/>
                </a:lnTo>
                <a:lnTo>
                  <a:pt x="102222" y="635"/>
                </a:lnTo>
                <a:lnTo>
                  <a:pt x="95250" y="635"/>
                </a:lnTo>
                <a:lnTo>
                  <a:pt x="95250" y="8966"/>
                </a:lnTo>
                <a:lnTo>
                  <a:pt x="95250" y="39471"/>
                </a:lnTo>
                <a:lnTo>
                  <a:pt x="74853" y="39471"/>
                </a:lnTo>
                <a:lnTo>
                  <a:pt x="75209" y="39065"/>
                </a:lnTo>
                <a:lnTo>
                  <a:pt x="75666" y="38468"/>
                </a:lnTo>
                <a:lnTo>
                  <a:pt x="76949" y="36715"/>
                </a:lnTo>
                <a:lnTo>
                  <a:pt x="77254" y="36271"/>
                </a:lnTo>
                <a:lnTo>
                  <a:pt x="77419" y="36080"/>
                </a:lnTo>
                <a:lnTo>
                  <a:pt x="92659" y="13639"/>
                </a:lnTo>
                <a:lnTo>
                  <a:pt x="95034" y="9448"/>
                </a:lnTo>
                <a:lnTo>
                  <a:pt x="95123" y="9258"/>
                </a:lnTo>
                <a:lnTo>
                  <a:pt x="95199" y="9131"/>
                </a:lnTo>
                <a:lnTo>
                  <a:pt x="95250" y="8966"/>
                </a:lnTo>
                <a:lnTo>
                  <a:pt x="95250" y="635"/>
                </a:lnTo>
                <a:lnTo>
                  <a:pt x="94488" y="635"/>
                </a:lnTo>
                <a:lnTo>
                  <a:pt x="68110" y="39471"/>
                </a:lnTo>
                <a:lnTo>
                  <a:pt x="68046" y="45288"/>
                </a:lnTo>
                <a:lnTo>
                  <a:pt x="95250" y="45288"/>
                </a:lnTo>
                <a:lnTo>
                  <a:pt x="95250" y="58369"/>
                </a:lnTo>
                <a:lnTo>
                  <a:pt x="102222" y="58369"/>
                </a:lnTo>
                <a:lnTo>
                  <a:pt x="102222" y="45288"/>
                </a:lnTo>
                <a:lnTo>
                  <a:pt x="110337" y="45288"/>
                </a:lnTo>
                <a:lnTo>
                  <a:pt x="110337" y="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8342" y="4590920"/>
            <a:ext cx="108420" cy="589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85348" y="4590920"/>
            <a:ext cx="108770" cy="5894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724948" y="4590922"/>
            <a:ext cx="106680" cy="59055"/>
          </a:xfrm>
          <a:custGeom>
            <a:avLst/>
            <a:gdLst/>
            <a:ahLst/>
            <a:cxnLst/>
            <a:rect l="l" t="t" r="r" b="b"/>
            <a:pathLst>
              <a:path w="106679" h="59054">
                <a:moveTo>
                  <a:pt x="36195" y="52095"/>
                </a:moveTo>
                <a:lnTo>
                  <a:pt x="22123" y="52095"/>
                </a:lnTo>
                <a:lnTo>
                  <a:pt x="22123" y="635"/>
                </a:lnTo>
                <a:lnTo>
                  <a:pt x="15316" y="635"/>
                </a:lnTo>
                <a:lnTo>
                  <a:pt x="1689" y="10033"/>
                </a:lnTo>
                <a:lnTo>
                  <a:pt x="1689" y="16992"/>
                </a:lnTo>
                <a:lnTo>
                  <a:pt x="14719" y="7683"/>
                </a:lnTo>
                <a:lnTo>
                  <a:pt x="14719" y="52095"/>
                </a:lnTo>
                <a:lnTo>
                  <a:pt x="0" y="52095"/>
                </a:lnTo>
                <a:lnTo>
                  <a:pt x="0" y="58369"/>
                </a:lnTo>
                <a:lnTo>
                  <a:pt x="36195" y="58369"/>
                </a:lnTo>
                <a:lnTo>
                  <a:pt x="36195" y="52095"/>
                </a:lnTo>
                <a:close/>
              </a:path>
              <a:path w="106679" h="59054">
                <a:moveTo>
                  <a:pt x="55943" y="49390"/>
                </a:moveTo>
                <a:lnTo>
                  <a:pt x="47929" y="49390"/>
                </a:lnTo>
                <a:lnTo>
                  <a:pt x="47929" y="58369"/>
                </a:lnTo>
                <a:lnTo>
                  <a:pt x="55943" y="58369"/>
                </a:lnTo>
                <a:lnTo>
                  <a:pt x="55943" y="49390"/>
                </a:lnTo>
                <a:close/>
              </a:path>
              <a:path w="106679" h="59054">
                <a:moveTo>
                  <a:pt x="106400" y="19964"/>
                </a:moveTo>
                <a:lnTo>
                  <a:pt x="98958" y="3644"/>
                </a:lnTo>
                <a:lnTo>
                  <a:pt x="98958" y="19964"/>
                </a:lnTo>
                <a:lnTo>
                  <a:pt x="98907" y="38760"/>
                </a:lnTo>
                <a:lnTo>
                  <a:pt x="89674" y="52882"/>
                </a:lnTo>
                <a:lnTo>
                  <a:pt x="84074" y="52882"/>
                </a:lnTo>
                <a:lnTo>
                  <a:pt x="74841" y="38760"/>
                </a:lnTo>
                <a:lnTo>
                  <a:pt x="74841" y="19964"/>
                </a:lnTo>
                <a:lnTo>
                  <a:pt x="84772" y="5880"/>
                </a:lnTo>
                <a:lnTo>
                  <a:pt x="89255" y="5880"/>
                </a:lnTo>
                <a:lnTo>
                  <a:pt x="98958" y="19964"/>
                </a:lnTo>
                <a:lnTo>
                  <a:pt x="98958" y="3644"/>
                </a:lnTo>
                <a:lnTo>
                  <a:pt x="90297" y="0"/>
                </a:lnTo>
                <a:lnTo>
                  <a:pt x="83693" y="0"/>
                </a:lnTo>
                <a:lnTo>
                  <a:pt x="67424" y="19964"/>
                </a:lnTo>
                <a:lnTo>
                  <a:pt x="67437" y="38760"/>
                </a:lnTo>
                <a:lnTo>
                  <a:pt x="83527" y="58953"/>
                </a:lnTo>
                <a:lnTo>
                  <a:pt x="90081" y="58953"/>
                </a:lnTo>
                <a:lnTo>
                  <a:pt x="100901" y="52882"/>
                </a:lnTo>
                <a:lnTo>
                  <a:pt x="101092" y="52666"/>
                </a:lnTo>
                <a:lnTo>
                  <a:pt x="104063" y="47421"/>
                </a:lnTo>
                <a:lnTo>
                  <a:pt x="104724" y="45669"/>
                </a:lnTo>
                <a:lnTo>
                  <a:pt x="106375" y="38760"/>
                </a:lnTo>
                <a:lnTo>
                  <a:pt x="106400" y="19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3993" y="1871360"/>
            <a:ext cx="50800" cy="2500630"/>
          </a:xfrm>
          <a:custGeom>
            <a:avLst/>
            <a:gdLst/>
            <a:ahLst/>
            <a:cxnLst/>
            <a:rect l="l" t="t" r="r" b="b"/>
            <a:pathLst>
              <a:path w="50800" h="2500629">
                <a:moveTo>
                  <a:pt x="50340" y="2500468"/>
                </a:moveTo>
                <a:lnTo>
                  <a:pt x="50340" y="0"/>
                </a:lnTo>
              </a:path>
              <a:path w="50800" h="2500629">
                <a:moveTo>
                  <a:pt x="50340" y="2500468"/>
                </a:moveTo>
                <a:lnTo>
                  <a:pt x="0" y="2500468"/>
                </a:lnTo>
              </a:path>
              <a:path w="50800" h="2500629">
                <a:moveTo>
                  <a:pt x="50340" y="1666987"/>
                </a:moveTo>
                <a:lnTo>
                  <a:pt x="0" y="1666987"/>
                </a:lnTo>
              </a:path>
              <a:path w="50800" h="2500629">
                <a:moveTo>
                  <a:pt x="50340" y="833480"/>
                </a:moveTo>
                <a:lnTo>
                  <a:pt x="0" y="833480"/>
                </a:lnTo>
              </a:path>
              <a:path w="50800" h="2500629">
                <a:moveTo>
                  <a:pt x="50340" y="0"/>
                </a:moveTo>
                <a:lnTo>
                  <a:pt x="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422" y="4351780"/>
            <a:ext cx="58419" cy="40005"/>
          </a:xfrm>
          <a:custGeom>
            <a:avLst/>
            <a:gdLst/>
            <a:ahLst/>
            <a:cxnLst/>
            <a:rect l="l" t="t" r="r" b="b"/>
            <a:pathLst>
              <a:path w="58419" h="40004">
                <a:moveTo>
                  <a:pt x="37271" y="382"/>
                </a:moveTo>
                <a:lnTo>
                  <a:pt x="20785" y="382"/>
                </a:lnTo>
                <a:lnTo>
                  <a:pt x="26141" y="0"/>
                </a:lnTo>
                <a:lnTo>
                  <a:pt x="32107" y="0"/>
                </a:lnTo>
                <a:lnTo>
                  <a:pt x="37271" y="382"/>
                </a:lnTo>
                <a:close/>
              </a:path>
              <a:path w="58419" h="40004">
                <a:moveTo>
                  <a:pt x="35454" y="39852"/>
                </a:moveTo>
                <a:lnTo>
                  <a:pt x="22698" y="39852"/>
                </a:lnTo>
                <a:lnTo>
                  <a:pt x="21223" y="39715"/>
                </a:lnTo>
                <a:lnTo>
                  <a:pt x="0" y="24883"/>
                </a:lnTo>
                <a:lnTo>
                  <a:pt x="76" y="14831"/>
                </a:lnTo>
                <a:lnTo>
                  <a:pt x="236" y="14203"/>
                </a:lnTo>
                <a:lnTo>
                  <a:pt x="312" y="13903"/>
                </a:lnTo>
                <a:lnTo>
                  <a:pt x="382" y="13630"/>
                </a:lnTo>
                <a:lnTo>
                  <a:pt x="21223" y="382"/>
                </a:lnTo>
                <a:lnTo>
                  <a:pt x="36874" y="382"/>
                </a:lnTo>
                <a:lnTo>
                  <a:pt x="54184" y="7484"/>
                </a:lnTo>
                <a:lnTo>
                  <a:pt x="24493" y="7484"/>
                </a:lnTo>
                <a:lnTo>
                  <a:pt x="16158" y="8385"/>
                </a:lnTo>
                <a:lnTo>
                  <a:pt x="17255" y="8385"/>
                </a:lnTo>
                <a:lnTo>
                  <a:pt x="16006" y="8658"/>
                </a:lnTo>
                <a:lnTo>
                  <a:pt x="14048" y="9205"/>
                </a:lnTo>
                <a:lnTo>
                  <a:pt x="5763" y="22835"/>
                </a:lnTo>
                <a:lnTo>
                  <a:pt x="5917" y="23436"/>
                </a:lnTo>
                <a:lnTo>
                  <a:pt x="18737" y="31985"/>
                </a:lnTo>
                <a:lnTo>
                  <a:pt x="54925" y="31985"/>
                </a:lnTo>
                <a:lnTo>
                  <a:pt x="54301" y="32668"/>
                </a:lnTo>
                <a:lnTo>
                  <a:pt x="36902" y="39715"/>
                </a:lnTo>
                <a:lnTo>
                  <a:pt x="35454" y="39852"/>
                </a:lnTo>
                <a:close/>
              </a:path>
              <a:path w="58419" h="40004">
                <a:moveTo>
                  <a:pt x="54920" y="31985"/>
                </a:moveTo>
                <a:lnTo>
                  <a:pt x="39442" y="31985"/>
                </a:lnTo>
                <a:lnTo>
                  <a:pt x="40398" y="31821"/>
                </a:lnTo>
                <a:lnTo>
                  <a:pt x="42965" y="31247"/>
                </a:lnTo>
                <a:lnTo>
                  <a:pt x="52470" y="16880"/>
                </a:lnTo>
                <a:lnTo>
                  <a:pt x="52307" y="16279"/>
                </a:lnTo>
                <a:lnTo>
                  <a:pt x="52233" y="16088"/>
                </a:lnTo>
                <a:lnTo>
                  <a:pt x="52158" y="15897"/>
                </a:lnTo>
                <a:lnTo>
                  <a:pt x="52042" y="15596"/>
                </a:lnTo>
                <a:lnTo>
                  <a:pt x="51925" y="15296"/>
                </a:lnTo>
                <a:lnTo>
                  <a:pt x="51706" y="14831"/>
                </a:lnTo>
                <a:lnTo>
                  <a:pt x="40398" y="8385"/>
                </a:lnTo>
                <a:lnTo>
                  <a:pt x="40911" y="8385"/>
                </a:lnTo>
                <a:lnTo>
                  <a:pt x="34241" y="7484"/>
                </a:lnTo>
                <a:lnTo>
                  <a:pt x="54201" y="7484"/>
                </a:lnTo>
                <a:lnTo>
                  <a:pt x="55024" y="8385"/>
                </a:lnTo>
                <a:lnTo>
                  <a:pt x="56020" y="9696"/>
                </a:lnTo>
                <a:lnTo>
                  <a:pt x="56163" y="9969"/>
                </a:lnTo>
                <a:lnTo>
                  <a:pt x="56814" y="11062"/>
                </a:lnTo>
                <a:lnTo>
                  <a:pt x="58394" y="24883"/>
                </a:lnTo>
                <a:lnTo>
                  <a:pt x="57957" y="26440"/>
                </a:lnTo>
                <a:lnTo>
                  <a:pt x="55515" y="31247"/>
                </a:lnTo>
                <a:lnTo>
                  <a:pt x="54920" y="31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5422" y="3471619"/>
            <a:ext cx="58863" cy="1333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422" y="2614784"/>
            <a:ext cx="58399" cy="1769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5422" y="1781304"/>
            <a:ext cx="58890" cy="17699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089113" y="1963766"/>
            <a:ext cx="2690495" cy="2411095"/>
            <a:chOff x="1089113" y="1963766"/>
            <a:chExt cx="2690495" cy="2411095"/>
          </a:xfrm>
        </p:grpSpPr>
        <p:sp>
          <p:nvSpPr>
            <p:cNvPr id="18" name="object 18"/>
            <p:cNvSpPr/>
            <p:nvPr/>
          </p:nvSpPr>
          <p:spPr>
            <a:xfrm>
              <a:off x="1091735" y="2048059"/>
              <a:ext cx="134620" cy="2324100"/>
            </a:xfrm>
            <a:custGeom>
              <a:avLst/>
              <a:gdLst/>
              <a:ahLst/>
              <a:cxnLst/>
              <a:rect l="l" t="t" r="r" b="b"/>
              <a:pathLst>
                <a:path w="134619" h="2324100">
                  <a:moveTo>
                    <a:pt x="134251" y="2323769"/>
                  </a:moveTo>
                  <a:lnTo>
                    <a:pt x="0" y="2323769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232376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1735" y="2048059"/>
              <a:ext cx="134620" cy="2324100"/>
            </a:xfrm>
            <a:custGeom>
              <a:avLst/>
              <a:gdLst/>
              <a:ahLst/>
              <a:cxnLst/>
              <a:rect l="l" t="t" r="r" b="b"/>
              <a:pathLst>
                <a:path w="134619" h="2324100">
                  <a:moveTo>
                    <a:pt x="0" y="2323769"/>
                  </a:moveTo>
                  <a:lnTo>
                    <a:pt x="134251" y="2323769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2323769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6014" y="3359984"/>
              <a:ext cx="134620" cy="1012190"/>
            </a:xfrm>
            <a:custGeom>
              <a:avLst/>
              <a:gdLst/>
              <a:ahLst/>
              <a:cxnLst/>
              <a:rect l="l" t="t" r="r" b="b"/>
              <a:pathLst>
                <a:path w="134619" h="1012189">
                  <a:moveTo>
                    <a:pt x="134251" y="1011845"/>
                  </a:moveTo>
                  <a:lnTo>
                    <a:pt x="0" y="1011845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101184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6014" y="3359984"/>
              <a:ext cx="134620" cy="1012190"/>
            </a:xfrm>
            <a:custGeom>
              <a:avLst/>
              <a:gdLst/>
              <a:ahLst/>
              <a:cxnLst/>
              <a:rect l="l" t="t" r="r" b="b"/>
              <a:pathLst>
                <a:path w="134619" h="1012189">
                  <a:moveTo>
                    <a:pt x="0" y="1011845"/>
                  </a:moveTo>
                  <a:lnTo>
                    <a:pt x="134251" y="1011845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1011845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0266" y="3588362"/>
              <a:ext cx="134620" cy="783590"/>
            </a:xfrm>
            <a:custGeom>
              <a:avLst/>
              <a:gdLst/>
              <a:ahLst/>
              <a:cxnLst/>
              <a:rect l="l" t="t" r="r" b="b"/>
              <a:pathLst>
                <a:path w="134619" h="783589">
                  <a:moveTo>
                    <a:pt x="134251" y="783467"/>
                  </a:moveTo>
                  <a:lnTo>
                    <a:pt x="0" y="783467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783467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60266" y="3588362"/>
              <a:ext cx="134620" cy="783590"/>
            </a:xfrm>
            <a:custGeom>
              <a:avLst/>
              <a:gdLst/>
              <a:ahLst/>
              <a:cxnLst/>
              <a:rect l="l" t="t" r="r" b="b"/>
              <a:pathLst>
                <a:path w="134619" h="783589">
                  <a:moveTo>
                    <a:pt x="0" y="783467"/>
                  </a:moveTo>
                  <a:lnTo>
                    <a:pt x="134251" y="783467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783467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94517" y="3698385"/>
              <a:ext cx="134620" cy="673735"/>
            </a:xfrm>
            <a:custGeom>
              <a:avLst/>
              <a:gdLst/>
              <a:ahLst/>
              <a:cxnLst/>
              <a:rect l="l" t="t" r="r" b="b"/>
              <a:pathLst>
                <a:path w="134619" h="673735">
                  <a:moveTo>
                    <a:pt x="134251" y="673443"/>
                  </a:moveTo>
                  <a:lnTo>
                    <a:pt x="0" y="673443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7344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94517" y="3698385"/>
              <a:ext cx="134620" cy="673735"/>
            </a:xfrm>
            <a:custGeom>
              <a:avLst/>
              <a:gdLst/>
              <a:ahLst/>
              <a:cxnLst/>
              <a:rect l="l" t="t" r="r" b="b"/>
              <a:pathLst>
                <a:path w="134619" h="673735">
                  <a:moveTo>
                    <a:pt x="0" y="673443"/>
                  </a:moveTo>
                  <a:lnTo>
                    <a:pt x="134251" y="673443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73443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28769" y="3728377"/>
              <a:ext cx="134620" cy="643890"/>
            </a:xfrm>
            <a:custGeom>
              <a:avLst/>
              <a:gdLst/>
              <a:ahLst/>
              <a:cxnLst/>
              <a:rect l="l" t="t" r="r" b="b"/>
              <a:pathLst>
                <a:path w="134619" h="643889">
                  <a:moveTo>
                    <a:pt x="134251" y="643452"/>
                  </a:moveTo>
                  <a:lnTo>
                    <a:pt x="0" y="643452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43452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28769" y="3728377"/>
              <a:ext cx="134620" cy="643890"/>
            </a:xfrm>
            <a:custGeom>
              <a:avLst/>
              <a:gdLst/>
              <a:ahLst/>
              <a:cxnLst/>
              <a:rect l="l" t="t" r="r" b="b"/>
              <a:pathLst>
                <a:path w="134619" h="643889">
                  <a:moveTo>
                    <a:pt x="0" y="643452"/>
                  </a:moveTo>
                  <a:lnTo>
                    <a:pt x="134251" y="643452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43452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3021" y="3798384"/>
              <a:ext cx="134620" cy="574040"/>
            </a:xfrm>
            <a:custGeom>
              <a:avLst/>
              <a:gdLst/>
              <a:ahLst/>
              <a:cxnLst/>
              <a:rect l="l" t="t" r="r" b="b"/>
              <a:pathLst>
                <a:path w="134619" h="574039">
                  <a:moveTo>
                    <a:pt x="134251" y="573444"/>
                  </a:moveTo>
                  <a:lnTo>
                    <a:pt x="0" y="573444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7344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3021" y="3798384"/>
              <a:ext cx="134620" cy="574040"/>
            </a:xfrm>
            <a:custGeom>
              <a:avLst/>
              <a:gdLst/>
              <a:ahLst/>
              <a:cxnLst/>
              <a:rect l="l" t="t" r="r" b="b"/>
              <a:pathLst>
                <a:path w="134619" h="574039">
                  <a:moveTo>
                    <a:pt x="0" y="573444"/>
                  </a:moveTo>
                  <a:lnTo>
                    <a:pt x="134251" y="573444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73444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97300" y="3825071"/>
              <a:ext cx="134620" cy="547370"/>
            </a:xfrm>
            <a:custGeom>
              <a:avLst/>
              <a:gdLst/>
              <a:ahLst/>
              <a:cxnLst/>
              <a:rect l="l" t="t" r="r" b="b"/>
              <a:pathLst>
                <a:path w="134619" h="547370">
                  <a:moveTo>
                    <a:pt x="134251" y="546758"/>
                  </a:moveTo>
                  <a:lnTo>
                    <a:pt x="0" y="546758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4675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97300" y="3825071"/>
              <a:ext cx="134620" cy="547370"/>
            </a:xfrm>
            <a:custGeom>
              <a:avLst/>
              <a:gdLst/>
              <a:ahLst/>
              <a:cxnLst/>
              <a:rect l="l" t="t" r="r" b="b"/>
              <a:pathLst>
                <a:path w="134619" h="547370">
                  <a:moveTo>
                    <a:pt x="0" y="546758"/>
                  </a:moveTo>
                  <a:lnTo>
                    <a:pt x="134251" y="546758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46758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31551" y="3855062"/>
              <a:ext cx="134620" cy="516890"/>
            </a:xfrm>
            <a:custGeom>
              <a:avLst/>
              <a:gdLst/>
              <a:ahLst/>
              <a:cxnLst/>
              <a:rect l="l" t="t" r="r" b="b"/>
              <a:pathLst>
                <a:path w="134619" h="516889">
                  <a:moveTo>
                    <a:pt x="134251" y="516766"/>
                  </a:moveTo>
                  <a:lnTo>
                    <a:pt x="0" y="516766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16766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31551" y="3855062"/>
              <a:ext cx="134620" cy="516890"/>
            </a:xfrm>
            <a:custGeom>
              <a:avLst/>
              <a:gdLst/>
              <a:ahLst/>
              <a:cxnLst/>
              <a:rect l="l" t="t" r="r" b="b"/>
              <a:pathLst>
                <a:path w="134619" h="516889">
                  <a:moveTo>
                    <a:pt x="0" y="516766"/>
                  </a:moveTo>
                  <a:lnTo>
                    <a:pt x="134251" y="516766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16766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5803" y="3796718"/>
              <a:ext cx="134620" cy="575310"/>
            </a:xfrm>
            <a:custGeom>
              <a:avLst/>
              <a:gdLst/>
              <a:ahLst/>
              <a:cxnLst/>
              <a:rect l="l" t="t" r="r" b="b"/>
              <a:pathLst>
                <a:path w="134619" h="575310">
                  <a:moveTo>
                    <a:pt x="134251" y="575110"/>
                  </a:moveTo>
                  <a:lnTo>
                    <a:pt x="0" y="575110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7511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5803" y="3796718"/>
              <a:ext cx="134620" cy="575310"/>
            </a:xfrm>
            <a:custGeom>
              <a:avLst/>
              <a:gdLst/>
              <a:ahLst/>
              <a:cxnLst/>
              <a:rect l="l" t="t" r="r" b="b"/>
              <a:pathLst>
                <a:path w="134619" h="575310">
                  <a:moveTo>
                    <a:pt x="0" y="575110"/>
                  </a:moveTo>
                  <a:lnTo>
                    <a:pt x="134251" y="575110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75110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00055" y="3811714"/>
              <a:ext cx="134620" cy="560705"/>
            </a:xfrm>
            <a:custGeom>
              <a:avLst/>
              <a:gdLst/>
              <a:ahLst/>
              <a:cxnLst/>
              <a:rect l="l" t="t" r="r" b="b"/>
              <a:pathLst>
                <a:path w="134619" h="560704">
                  <a:moveTo>
                    <a:pt x="134251" y="560114"/>
                  </a:moveTo>
                  <a:lnTo>
                    <a:pt x="0" y="560114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6011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00055" y="3811714"/>
              <a:ext cx="134620" cy="560705"/>
            </a:xfrm>
            <a:custGeom>
              <a:avLst/>
              <a:gdLst/>
              <a:ahLst/>
              <a:cxnLst/>
              <a:rect l="l" t="t" r="r" b="b"/>
              <a:pathLst>
                <a:path w="134619" h="560704">
                  <a:moveTo>
                    <a:pt x="0" y="560114"/>
                  </a:moveTo>
                  <a:lnTo>
                    <a:pt x="134251" y="560114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60114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34306" y="3806715"/>
              <a:ext cx="134620" cy="565150"/>
            </a:xfrm>
            <a:custGeom>
              <a:avLst/>
              <a:gdLst/>
              <a:ahLst/>
              <a:cxnLst/>
              <a:rect l="l" t="t" r="r" b="b"/>
              <a:pathLst>
                <a:path w="134619" h="565150">
                  <a:moveTo>
                    <a:pt x="134251" y="565113"/>
                  </a:moveTo>
                  <a:lnTo>
                    <a:pt x="0" y="565113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6511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34306" y="3806715"/>
              <a:ext cx="134620" cy="565150"/>
            </a:xfrm>
            <a:custGeom>
              <a:avLst/>
              <a:gdLst/>
              <a:ahLst/>
              <a:cxnLst/>
              <a:rect l="l" t="t" r="r" b="b"/>
              <a:pathLst>
                <a:path w="134619" h="565150">
                  <a:moveTo>
                    <a:pt x="0" y="565113"/>
                  </a:moveTo>
                  <a:lnTo>
                    <a:pt x="134251" y="565113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65113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68585" y="3865059"/>
              <a:ext cx="134620" cy="507365"/>
            </a:xfrm>
            <a:custGeom>
              <a:avLst/>
              <a:gdLst/>
              <a:ahLst/>
              <a:cxnLst/>
              <a:rect l="l" t="t" r="r" b="b"/>
              <a:pathLst>
                <a:path w="134619" h="507364">
                  <a:moveTo>
                    <a:pt x="134251" y="506769"/>
                  </a:moveTo>
                  <a:lnTo>
                    <a:pt x="0" y="506769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0676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68585" y="3865059"/>
              <a:ext cx="134620" cy="507365"/>
            </a:xfrm>
            <a:custGeom>
              <a:avLst/>
              <a:gdLst/>
              <a:ahLst/>
              <a:cxnLst/>
              <a:rect l="l" t="t" r="r" b="b"/>
              <a:pathLst>
                <a:path w="134619" h="507364">
                  <a:moveTo>
                    <a:pt x="0" y="506769"/>
                  </a:moveTo>
                  <a:lnTo>
                    <a:pt x="134251" y="506769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06769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02837" y="3825071"/>
              <a:ext cx="134620" cy="547370"/>
            </a:xfrm>
            <a:custGeom>
              <a:avLst/>
              <a:gdLst/>
              <a:ahLst/>
              <a:cxnLst/>
              <a:rect l="l" t="t" r="r" b="b"/>
              <a:pathLst>
                <a:path w="134619" h="547370">
                  <a:moveTo>
                    <a:pt x="134251" y="546758"/>
                  </a:moveTo>
                  <a:lnTo>
                    <a:pt x="0" y="546758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4675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02837" y="3825071"/>
              <a:ext cx="134620" cy="547370"/>
            </a:xfrm>
            <a:custGeom>
              <a:avLst/>
              <a:gdLst/>
              <a:ahLst/>
              <a:cxnLst/>
              <a:rect l="l" t="t" r="r" b="b"/>
              <a:pathLst>
                <a:path w="134619" h="547370">
                  <a:moveTo>
                    <a:pt x="0" y="546758"/>
                  </a:moveTo>
                  <a:lnTo>
                    <a:pt x="134251" y="546758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46758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37089" y="3810048"/>
              <a:ext cx="134620" cy="561975"/>
            </a:xfrm>
            <a:custGeom>
              <a:avLst/>
              <a:gdLst/>
              <a:ahLst/>
              <a:cxnLst/>
              <a:rect l="l" t="t" r="r" b="b"/>
              <a:pathLst>
                <a:path w="134619" h="561975">
                  <a:moveTo>
                    <a:pt x="134251" y="561781"/>
                  </a:moveTo>
                  <a:lnTo>
                    <a:pt x="0" y="561781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6178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37089" y="3810048"/>
              <a:ext cx="134620" cy="561975"/>
            </a:xfrm>
            <a:custGeom>
              <a:avLst/>
              <a:gdLst/>
              <a:ahLst/>
              <a:cxnLst/>
              <a:rect l="l" t="t" r="r" b="b"/>
              <a:pathLst>
                <a:path w="134619" h="561975">
                  <a:moveTo>
                    <a:pt x="0" y="561781"/>
                  </a:moveTo>
                  <a:lnTo>
                    <a:pt x="134251" y="561781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61781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1340" y="3760062"/>
              <a:ext cx="134620" cy="612140"/>
            </a:xfrm>
            <a:custGeom>
              <a:avLst/>
              <a:gdLst/>
              <a:ahLst/>
              <a:cxnLst/>
              <a:rect l="l" t="t" r="r" b="b"/>
              <a:pathLst>
                <a:path w="134619" h="612139">
                  <a:moveTo>
                    <a:pt x="134251" y="611766"/>
                  </a:moveTo>
                  <a:lnTo>
                    <a:pt x="0" y="611766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11766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1340" y="3760062"/>
              <a:ext cx="134620" cy="612140"/>
            </a:xfrm>
            <a:custGeom>
              <a:avLst/>
              <a:gdLst/>
              <a:ahLst/>
              <a:cxnLst/>
              <a:rect l="l" t="t" r="r" b="b"/>
              <a:pathLst>
                <a:path w="134619" h="612139">
                  <a:moveTo>
                    <a:pt x="0" y="611766"/>
                  </a:moveTo>
                  <a:lnTo>
                    <a:pt x="134251" y="611766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11766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05592" y="3693359"/>
              <a:ext cx="134620" cy="678815"/>
            </a:xfrm>
            <a:custGeom>
              <a:avLst/>
              <a:gdLst/>
              <a:ahLst/>
              <a:cxnLst/>
              <a:rect l="l" t="t" r="r" b="b"/>
              <a:pathLst>
                <a:path w="134619" h="678814">
                  <a:moveTo>
                    <a:pt x="134251" y="678469"/>
                  </a:moveTo>
                  <a:lnTo>
                    <a:pt x="0" y="678469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7846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05592" y="3693359"/>
              <a:ext cx="134620" cy="678815"/>
            </a:xfrm>
            <a:custGeom>
              <a:avLst/>
              <a:gdLst/>
              <a:ahLst/>
              <a:cxnLst/>
              <a:rect l="l" t="t" r="r" b="b"/>
              <a:pathLst>
                <a:path w="134619" h="678814">
                  <a:moveTo>
                    <a:pt x="0" y="678469"/>
                  </a:moveTo>
                  <a:lnTo>
                    <a:pt x="134251" y="678469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78469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39871" y="3658369"/>
              <a:ext cx="134620" cy="713740"/>
            </a:xfrm>
            <a:custGeom>
              <a:avLst/>
              <a:gdLst/>
              <a:ahLst/>
              <a:cxnLst/>
              <a:rect l="l" t="t" r="r" b="b"/>
              <a:pathLst>
                <a:path w="134620" h="713739">
                  <a:moveTo>
                    <a:pt x="134251" y="713459"/>
                  </a:moveTo>
                  <a:lnTo>
                    <a:pt x="0" y="713459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71345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39871" y="3658369"/>
              <a:ext cx="134620" cy="713740"/>
            </a:xfrm>
            <a:custGeom>
              <a:avLst/>
              <a:gdLst/>
              <a:ahLst/>
              <a:cxnLst/>
              <a:rect l="l" t="t" r="r" b="b"/>
              <a:pathLst>
                <a:path w="134620" h="713739">
                  <a:moveTo>
                    <a:pt x="0" y="713459"/>
                  </a:moveTo>
                  <a:lnTo>
                    <a:pt x="134251" y="713459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713459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74123" y="3536682"/>
              <a:ext cx="134620" cy="835660"/>
            </a:xfrm>
            <a:custGeom>
              <a:avLst/>
              <a:gdLst/>
              <a:ahLst/>
              <a:cxnLst/>
              <a:rect l="l" t="t" r="r" b="b"/>
              <a:pathLst>
                <a:path w="134620" h="835660">
                  <a:moveTo>
                    <a:pt x="134251" y="835146"/>
                  </a:moveTo>
                  <a:lnTo>
                    <a:pt x="0" y="835146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835146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74123" y="3536682"/>
              <a:ext cx="134620" cy="835660"/>
            </a:xfrm>
            <a:custGeom>
              <a:avLst/>
              <a:gdLst/>
              <a:ahLst/>
              <a:cxnLst/>
              <a:rect l="l" t="t" r="r" b="b"/>
              <a:pathLst>
                <a:path w="134620" h="835660">
                  <a:moveTo>
                    <a:pt x="0" y="835146"/>
                  </a:moveTo>
                  <a:lnTo>
                    <a:pt x="134251" y="835146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835146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08374" y="3334963"/>
              <a:ext cx="134620" cy="1036955"/>
            </a:xfrm>
            <a:custGeom>
              <a:avLst/>
              <a:gdLst/>
              <a:ahLst/>
              <a:cxnLst/>
              <a:rect l="l" t="t" r="r" b="b"/>
              <a:pathLst>
                <a:path w="134620" h="1036954">
                  <a:moveTo>
                    <a:pt x="134251" y="1036865"/>
                  </a:moveTo>
                  <a:lnTo>
                    <a:pt x="0" y="1036865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103686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08374" y="3334963"/>
              <a:ext cx="134620" cy="1036955"/>
            </a:xfrm>
            <a:custGeom>
              <a:avLst/>
              <a:gdLst/>
              <a:ahLst/>
              <a:cxnLst/>
              <a:rect l="l" t="t" r="r" b="b"/>
              <a:pathLst>
                <a:path w="134620" h="1036954">
                  <a:moveTo>
                    <a:pt x="0" y="1036865"/>
                  </a:moveTo>
                  <a:lnTo>
                    <a:pt x="134251" y="1036865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1036865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42626" y="1966388"/>
              <a:ext cx="134620" cy="2406015"/>
            </a:xfrm>
            <a:custGeom>
              <a:avLst/>
              <a:gdLst/>
              <a:ahLst/>
              <a:cxnLst/>
              <a:rect l="l" t="t" r="r" b="b"/>
              <a:pathLst>
                <a:path w="134620" h="2406015">
                  <a:moveTo>
                    <a:pt x="134251" y="2405440"/>
                  </a:moveTo>
                  <a:lnTo>
                    <a:pt x="0" y="2405440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240544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42626" y="1966388"/>
              <a:ext cx="134620" cy="2406015"/>
            </a:xfrm>
            <a:custGeom>
              <a:avLst/>
              <a:gdLst/>
              <a:ahLst/>
              <a:cxnLst/>
              <a:rect l="l" t="t" r="r" b="b"/>
              <a:pathLst>
                <a:path w="134620" h="2406015">
                  <a:moveTo>
                    <a:pt x="0" y="2405440"/>
                  </a:moveTo>
                  <a:lnTo>
                    <a:pt x="134251" y="2405440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2405440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88335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70" dirty="0"/>
              <a:t>Question </a:t>
            </a:r>
            <a:r>
              <a:rPr spc="-1115" dirty="0"/>
              <a:t>4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8800" y="833848"/>
            <a:ext cx="529145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Trebuchet MS"/>
                <a:cs typeface="Trebuchet MS"/>
              </a:rPr>
              <a:t>Consider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following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population</a:t>
            </a:r>
            <a:r>
              <a:rPr sz="1450" b="1" spc="-4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3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variable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500" i="1" spc="-25" dirty="0">
                <a:latin typeface="Arial"/>
                <a:cs typeface="Arial"/>
              </a:rPr>
              <a:t>X</a:t>
            </a:r>
            <a:r>
              <a:rPr sz="1450" spc="-25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8800" y="5138419"/>
            <a:ext cx="7506970" cy="68326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65"/>
              </a:spcBef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take </a:t>
            </a:r>
            <a:r>
              <a:rPr sz="1450" b="1" dirty="0">
                <a:latin typeface="Gill Sans MT"/>
                <a:cs typeface="Gill Sans MT"/>
              </a:rPr>
              <a:t>a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single</a:t>
            </a:r>
            <a:r>
              <a:rPr sz="1450" b="1" spc="-30" dirty="0">
                <a:latin typeface="Gill Sans MT"/>
                <a:cs typeface="Gill Sans MT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simple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60" dirty="0">
                <a:latin typeface="Gill Sans MT"/>
                <a:cs typeface="Gill Sans MT"/>
              </a:rPr>
              <a:t>random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sample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size</a:t>
            </a:r>
            <a:r>
              <a:rPr sz="1450" b="1" spc="-3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100</a:t>
            </a:r>
            <a:r>
              <a:rPr sz="1450" b="1" spc="10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make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a </a:t>
            </a:r>
            <a:r>
              <a:rPr sz="1450" dirty="0">
                <a:latin typeface="Trebuchet MS"/>
                <a:cs typeface="Trebuchet MS"/>
              </a:rPr>
              <a:t>histogram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those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100 </a:t>
            </a:r>
            <a:r>
              <a:rPr sz="1450" dirty="0">
                <a:latin typeface="Trebuchet MS"/>
                <a:cs typeface="Trebuchet MS"/>
              </a:rPr>
              <a:t>observed</a:t>
            </a:r>
            <a:r>
              <a:rPr sz="1450" spc="-10" dirty="0">
                <a:latin typeface="Trebuchet MS"/>
                <a:cs typeface="Trebuchet MS"/>
              </a:rPr>
              <a:t> values,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10" dirty="0">
                <a:latin typeface="Trebuchet MS"/>
                <a:cs typeface="Trebuchet MS"/>
              </a:rPr>
              <a:t> will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distribution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most</a:t>
            </a:r>
            <a:r>
              <a:rPr sz="1450" spc="-10" dirty="0">
                <a:latin typeface="Trebuchet MS"/>
                <a:cs typeface="Trebuchet MS"/>
              </a:rPr>
              <a:t> likely </a:t>
            </a:r>
            <a:r>
              <a:rPr sz="1450" spc="-20" dirty="0">
                <a:latin typeface="Trebuchet MS"/>
                <a:cs typeface="Trebuchet MS"/>
              </a:rPr>
              <a:t>look </a:t>
            </a:r>
            <a:r>
              <a:rPr sz="1450" spc="-10" dirty="0">
                <a:latin typeface="Trebuchet MS"/>
                <a:cs typeface="Trebuchet MS"/>
              </a:rPr>
              <a:t>like?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915123" y="2660335"/>
            <a:ext cx="796290" cy="629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5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55" dirty="0">
                <a:latin typeface="Lucida Sans"/>
                <a:cs typeface="Lucida Sans"/>
              </a:rPr>
              <a:t> </a:t>
            </a:r>
            <a:r>
              <a:rPr sz="1500" spc="-145" dirty="0">
                <a:latin typeface="Lucida Sans"/>
                <a:cs typeface="Lucida Sans"/>
              </a:rPr>
              <a:t>0.496</a:t>
            </a:r>
            <a:endParaRPr sz="1500">
              <a:latin typeface="Lucida Sans"/>
              <a:cs typeface="Lucida Sans"/>
            </a:endParaRPr>
          </a:p>
          <a:p>
            <a:pPr marL="15240">
              <a:lnSpc>
                <a:spcPct val="100000"/>
              </a:lnSpc>
              <a:spcBef>
                <a:spcPts val="1125"/>
              </a:spcBef>
            </a:pPr>
            <a:r>
              <a:rPr sz="1500" i="1" spc="-90" dirty="0">
                <a:latin typeface="Arial"/>
                <a:cs typeface="Arial"/>
              </a:rPr>
              <a:t>σ</a:t>
            </a:r>
            <a:r>
              <a:rPr sz="1500" i="1" spc="-20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spc="-140" dirty="0">
                <a:latin typeface="Lucida Sans"/>
                <a:cs typeface="Lucida Sans"/>
              </a:rPr>
              <a:t>0.355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52159" y="6221221"/>
            <a:ext cx="74930" cy="1574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spc="-50" dirty="0">
                <a:latin typeface="Trebuchet MS"/>
                <a:cs typeface="Trebuchet MS"/>
              </a:rPr>
              <a:t>3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24892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45" dirty="0">
                <a:latin typeface="Trebuchet MS"/>
                <a:cs typeface="Trebuchet MS"/>
              </a:rPr>
              <a:t>(A)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8489" y="834815"/>
            <a:ext cx="565800" cy="1101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5690" y="3947701"/>
            <a:ext cx="449199" cy="7193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28823" y="2114479"/>
            <a:ext cx="384810" cy="455930"/>
            <a:chOff x="528823" y="2114479"/>
            <a:chExt cx="384810" cy="4559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823" y="2114479"/>
              <a:ext cx="310780" cy="455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824" y="2295686"/>
              <a:ext cx="68291" cy="975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156707" y="3571196"/>
            <a:ext cx="2588895" cy="59055"/>
          </a:xfrm>
          <a:custGeom>
            <a:avLst/>
            <a:gdLst/>
            <a:ahLst/>
            <a:cxnLst/>
            <a:rect l="l" t="t" r="r" b="b"/>
            <a:pathLst>
              <a:path w="2588895" h="59054">
                <a:moveTo>
                  <a:pt x="0" y="0"/>
                </a:moveTo>
                <a:lnTo>
                  <a:pt x="2588790" y="0"/>
                </a:lnTo>
              </a:path>
              <a:path w="2588895" h="59054">
                <a:moveTo>
                  <a:pt x="0" y="0"/>
                </a:moveTo>
                <a:lnTo>
                  <a:pt x="0" y="58921"/>
                </a:lnTo>
              </a:path>
              <a:path w="2588895" h="59054">
                <a:moveTo>
                  <a:pt x="517745" y="0"/>
                </a:moveTo>
                <a:lnTo>
                  <a:pt x="517745" y="58921"/>
                </a:lnTo>
              </a:path>
              <a:path w="2588895" h="59054">
                <a:moveTo>
                  <a:pt x="1035522" y="0"/>
                </a:moveTo>
                <a:lnTo>
                  <a:pt x="1035522" y="58921"/>
                </a:lnTo>
              </a:path>
              <a:path w="2588895" h="59054">
                <a:moveTo>
                  <a:pt x="1553267" y="0"/>
                </a:moveTo>
                <a:lnTo>
                  <a:pt x="1553267" y="58921"/>
                </a:lnTo>
              </a:path>
              <a:path w="2588895" h="59054">
                <a:moveTo>
                  <a:pt x="2071044" y="0"/>
                </a:moveTo>
                <a:lnTo>
                  <a:pt x="2071044" y="58921"/>
                </a:lnTo>
              </a:path>
              <a:path w="2588895" h="59054">
                <a:moveTo>
                  <a:pt x="2588790" y="0"/>
                </a:moveTo>
                <a:lnTo>
                  <a:pt x="2588790" y="58921"/>
                </a:lnTo>
              </a:path>
            </a:pathLst>
          </a:custGeom>
          <a:ln w="61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3097" y="3714826"/>
            <a:ext cx="127536" cy="692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0525" y="3714698"/>
            <a:ext cx="127056" cy="6933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8619" y="3714826"/>
            <a:ext cx="128778" cy="692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46047" y="3714698"/>
            <a:ext cx="126988" cy="6933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64142" y="3714825"/>
            <a:ext cx="126898" cy="6921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84918" y="3714826"/>
            <a:ext cx="124504" cy="6921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994408" y="1211863"/>
            <a:ext cx="59055" cy="2268855"/>
          </a:xfrm>
          <a:custGeom>
            <a:avLst/>
            <a:gdLst/>
            <a:ahLst/>
            <a:cxnLst/>
            <a:rect l="l" t="t" r="r" b="b"/>
            <a:pathLst>
              <a:path w="59055" h="2268854">
                <a:moveTo>
                  <a:pt x="58731" y="2268585"/>
                </a:moveTo>
                <a:lnTo>
                  <a:pt x="58731" y="0"/>
                </a:lnTo>
              </a:path>
              <a:path w="59055" h="2268854">
                <a:moveTo>
                  <a:pt x="58731" y="2268585"/>
                </a:moveTo>
                <a:lnTo>
                  <a:pt x="0" y="2268585"/>
                </a:lnTo>
              </a:path>
              <a:path w="59055" h="2268854">
                <a:moveTo>
                  <a:pt x="58731" y="1890514"/>
                </a:moveTo>
                <a:lnTo>
                  <a:pt x="0" y="1890514"/>
                </a:lnTo>
              </a:path>
              <a:path w="59055" h="2268854">
                <a:moveTo>
                  <a:pt x="58731" y="1512411"/>
                </a:moveTo>
                <a:lnTo>
                  <a:pt x="0" y="1512411"/>
                </a:lnTo>
              </a:path>
              <a:path w="59055" h="2268854">
                <a:moveTo>
                  <a:pt x="58731" y="1134308"/>
                </a:moveTo>
                <a:lnTo>
                  <a:pt x="0" y="1134308"/>
                </a:lnTo>
              </a:path>
              <a:path w="59055" h="2268854">
                <a:moveTo>
                  <a:pt x="58731" y="756205"/>
                </a:moveTo>
                <a:lnTo>
                  <a:pt x="0" y="756205"/>
                </a:lnTo>
              </a:path>
              <a:path w="59055" h="2268854">
                <a:moveTo>
                  <a:pt x="58731" y="378102"/>
                </a:moveTo>
                <a:lnTo>
                  <a:pt x="0" y="378102"/>
                </a:lnTo>
              </a:path>
              <a:path w="59055" h="2268854">
                <a:moveTo>
                  <a:pt x="58731" y="0"/>
                </a:moveTo>
                <a:lnTo>
                  <a:pt x="0" y="0"/>
                </a:lnTo>
              </a:path>
            </a:pathLst>
          </a:custGeom>
          <a:ln w="61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44410" y="3456995"/>
            <a:ext cx="68580" cy="46990"/>
          </a:xfrm>
          <a:custGeom>
            <a:avLst/>
            <a:gdLst/>
            <a:ahLst/>
            <a:cxnLst/>
            <a:rect l="l" t="t" r="r" b="b"/>
            <a:pathLst>
              <a:path w="68580" h="46989">
                <a:moveTo>
                  <a:pt x="43179" y="287"/>
                </a:moveTo>
                <a:lnTo>
                  <a:pt x="25760" y="287"/>
                </a:lnTo>
                <a:lnTo>
                  <a:pt x="31399" y="0"/>
                </a:lnTo>
                <a:lnTo>
                  <a:pt x="35148" y="0"/>
                </a:lnTo>
                <a:lnTo>
                  <a:pt x="43179" y="287"/>
                </a:lnTo>
                <a:close/>
              </a:path>
              <a:path w="68580" h="46989">
                <a:moveTo>
                  <a:pt x="39642" y="46779"/>
                </a:moveTo>
                <a:lnTo>
                  <a:pt x="28266" y="46779"/>
                </a:lnTo>
                <a:lnTo>
                  <a:pt x="26481" y="46651"/>
                </a:lnTo>
                <a:lnTo>
                  <a:pt x="558" y="31282"/>
                </a:lnTo>
                <a:lnTo>
                  <a:pt x="487" y="31058"/>
                </a:lnTo>
                <a:lnTo>
                  <a:pt x="0" y="29109"/>
                </a:lnTo>
                <a:lnTo>
                  <a:pt x="89" y="17350"/>
                </a:lnTo>
                <a:lnTo>
                  <a:pt x="405" y="16104"/>
                </a:lnTo>
                <a:lnTo>
                  <a:pt x="446" y="15944"/>
                </a:lnTo>
                <a:lnTo>
                  <a:pt x="1225" y="13771"/>
                </a:lnTo>
                <a:lnTo>
                  <a:pt x="1310" y="13548"/>
                </a:lnTo>
                <a:lnTo>
                  <a:pt x="1370" y="13388"/>
                </a:lnTo>
                <a:lnTo>
                  <a:pt x="26481" y="287"/>
                </a:lnTo>
                <a:lnTo>
                  <a:pt x="40974" y="287"/>
                </a:lnTo>
                <a:lnTo>
                  <a:pt x="63211" y="8787"/>
                </a:lnTo>
                <a:lnTo>
                  <a:pt x="29953" y="8787"/>
                </a:lnTo>
                <a:lnTo>
                  <a:pt x="20426" y="9522"/>
                </a:lnTo>
                <a:lnTo>
                  <a:pt x="22007" y="9522"/>
                </a:lnTo>
                <a:lnTo>
                  <a:pt x="19693" y="9937"/>
                </a:lnTo>
                <a:lnTo>
                  <a:pt x="18282" y="10256"/>
                </a:lnTo>
                <a:lnTo>
                  <a:pt x="6723" y="26712"/>
                </a:lnTo>
                <a:lnTo>
                  <a:pt x="7042" y="27991"/>
                </a:lnTo>
                <a:lnTo>
                  <a:pt x="18244" y="36714"/>
                </a:lnTo>
                <a:lnTo>
                  <a:pt x="18110" y="36714"/>
                </a:lnTo>
                <a:lnTo>
                  <a:pt x="20777" y="37257"/>
                </a:lnTo>
                <a:lnTo>
                  <a:pt x="21791" y="37417"/>
                </a:lnTo>
                <a:lnTo>
                  <a:pt x="21168" y="37417"/>
                </a:lnTo>
                <a:lnTo>
                  <a:pt x="25461" y="37864"/>
                </a:lnTo>
                <a:lnTo>
                  <a:pt x="63678" y="37864"/>
                </a:lnTo>
                <a:lnTo>
                  <a:pt x="62650" y="38919"/>
                </a:lnTo>
                <a:lnTo>
                  <a:pt x="41363" y="46651"/>
                </a:lnTo>
                <a:lnTo>
                  <a:pt x="39642" y="46779"/>
                </a:lnTo>
                <a:close/>
              </a:path>
              <a:path w="68580" h="46989">
                <a:moveTo>
                  <a:pt x="63678" y="37864"/>
                </a:moveTo>
                <a:lnTo>
                  <a:pt x="42478" y="37864"/>
                </a:lnTo>
                <a:lnTo>
                  <a:pt x="46716" y="37417"/>
                </a:lnTo>
                <a:lnTo>
                  <a:pt x="46016" y="37417"/>
                </a:lnTo>
                <a:lnTo>
                  <a:pt x="60814" y="28566"/>
                </a:lnTo>
                <a:lnTo>
                  <a:pt x="60901" y="28342"/>
                </a:lnTo>
                <a:lnTo>
                  <a:pt x="60963" y="28182"/>
                </a:lnTo>
                <a:lnTo>
                  <a:pt x="61033" y="27991"/>
                </a:lnTo>
                <a:lnTo>
                  <a:pt x="61363" y="26712"/>
                </a:lnTo>
                <a:lnTo>
                  <a:pt x="61344" y="20258"/>
                </a:lnTo>
                <a:lnTo>
                  <a:pt x="59414" y="15944"/>
                </a:lnTo>
                <a:lnTo>
                  <a:pt x="59304" y="15784"/>
                </a:lnTo>
                <a:lnTo>
                  <a:pt x="45523" y="9522"/>
                </a:lnTo>
                <a:lnTo>
                  <a:pt x="45924" y="9522"/>
                </a:lnTo>
                <a:lnTo>
                  <a:pt x="38686" y="8787"/>
                </a:lnTo>
                <a:lnTo>
                  <a:pt x="63211" y="8787"/>
                </a:lnTo>
                <a:lnTo>
                  <a:pt x="67056" y="14634"/>
                </a:lnTo>
                <a:lnTo>
                  <a:pt x="67134" y="14826"/>
                </a:lnTo>
                <a:lnTo>
                  <a:pt x="67238" y="15081"/>
                </a:lnTo>
                <a:lnTo>
                  <a:pt x="67303" y="15241"/>
                </a:lnTo>
                <a:lnTo>
                  <a:pt x="67936" y="17350"/>
                </a:lnTo>
                <a:lnTo>
                  <a:pt x="68036" y="17702"/>
                </a:lnTo>
                <a:lnTo>
                  <a:pt x="68133" y="29109"/>
                </a:lnTo>
                <a:lnTo>
                  <a:pt x="67663" y="30802"/>
                </a:lnTo>
                <a:lnTo>
                  <a:pt x="64099" y="37417"/>
                </a:lnTo>
                <a:lnTo>
                  <a:pt x="63678" y="37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4824" y="3079180"/>
            <a:ext cx="68580" cy="46990"/>
          </a:xfrm>
          <a:custGeom>
            <a:avLst/>
            <a:gdLst/>
            <a:ahLst/>
            <a:cxnLst/>
            <a:rect l="l" t="t" r="r" b="b"/>
            <a:pathLst>
              <a:path w="68580" h="46989">
                <a:moveTo>
                  <a:pt x="52293" y="46555"/>
                </a:moveTo>
                <a:lnTo>
                  <a:pt x="51306" y="37832"/>
                </a:lnTo>
                <a:lnTo>
                  <a:pt x="55385" y="36139"/>
                </a:lnTo>
                <a:lnTo>
                  <a:pt x="57647" y="34381"/>
                </a:lnTo>
                <a:lnTo>
                  <a:pt x="59240" y="32304"/>
                </a:lnTo>
                <a:lnTo>
                  <a:pt x="60483" y="29684"/>
                </a:lnTo>
                <a:lnTo>
                  <a:pt x="61216" y="25754"/>
                </a:lnTo>
                <a:lnTo>
                  <a:pt x="61248" y="22463"/>
                </a:lnTo>
                <a:lnTo>
                  <a:pt x="60802" y="19395"/>
                </a:lnTo>
                <a:lnTo>
                  <a:pt x="46334" y="8978"/>
                </a:lnTo>
                <a:lnTo>
                  <a:pt x="43211" y="9138"/>
                </a:lnTo>
                <a:lnTo>
                  <a:pt x="31420" y="22910"/>
                </a:lnTo>
                <a:lnTo>
                  <a:pt x="31867" y="27927"/>
                </a:lnTo>
                <a:lnTo>
                  <a:pt x="33715" y="32720"/>
                </a:lnTo>
                <a:lnTo>
                  <a:pt x="36232" y="36139"/>
                </a:lnTo>
                <a:lnTo>
                  <a:pt x="36232" y="44574"/>
                </a:lnTo>
                <a:lnTo>
                  <a:pt x="0" y="42338"/>
                </a:lnTo>
                <a:lnTo>
                  <a:pt x="0" y="3930"/>
                </a:lnTo>
                <a:lnTo>
                  <a:pt x="7329" y="3930"/>
                </a:lnTo>
                <a:lnTo>
                  <a:pt x="7329" y="34477"/>
                </a:lnTo>
                <a:lnTo>
                  <a:pt x="28680" y="35755"/>
                </a:lnTo>
                <a:lnTo>
                  <a:pt x="26449" y="31985"/>
                </a:lnTo>
                <a:lnTo>
                  <a:pt x="25206" y="28598"/>
                </a:lnTo>
                <a:lnTo>
                  <a:pt x="24505" y="24540"/>
                </a:lnTo>
                <a:lnTo>
                  <a:pt x="24378" y="21824"/>
                </a:lnTo>
                <a:lnTo>
                  <a:pt x="24505" y="18884"/>
                </a:lnTo>
                <a:lnTo>
                  <a:pt x="45410" y="0"/>
                </a:lnTo>
                <a:lnTo>
                  <a:pt x="50254" y="383"/>
                </a:lnTo>
                <a:lnTo>
                  <a:pt x="68291" y="22814"/>
                </a:lnTo>
                <a:lnTo>
                  <a:pt x="68004" y="28949"/>
                </a:lnTo>
                <a:lnTo>
                  <a:pt x="53632" y="46236"/>
                </a:lnTo>
                <a:lnTo>
                  <a:pt x="52293" y="4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4410" y="2673501"/>
            <a:ext cx="68133" cy="978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3836" y="1917295"/>
            <a:ext cx="68700" cy="10042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3836" y="1539512"/>
            <a:ext cx="69311" cy="10010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43836" y="1161121"/>
            <a:ext cx="69247" cy="101611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153648" y="1208804"/>
            <a:ext cx="2595245" cy="2275205"/>
            <a:chOff x="1153648" y="1208804"/>
            <a:chExt cx="2595245" cy="2275205"/>
          </a:xfrm>
        </p:grpSpPr>
        <p:sp>
          <p:nvSpPr>
            <p:cNvPr id="23" name="object 23"/>
            <p:cNvSpPr/>
            <p:nvPr/>
          </p:nvSpPr>
          <p:spPr>
            <a:xfrm>
              <a:off x="1156707" y="2346140"/>
              <a:ext cx="259079" cy="1134745"/>
            </a:xfrm>
            <a:custGeom>
              <a:avLst/>
              <a:gdLst/>
              <a:ahLst/>
              <a:cxnLst/>
              <a:rect l="l" t="t" r="r" b="b"/>
              <a:pathLst>
                <a:path w="259080" h="1134745">
                  <a:moveTo>
                    <a:pt x="258888" y="1134308"/>
                  </a:moveTo>
                  <a:lnTo>
                    <a:pt x="0" y="1134308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113430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6707" y="2346140"/>
              <a:ext cx="259079" cy="1134745"/>
            </a:xfrm>
            <a:custGeom>
              <a:avLst/>
              <a:gdLst/>
              <a:ahLst/>
              <a:cxnLst/>
              <a:rect l="l" t="t" r="r" b="b"/>
              <a:pathLst>
                <a:path w="259080" h="1134745">
                  <a:moveTo>
                    <a:pt x="0" y="1134308"/>
                  </a:moveTo>
                  <a:lnTo>
                    <a:pt x="258888" y="1134308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1134308"/>
                  </a:lnTo>
                  <a:close/>
                </a:path>
              </a:pathLst>
            </a:custGeom>
            <a:ln w="6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15564" y="2724243"/>
              <a:ext cx="259079" cy="756285"/>
            </a:xfrm>
            <a:custGeom>
              <a:avLst/>
              <a:gdLst/>
              <a:ahLst/>
              <a:cxnLst/>
              <a:rect l="l" t="t" r="r" b="b"/>
              <a:pathLst>
                <a:path w="259080" h="756285">
                  <a:moveTo>
                    <a:pt x="258888" y="756205"/>
                  </a:moveTo>
                  <a:lnTo>
                    <a:pt x="0" y="756205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75620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15564" y="2724243"/>
              <a:ext cx="259079" cy="756285"/>
            </a:xfrm>
            <a:custGeom>
              <a:avLst/>
              <a:gdLst/>
              <a:ahLst/>
              <a:cxnLst/>
              <a:rect l="l" t="t" r="r" b="b"/>
              <a:pathLst>
                <a:path w="259080" h="756285">
                  <a:moveTo>
                    <a:pt x="0" y="756205"/>
                  </a:moveTo>
                  <a:lnTo>
                    <a:pt x="258888" y="756205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756205"/>
                  </a:lnTo>
                  <a:close/>
                </a:path>
              </a:pathLst>
            </a:custGeom>
            <a:ln w="6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74453" y="3026744"/>
              <a:ext cx="259079" cy="454025"/>
            </a:xfrm>
            <a:custGeom>
              <a:avLst/>
              <a:gdLst/>
              <a:ahLst/>
              <a:cxnLst/>
              <a:rect l="l" t="t" r="r" b="b"/>
              <a:pathLst>
                <a:path w="259080" h="454025">
                  <a:moveTo>
                    <a:pt x="258888" y="453704"/>
                  </a:moveTo>
                  <a:lnTo>
                    <a:pt x="0" y="453704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45370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74453" y="3026744"/>
              <a:ext cx="259079" cy="454025"/>
            </a:xfrm>
            <a:custGeom>
              <a:avLst/>
              <a:gdLst/>
              <a:ahLst/>
              <a:cxnLst/>
              <a:rect l="l" t="t" r="r" b="b"/>
              <a:pathLst>
                <a:path w="259080" h="454025">
                  <a:moveTo>
                    <a:pt x="0" y="453704"/>
                  </a:moveTo>
                  <a:lnTo>
                    <a:pt x="258888" y="453704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453704"/>
                  </a:lnTo>
                  <a:close/>
                </a:path>
              </a:pathLst>
            </a:custGeom>
            <a:ln w="6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33341" y="2951111"/>
              <a:ext cx="259079" cy="529590"/>
            </a:xfrm>
            <a:custGeom>
              <a:avLst/>
              <a:gdLst/>
              <a:ahLst/>
              <a:cxnLst/>
              <a:rect l="l" t="t" r="r" b="b"/>
              <a:pathLst>
                <a:path w="259080" h="529589">
                  <a:moveTo>
                    <a:pt x="258888" y="529337"/>
                  </a:moveTo>
                  <a:lnTo>
                    <a:pt x="0" y="529337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529337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33341" y="2951111"/>
              <a:ext cx="259079" cy="529590"/>
            </a:xfrm>
            <a:custGeom>
              <a:avLst/>
              <a:gdLst/>
              <a:ahLst/>
              <a:cxnLst/>
              <a:rect l="l" t="t" r="r" b="b"/>
              <a:pathLst>
                <a:path w="259080" h="529589">
                  <a:moveTo>
                    <a:pt x="0" y="529337"/>
                  </a:moveTo>
                  <a:lnTo>
                    <a:pt x="258888" y="529337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529337"/>
                  </a:lnTo>
                  <a:close/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92230" y="2951111"/>
              <a:ext cx="259079" cy="529590"/>
            </a:xfrm>
            <a:custGeom>
              <a:avLst/>
              <a:gdLst/>
              <a:ahLst/>
              <a:cxnLst/>
              <a:rect l="l" t="t" r="r" b="b"/>
              <a:pathLst>
                <a:path w="259080" h="529589">
                  <a:moveTo>
                    <a:pt x="258888" y="529337"/>
                  </a:moveTo>
                  <a:lnTo>
                    <a:pt x="0" y="529337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529337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92230" y="2951111"/>
              <a:ext cx="259079" cy="529590"/>
            </a:xfrm>
            <a:custGeom>
              <a:avLst/>
              <a:gdLst/>
              <a:ahLst/>
              <a:cxnLst/>
              <a:rect l="l" t="t" r="r" b="b"/>
              <a:pathLst>
                <a:path w="259080" h="529589">
                  <a:moveTo>
                    <a:pt x="0" y="529337"/>
                  </a:moveTo>
                  <a:lnTo>
                    <a:pt x="258888" y="529337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529337"/>
                  </a:lnTo>
                  <a:close/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51087" y="3026744"/>
              <a:ext cx="259079" cy="454025"/>
            </a:xfrm>
            <a:custGeom>
              <a:avLst/>
              <a:gdLst/>
              <a:ahLst/>
              <a:cxnLst/>
              <a:rect l="l" t="t" r="r" b="b"/>
              <a:pathLst>
                <a:path w="259080" h="454025">
                  <a:moveTo>
                    <a:pt x="258888" y="453704"/>
                  </a:moveTo>
                  <a:lnTo>
                    <a:pt x="0" y="453704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45370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51087" y="3026744"/>
              <a:ext cx="259079" cy="454025"/>
            </a:xfrm>
            <a:custGeom>
              <a:avLst/>
              <a:gdLst/>
              <a:ahLst/>
              <a:cxnLst/>
              <a:rect l="l" t="t" r="r" b="b"/>
              <a:pathLst>
                <a:path w="259080" h="454025">
                  <a:moveTo>
                    <a:pt x="0" y="453704"/>
                  </a:moveTo>
                  <a:lnTo>
                    <a:pt x="258888" y="453704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453704"/>
                  </a:lnTo>
                  <a:close/>
                </a:path>
              </a:pathLst>
            </a:custGeom>
            <a:ln w="6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09975" y="2875478"/>
              <a:ext cx="259079" cy="605155"/>
            </a:xfrm>
            <a:custGeom>
              <a:avLst/>
              <a:gdLst/>
              <a:ahLst/>
              <a:cxnLst/>
              <a:rect l="l" t="t" r="r" b="b"/>
              <a:pathLst>
                <a:path w="259080" h="605154">
                  <a:moveTo>
                    <a:pt x="258888" y="604971"/>
                  </a:moveTo>
                  <a:lnTo>
                    <a:pt x="0" y="604971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60497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09975" y="2875478"/>
              <a:ext cx="259079" cy="605155"/>
            </a:xfrm>
            <a:custGeom>
              <a:avLst/>
              <a:gdLst/>
              <a:ahLst/>
              <a:cxnLst/>
              <a:rect l="l" t="t" r="r" b="b"/>
              <a:pathLst>
                <a:path w="259080" h="605154">
                  <a:moveTo>
                    <a:pt x="0" y="604971"/>
                  </a:moveTo>
                  <a:lnTo>
                    <a:pt x="258888" y="604971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604971"/>
                  </a:lnTo>
                  <a:close/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68864" y="3253580"/>
              <a:ext cx="259079" cy="227329"/>
            </a:xfrm>
            <a:custGeom>
              <a:avLst/>
              <a:gdLst/>
              <a:ahLst/>
              <a:cxnLst/>
              <a:rect l="l" t="t" r="r" b="b"/>
              <a:pathLst>
                <a:path w="259080" h="227329">
                  <a:moveTo>
                    <a:pt x="258888" y="226868"/>
                  </a:moveTo>
                  <a:lnTo>
                    <a:pt x="0" y="226868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22686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68864" y="3253580"/>
              <a:ext cx="259079" cy="227329"/>
            </a:xfrm>
            <a:custGeom>
              <a:avLst/>
              <a:gdLst/>
              <a:ahLst/>
              <a:cxnLst/>
              <a:rect l="l" t="t" r="r" b="b"/>
              <a:pathLst>
                <a:path w="259080" h="227329">
                  <a:moveTo>
                    <a:pt x="0" y="226868"/>
                  </a:moveTo>
                  <a:lnTo>
                    <a:pt x="258888" y="226868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226868"/>
                  </a:lnTo>
                  <a:close/>
                </a:path>
              </a:pathLst>
            </a:custGeom>
            <a:ln w="61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27752" y="2875478"/>
              <a:ext cx="259079" cy="605155"/>
            </a:xfrm>
            <a:custGeom>
              <a:avLst/>
              <a:gdLst/>
              <a:ahLst/>
              <a:cxnLst/>
              <a:rect l="l" t="t" r="r" b="b"/>
              <a:pathLst>
                <a:path w="259079" h="605154">
                  <a:moveTo>
                    <a:pt x="258888" y="604971"/>
                  </a:moveTo>
                  <a:lnTo>
                    <a:pt x="0" y="604971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60497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27752" y="2875478"/>
              <a:ext cx="259079" cy="605155"/>
            </a:xfrm>
            <a:custGeom>
              <a:avLst/>
              <a:gdLst/>
              <a:ahLst/>
              <a:cxnLst/>
              <a:rect l="l" t="t" r="r" b="b"/>
              <a:pathLst>
                <a:path w="259079" h="605154">
                  <a:moveTo>
                    <a:pt x="0" y="604971"/>
                  </a:moveTo>
                  <a:lnTo>
                    <a:pt x="258888" y="604971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604971"/>
                  </a:lnTo>
                  <a:close/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86609" y="1211863"/>
              <a:ext cx="259079" cy="2268855"/>
            </a:xfrm>
            <a:custGeom>
              <a:avLst/>
              <a:gdLst/>
              <a:ahLst/>
              <a:cxnLst/>
              <a:rect l="l" t="t" r="r" b="b"/>
              <a:pathLst>
                <a:path w="259079" h="2268854">
                  <a:moveTo>
                    <a:pt x="258888" y="2268585"/>
                  </a:moveTo>
                  <a:lnTo>
                    <a:pt x="0" y="2268585"/>
                  </a:lnTo>
                  <a:lnTo>
                    <a:pt x="0" y="0"/>
                  </a:lnTo>
                  <a:lnTo>
                    <a:pt x="258888" y="0"/>
                  </a:lnTo>
                  <a:lnTo>
                    <a:pt x="258888" y="226858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86609" y="1211863"/>
              <a:ext cx="259079" cy="2268855"/>
            </a:xfrm>
            <a:custGeom>
              <a:avLst/>
              <a:gdLst/>
              <a:ahLst/>
              <a:cxnLst/>
              <a:rect l="l" t="t" r="r" b="b"/>
              <a:pathLst>
                <a:path w="259079" h="2268854">
                  <a:moveTo>
                    <a:pt x="0" y="2268585"/>
                  </a:moveTo>
                  <a:lnTo>
                    <a:pt x="258888" y="2268585"/>
                  </a:lnTo>
                  <a:lnTo>
                    <a:pt x="258888" y="0"/>
                  </a:lnTo>
                  <a:lnTo>
                    <a:pt x="0" y="0"/>
                  </a:lnTo>
                  <a:lnTo>
                    <a:pt x="0" y="2268585"/>
                  </a:lnTo>
                  <a:close/>
                </a:path>
              </a:pathLst>
            </a:custGeom>
            <a:ln w="61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08323" y="4317684"/>
            <a:ext cx="165417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5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 </a:t>
            </a:r>
            <a:r>
              <a:rPr sz="1500" spc="-204" dirty="0">
                <a:latin typeface="Lucida Sans"/>
                <a:cs typeface="Lucida Sans"/>
              </a:rPr>
              <a:t>0.526</a:t>
            </a:r>
            <a:r>
              <a:rPr sz="1450" spc="-204" dirty="0">
                <a:latin typeface="Trebuchet MS"/>
                <a:cs typeface="Trebuchet MS"/>
              </a:rPr>
              <a:t>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500" i="1" spc="-90" dirty="0">
                <a:latin typeface="Arial"/>
                <a:cs typeface="Arial"/>
              </a:rPr>
              <a:t>σ</a:t>
            </a:r>
            <a:r>
              <a:rPr sz="1500" i="1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 </a:t>
            </a:r>
            <a:r>
              <a:rPr sz="1500" spc="-95" dirty="0">
                <a:latin typeface="Lucida Sans"/>
                <a:cs typeface="Lucida Sans"/>
              </a:rPr>
              <a:t>0.351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36826" y="394970"/>
            <a:ext cx="25527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Trebuchet MS"/>
                <a:cs typeface="Trebuchet MS"/>
              </a:rPr>
              <a:t>(B)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49938" y="1015790"/>
            <a:ext cx="565800" cy="11015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07140" y="4128676"/>
            <a:ext cx="449199" cy="71935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4510273" y="2295454"/>
            <a:ext cx="384175" cy="455930"/>
            <a:chOff x="4510273" y="2295454"/>
            <a:chExt cx="384175" cy="455930"/>
          </a:xfrm>
        </p:grpSpPr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10273" y="2295454"/>
              <a:ext cx="310780" cy="4555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25949" y="2530406"/>
              <a:ext cx="68010" cy="97872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5608835" y="3752171"/>
            <a:ext cx="1765300" cy="59055"/>
          </a:xfrm>
          <a:custGeom>
            <a:avLst/>
            <a:gdLst/>
            <a:ahLst/>
            <a:cxnLst/>
            <a:rect l="l" t="t" r="r" b="b"/>
            <a:pathLst>
              <a:path w="1765300" h="59054">
                <a:moveTo>
                  <a:pt x="0" y="0"/>
                </a:moveTo>
                <a:lnTo>
                  <a:pt x="1765088" y="0"/>
                </a:lnTo>
              </a:path>
              <a:path w="1765300" h="59054">
                <a:moveTo>
                  <a:pt x="0" y="0"/>
                </a:moveTo>
                <a:lnTo>
                  <a:pt x="0" y="58921"/>
                </a:lnTo>
              </a:path>
              <a:path w="1765300" h="59054">
                <a:moveTo>
                  <a:pt x="588362" y="0"/>
                </a:moveTo>
                <a:lnTo>
                  <a:pt x="588362" y="58921"/>
                </a:lnTo>
              </a:path>
              <a:path w="1765300" h="59054">
                <a:moveTo>
                  <a:pt x="1176725" y="0"/>
                </a:moveTo>
                <a:lnTo>
                  <a:pt x="1176725" y="58921"/>
                </a:lnTo>
              </a:path>
              <a:path w="1765300" h="59054">
                <a:moveTo>
                  <a:pt x="1765088" y="0"/>
                </a:moveTo>
                <a:lnTo>
                  <a:pt x="1765088" y="58921"/>
                </a:lnTo>
              </a:path>
            </a:pathLst>
          </a:custGeom>
          <a:ln w="61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544907" y="3895801"/>
            <a:ext cx="127853" cy="6921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133270" y="3895801"/>
            <a:ext cx="127853" cy="6937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724981" y="3895801"/>
            <a:ext cx="124504" cy="6921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313344" y="3896664"/>
            <a:ext cx="124504" cy="68507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4975858" y="1500872"/>
            <a:ext cx="59055" cy="2160905"/>
          </a:xfrm>
          <a:custGeom>
            <a:avLst/>
            <a:gdLst/>
            <a:ahLst/>
            <a:cxnLst/>
            <a:rect l="l" t="t" r="r" b="b"/>
            <a:pathLst>
              <a:path w="59054" h="2160904">
                <a:moveTo>
                  <a:pt x="58731" y="2160551"/>
                </a:moveTo>
                <a:lnTo>
                  <a:pt x="58731" y="0"/>
                </a:lnTo>
              </a:path>
              <a:path w="59054" h="2160904">
                <a:moveTo>
                  <a:pt x="58731" y="2160551"/>
                </a:moveTo>
                <a:lnTo>
                  <a:pt x="0" y="2160551"/>
                </a:lnTo>
              </a:path>
              <a:path w="59054" h="2160904">
                <a:moveTo>
                  <a:pt x="58731" y="1620413"/>
                </a:moveTo>
                <a:lnTo>
                  <a:pt x="0" y="1620413"/>
                </a:lnTo>
              </a:path>
              <a:path w="59054" h="2160904">
                <a:moveTo>
                  <a:pt x="58731" y="1080275"/>
                </a:moveTo>
                <a:lnTo>
                  <a:pt x="0" y="1080275"/>
                </a:lnTo>
              </a:path>
              <a:path w="59054" h="2160904">
                <a:moveTo>
                  <a:pt x="58731" y="540137"/>
                </a:moveTo>
                <a:lnTo>
                  <a:pt x="0" y="540137"/>
                </a:lnTo>
              </a:path>
              <a:path w="59054" h="2160904">
                <a:moveTo>
                  <a:pt x="58731" y="0"/>
                </a:moveTo>
                <a:lnTo>
                  <a:pt x="0" y="0"/>
                </a:lnTo>
              </a:path>
            </a:pathLst>
          </a:custGeom>
          <a:ln w="61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25860" y="3637970"/>
            <a:ext cx="68580" cy="46990"/>
          </a:xfrm>
          <a:custGeom>
            <a:avLst/>
            <a:gdLst/>
            <a:ahLst/>
            <a:cxnLst/>
            <a:rect l="l" t="t" r="r" b="b"/>
            <a:pathLst>
              <a:path w="68579" h="46989">
                <a:moveTo>
                  <a:pt x="43179" y="287"/>
                </a:moveTo>
                <a:lnTo>
                  <a:pt x="25760" y="287"/>
                </a:lnTo>
                <a:lnTo>
                  <a:pt x="31399" y="0"/>
                </a:lnTo>
                <a:lnTo>
                  <a:pt x="35148" y="0"/>
                </a:lnTo>
                <a:lnTo>
                  <a:pt x="43179" y="287"/>
                </a:lnTo>
                <a:close/>
              </a:path>
              <a:path w="68579" h="46989">
                <a:moveTo>
                  <a:pt x="39642" y="46779"/>
                </a:moveTo>
                <a:lnTo>
                  <a:pt x="28266" y="46779"/>
                </a:lnTo>
                <a:lnTo>
                  <a:pt x="26481" y="46651"/>
                </a:lnTo>
                <a:lnTo>
                  <a:pt x="558" y="31282"/>
                </a:lnTo>
                <a:lnTo>
                  <a:pt x="487" y="31058"/>
                </a:lnTo>
                <a:lnTo>
                  <a:pt x="0" y="29109"/>
                </a:lnTo>
                <a:lnTo>
                  <a:pt x="89" y="17350"/>
                </a:lnTo>
                <a:lnTo>
                  <a:pt x="405" y="16104"/>
                </a:lnTo>
                <a:lnTo>
                  <a:pt x="446" y="15944"/>
                </a:lnTo>
                <a:lnTo>
                  <a:pt x="1225" y="13771"/>
                </a:lnTo>
                <a:lnTo>
                  <a:pt x="1310" y="13548"/>
                </a:lnTo>
                <a:lnTo>
                  <a:pt x="1370" y="13388"/>
                </a:lnTo>
                <a:lnTo>
                  <a:pt x="26481" y="287"/>
                </a:lnTo>
                <a:lnTo>
                  <a:pt x="40974" y="287"/>
                </a:lnTo>
                <a:lnTo>
                  <a:pt x="63211" y="8787"/>
                </a:lnTo>
                <a:lnTo>
                  <a:pt x="29953" y="8787"/>
                </a:lnTo>
                <a:lnTo>
                  <a:pt x="20426" y="9522"/>
                </a:lnTo>
                <a:lnTo>
                  <a:pt x="22007" y="9522"/>
                </a:lnTo>
                <a:lnTo>
                  <a:pt x="19693" y="9937"/>
                </a:lnTo>
                <a:lnTo>
                  <a:pt x="18282" y="10256"/>
                </a:lnTo>
                <a:lnTo>
                  <a:pt x="6723" y="26712"/>
                </a:lnTo>
                <a:lnTo>
                  <a:pt x="7042" y="27991"/>
                </a:lnTo>
                <a:lnTo>
                  <a:pt x="18244" y="36714"/>
                </a:lnTo>
                <a:lnTo>
                  <a:pt x="18110" y="36714"/>
                </a:lnTo>
                <a:lnTo>
                  <a:pt x="20777" y="37257"/>
                </a:lnTo>
                <a:lnTo>
                  <a:pt x="21791" y="37417"/>
                </a:lnTo>
                <a:lnTo>
                  <a:pt x="21168" y="37417"/>
                </a:lnTo>
                <a:lnTo>
                  <a:pt x="25461" y="37864"/>
                </a:lnTo>
                <a:lnTo>
                  <a:pt x="63678" y="37864"/>
                </a:lnTo>
                <a:lnTo>
                  <a:pt x="62650" y="38919"/>
                </a:lnTo>
                <a:lnTo>
                  <a:pt x="41363" y="46651"/>
                </a:lnTo>
                <a:lnTo>
                  <a:pt x="39642" y="46779"/>
                </a:lnTo>
                <a:close/>
              </a:path>
              <a:path w="68579" h="46989">
                <a:moveTo>
                  <a:pt x="63678" y="37864"/>
                </a:moveTo>
                <a:lnTo>
                  <a:pt x="42478" y="37864"/>
                </a:lnTo>
                <a:lnTo>
                  <a:pt x="46716" y="37417"/>
                </a:lnTo>
                <a:lnTo>
                  <a:pt x="46016" y="37417"/>
                </a:lnTo>
                <a:lnTo>
                  <a:pt x="60814" y="28566"/>
                </a:lnTo>
                <a:lnTo>
                  <a:pt x="60901" y="28342"/>
                </a:lnTo>
                <a:lnTo>
                  <a:pt x="60963" y="28182"/>
                </a:lnTo>
                <a:lnTo>
                  <a:pt x="61033" y="27991"/>
                </a:lnTo>
                <a:lnTo>
                  <a:pt x="61363" y="26712"/>
                </a:lnTo>
                <a:lnTo>
                  <a:pt x="61344" y="20258"/>
                </a:lnTo>
                <a:lnTo>
                  <a:pt x="59414" y="15944"/>
                </a:lnTo>
                <a:lnTo>
                  <a:pt x="59304" y="15784"/>
                </a:lnTo>
                <a:lnTo>
                  <a:pt x="45523" y="9522"/>
                </a:lnTo>
                <a:lnTo>
                  <a:pt x="45924" y="9522"/>
                </a:lnTo>
                <a:lnTo>
                  <a:pt x="38686" y="8787"/>
                </a:lnTo>
                <a:lnTo>
                  <a:pt x="63211" y="8787"/>
                </a:lnTo>
                <a:lnTo>
                  <a:pt x="67056" y="14634"/>
                </a:lnTo>
                <a:lnTo>
                  <a:pt x="67134" y="14826"/>
                </a:lnTo>
                <a:lnTo>
                  <a:pt x="67238" y="15081"/>
                </a:lnTo>
                <a:lnTo>
                  <a:pt x="67303" y="15241"/>
                </a:lnTo>
                <a:lnTo>
                  <a:pt x="67936" y="17350"/>
                </a:lnTo>
                <a:lnTo>
                  <a:pt x="68036" y="17702"/>
                </a:lnTo>
                <a:lnTo>
                  <a:pt x="68133" y="29109"/>
                </a:lnTo>
                <a:lnTo>
                  <a:pt x="67663" y="30802"/>
                </a:lnTo>
                <a:lnTo>
                  <a:pt x="64099" y="37417"/>
                </a:lnTo>
                <a:lnTo>
                  <a:pt x="63678" y="37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826274" y="3098120"/>
            <a:ext cx="68580" cy="46990"/>
          </a:xfrm>
          <a:custGeom>
            <a:avLst/>
            <a:gdLst/>
            <a:ahLst/>
            <a:cxnLst/>
            <a:rect l="l" t="t" r="r" b="b"/>
            <a:pathLst>
              <a:path w="68579" h="46989">
                <a:moveTo>
                  <a:pt x="52293" y="46555"/>
                </a:moveTo>
                <a:lnTo>
                  <a:pt x="51306" y="37832"/>
                </a:lnTo>
                <a:lnTo>
                  <a:pt x="55385" y="36139"/>
                </a:lnTo>
                <a:lnTo>
                  <a:pt x="57647" y="34381"/>
                </a:lnTo>
                <a:lnTo>
                  <a:pt x="59017" y="32688"/>
                </a:lnTo>
                <a:lnTo>
                  <a:pt x="60483" y="29684"/>
                </a:lnTo>
                <a:lnTo>
                  <a:pt x="61089" y="26968"/>
                </a:lnTo>
                <a:lnTo>
                  <a:pt x="61248" y="22463"/>
                </a:lnTo>
                <a:lnTo>
                  <a:pt x="60802" y="19395"/>
                </a:lnTo>
                <a:lnTo>
                  <a:pt x="46334" y="8978"/>
                </a:lnTo>
                <a:lnTo>
                  <a:pt x="42638" y="9202"/>
                </a:lnTo>
                <a:lnTo>
                  <a:pt x="31452" y="22239"/>
                </a:lnTo>
                <a:lnTo>
                  <a:pt x="31580" y="26425"/>
                </a:lnTo>
                <a:lnTo>
                  <a:pt x="33109" y="31569"/>
                </a:lnTo>
                <a:lnTo>
                  <a:pt x="35659" y="35468"/>
                </a:lnTo>
                <a:lnTo>
                  <a:pt x="36232" y="36139"/>
                </a:lnTo>
                <a:lnTo>
                  <a:pt x="36232" y="44574"/>
                </a:lnTo>
                <a:lnTo>
                  <a:pt x="0" y="42338"/>
                </a:lnTo>
                <a:lnTo>
                  <a:pt x="0" y="3930"/>
                </a:lnTo>
                <a:lnTo>
                  <a:pt x="7329" y="3930"/>
                </a:lnTo>
                <a:lnTo>
                  <a:pt x="7329" y="34477"/>
                </a:lnTo>
                <a:lnTo>
                  <a:pt x="28680" y="35755"/>
                </a:lnTo>
                <a:lnTo>
                  <a:pt x="26449" y="31985"/>
                </a:lnTo>
                <a:lnTo>
                  <a:pt x="25015" y="27831"/>
                </a:lnTo>
                <a:lnTo>
                  <a:pt x="24505" y="24540"/>
                </a:lnTo>
                <a:lnTo>
                  <a:pt x="24505" y="18884"/>
                </a:lnTo>
                <a:lnTo>
                  <a:pt x="45410" y="0"/>
                </a:lnTo>
                <a:lnTo>
                  <a:pt x="50254" y="383"/>
                </a:lnTo>
                <a:lnTo>
                  <a:pt x="68259" y="26041"/>
                </a:lnTo>
                <a:lnTo>
                  <a:pt x="67876" y="29876"/>
                </a:lnTo>
                <a:lnTo>
                  <a:pt x="54907" y="45852"/>
                </a:lnTo>
                <a:lnTo>
                  <a:pt x="52293" y="4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826274" y="1990556"/>
            <a:ext cx="68259" cy="97585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825286" y="1450098"/>
            <a:ext cx="68700" cy="100429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5135091" y="1389779"/>
            <a:ext cx="2595245" cy="2275205"/>
            <a:chOff x="5135091" y="1389779"/>
            <a:chExt cx="2595245" cy="2275205"/>
          </a:xfrm>
        </p:grpSpPr>
        <p:sp>
          <p:nvSpPr>
            <p:cNvPr id="61" name="object 61"/>
            <p:cNvSpPr/>
            <p:nvPr/>
          </p:nvSpPr>
          <p:spPr>
            <a:xfrm>
              <a:off x="5138157" y="3553390"/>
              <a:ext cx="235585" cy="108585"/>
            </a:xfrm>
            <a:custGeom>
              <a:avLst/>
              <a:gdLst/>
              <a:ahLst/>
              <a:cxnLst/>
              <a:rect l="l" t="t" r="r" b="b"/>
              <a:pathLst>
                <a:path w="235585" h="108585">
                  <a:moveTo>
                    <a:pt x="235338" y="108033"/>
                  </a:moveTo>
                  <a:lnTo>
                    <a:pt x="0" y="108033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10803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38157" y="3553390"/>
              <a:ext cx="235585" cy="108585"/>
            </a:xfrm>
            <a:custGeom>
              <a:avLst/>
              <a:gdLst/>
              <a:ahLst/>
              <a:cxnLst/>
              <a:rect l="l" t="t" r="r" b="b"/>
              <a:pathLst>
                <a:path w="235585" h="108585">
                  <a:moveTo>
                    <a:pt x="0" y="108033"/>
                  </a:moveTo>
                  <a:lnTo>
                    <a:pt x="235338" y="108033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108033"/>
                  </a:lnTo>
                  <a:close/>
                </a:path>
              </a:pathLst>
            </a:custGeom>
            <a:ln w="6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373496" y="3121286"/>
              <a:ext cx="235585" cy="540385"/>
            </a:xfrm>
            <a:custGeom>
              <a:avLst/>
              <a:gdLst/>
              <a:ahLst/>
              <a:cxnLst/>
              <a:rect l="l" t="t" r="r" b="b"/>
              <a:pathLst>
                <a:path w="235585" h="540385">
                  <a:moveTo>
                    <a:pt x="235338" y="540137"/>
                  </a:moveTo>
                  <a:lnTo>
                    <a:pt x="0" y="540137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540137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73496" y="3121286"/>
              <a:ext cx="235585" cy="540385"/>
            </a:xfrm>
            <a:custGeom>
              <a:avLst/>
              <a:gdLst/>
              <a:ahLst/>
              <a:cxnLst/>
              <a:rect l="l" t="t" r="r" b="b"/>
              <a:pathLst>
                <a:path w="235585" h="540385">
                  <a:moveTo>
                    <a:pt x="0" y="540137"/>
                  </a:moveTo>
                  <a:lnTo>
                    <a:pt x="235338" y="540137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540137"/>
                  </a:lnTo>
                  <a:close/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608835" y="2689182"/>
              <a:ext cx="235585" cy="972819"/>
            </a:xfrm>
            <a:custGeom>
              <a:avLst/>
              <a:gdLst/>
              <a:ahLst/>
              <a:cxnLst/>
              <a:rect l="l" t="t" r="r" b="b"/>
              <a:pathLst>
                <a:path w="235585" h="972820">
                  <a:moveTo>
                    <a:pt x="235338" y="972241"/>
                  </a:moveTo>
                  <a:lnTo>
                    <a:pt x="0" y="972241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97224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608835" y="2689182"/>
              <a:ext cx="235585" cy="972819"/>
            </a:xfrm>
            <a:custGeom>
              <a:avLst/>
              <a:gdLst/>
              <a:ahLst/>
              <a:cxnLst/>
              <a:rect l="l" t="t" r="r" b="b"/>
              <a:pathLst>
                <a:path w="235585" h="972820">
                  <a:moveTo>
                    <a:pt x="0" y="972241"/>
                  </a:moveTo>
                  <a:lnTo>
                    <a:pt x="235338" y="972241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972241"/>
                  </a:lnTo>
                  <a:close/>
                </a:path>
              </a:pathLst>
            </a:custGeom>
            <a:ln w="6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844173" y="1392838"/>
              <a:ext cx="235585" cy="2268855"/>
            </a:xfrm>
            <a:custGeom>
              <a:avLst/>
              <a:gdLst/>
              <a:ahLst/>
              <a:cxnLst/>
              <a:rect l="l" t="t" r="r" b="b"/>
              <a:pathLst>
                <a:path w="235585" h="2268854">
                  <a:moveTo>
                    <a:pt x="235338" y="2268585"/>
                  </a:moveTo>
                  <a:lnTo>
                    <a:pt x="0" y="2268585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226858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844173" y="1392838"/>
              <a:ext cx="235585" cy="2268855"/>
            </a:xfrm>
            <a:custGeom>
              <a:avLst/>
              <a:gdLst/>
              <a:ahLst/>
              <a:cxnLst/>
              <a:rect l="l" t="t" r="r" b="b"/>
              <a:pathLst>
                <a:path w="235585" h="2268854">
                  <a:moveTo>
                    <a:pt x="0" y="2268585"/>
                  </a:moveTo>
                  <a:lnTo>
                    <a:pt x="235338" y="2268585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2268585"/>
                  </a:lnTo>
                  <a:close/>
                </a:path>
              </a:pathLst>
            </a:custGeom>
            <a:ln w="61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079544" y="1824942"/>
              <a:ext cx="235585" cy="1837055"/>
            </a:xfrm>
            <a:custGeom>
              <a:avLst/>
              <a:gdLst/>
              <a:ahLst/>
              <a:cxnLst/>
              <a:rect l="l" t="t" r="r" b="b"/>
              <a:pathLst>
                <a:path w="235585" h="1837054">
                  <a:moveTo>
                    <a:pt x="235338" y="1836481"/>
                  </a:moveTo>
                  <a:lnTo>
                    <a:pt x="0" y="1836481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183648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079544" y="1824942"/>
              <a:ext cx="235585" cy="1837055"/>
            </a:xfrm>
            <a:custGeom>
              <a:avLst/>
              <a:gdLst/>
              <a:ahLst/>
              <a:cxnLst/>
              <a:rect l="l" t="t" r="r" b="b"/>
              <a:pathLst>
                <a:path w="235585" h="1837054">
                  <a:moveTo>
                    <a:pt x="0" y="1836481"/>
                  </a:moveTo>
                  <a:lnTo>
                    <a:pt x="235338" y="1836481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1836481"/>
                  </a:lnTo>
                  <a:close/>
                </a:path>
              </a:pathLst>
            </a:custGeom>
            <a:ln w="61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14883" y="1392838"/>
              <a:ext cx="235585" cy="2268855"/>
            </a:xfrm>
            <a:custGeom>
              <a:avLst/>
              <a:gdLst/>
              <a:ahLst/>
              <a:cxnLst/>
              <a:rect l="l" t="t" r="r" b="b"/>
              <a:pathLst>
                <a:path w="235584" h="2268854">
                  <a:moveTo>
                    <a:pt x="235338" y="2268585"/>
                  </a:moveTo>
                  <a:lnTo>
                    <a:pt x="0" y="2268585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226858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314883" y="1392838"/>
              <a:ext cx="235585" cy="2268855"/>
            </a:xfrm>
            <a:custGeom>
              <a:avLst/>
              <a:gdLst/>
              <a:ahLst/>
              <a:cxnLst/>
              <a:rect l="l" t="t" r="r" b="b"/>
              <a:pathLst>
                <a:path w="235584" h="2268854">
                  <a:moveTo>
                    <a:pt x="0" y="2268585"/>
                  </a:moveTo>
                  <a:lnTo>
                    <a:pt x="235338" y="2268585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2268585"/>
                  </a:lnTo>
                  <a:close/>
                </a:path>
              </a:pathLst>
            </a:custGeom>
            <a:ln w="61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550222" y="2365080"/>
              <a:ext cx="235585" cy="1296670"/>
            </a:xfrm>
            <a:custGeom>
              <a:avLst/>
              <a:gdLst/>
              <a:ahLst/>
              <a:cxnLst/>
              <a:rect l="l" t="t" r="r" b="b"/>
              <a:pathLst>
                <a:path w="235584" h="1296670">
                  <a:moveTo>
                    <a:pt x="235338" y="1296343"/>
                  </a:moveTo>
                  <a:lnTo>
                    <a:pt x="0" y="1296343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129634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550222" y="2365080"/>
              <a:ext cx="235585" cy="1296670"/>
            </a:xfrm>
            <a:custGeom>
              <a:avLst/>
              <a:gdLst/>
              <a:ahLst/>
              <a:cxnLst/>
              <a:rect l="l" t="t" r="r" b="b"/>
              <a:pathLst>
                <a:path w="235584" h="1296670">
                  <a:moveTo>
                    <a:pt x="0" y="1296343"/>
                  </a:moveTo>
                  <a:lnTo>
                    <a:pt x="235338" y="1296343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1296343"/>
                  </a:lnTo>
                  <a:close/>
                </a:path>
              </a:pathLst>
            </a:custGeom>
            <a:ln w="6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785560" y="2689182"/>
              <a:ext cx="235585" cy="972819"/>
            </a:xfrm>
            <a:custGeom>
              <a:avLst/>
              <a:gdLst/>
              <a:ahLst/>
              <a:cxnLst/>
              <a:rect l="l" t="t" r="r" b="b"/>
              <a:pathLst>
                <a:path w="235584" h="972820">
                  <a:moveTo>
                    <a:pt x="235338" y="972241"/>
                  </a:moveTo>
                  <a:lnTo>
                    <a:pt x="0" y="972241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97224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785560" y="2689182"/>
              <a:ext cx="235585" cy="972819"/>
            </a:xfrm>
            <a:custGeom>
              <a:avLst/>
              <a:gdLst/>
              <a:ahLst/>
              <a:cxnLst/>
              <a:rect l="l" t="t" r="r" b="b"/>
              <a:pathLst>
                <a:path w="235584" h="972820">
                  <a:moveTo>
                    <a:pt x="0" y="972241"/>
                  </a:moveTo>
                  <a:lnTo>
                    <a:pt x="235338" y="972241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972241"/>
                  </a:lnTo>
                  <a:close/>
                </a:path>
              </a:pathLst>
            </a:custGeom>
            <a:ln w="6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20899" y="3229320"/>
              <a:ext cx="235585" cy="432434"/>
            </a:xfrm>
            <a:custGeom>
              <a:avLst/>
              <a:gdLst/>
              <a:ahLst/>
              <a:cxnLst/>
              <a:rect l="l" t="t" r="r" b="b"/>
              <a:pathLst>
                <a:path w="235584" h="432435">
                  <a:moveTo>
                    <a:pt x="235338" y="432103"/>
                  </a:moveTo>
                  <a:lnTo>
                    <a:pt x="0" y="432103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43210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20899" y="3229320"/>
              <a:ext cx="471170" cy="432434"/>
            </a:xfrm>
            <a:custGeom>
              <a:avLst/>
              <a:gdLst/>
              <a:ahLst/>
              <a:cxnLst/>
              <a:rect l="l" t="t" r="r" b="b"/>
              <a:pathLst>
                <a:path w="471170" h="432435">
                  <a:moveTo>
                    <a:pt x="0" y="432103"/>
                  </a:moveTo>
                  <a:lnTo>
                    <a:pt x="235338" y="432103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432103"/>
                  </a:lnTo>
                  <a:close/>
                </a:path>
                <a:path w="471170" h="432435">
                  <a:moveTo>
                    <a:pt x="235370" y="432103"/>
                  </a:moveTo>
                  <a:lnTo>
                    <a:pt x="470709" y="432103"/>
                  </a:lnTo>
                  <a:lnTo>
                    <a:pt x="235370" y="432103"/>
                  </a:lnTo>
                  <a:close/>
                </a:path>
              </a:pathLst>
            </a:custGeom>
            <a:ln w="6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491608" y="3553390"/>
              <a:ext cx="235585" cy="108585"/>
            </a:xfrm>
            <a:custGeom>
              <a:avLst/>
              <a:gdLst/>
              <a:ahLst/>
              <a:cxnLst/>
              <a:rect l="l" t="t" r="r" b="b"/>
              <a:pathLst>
                <a:path w="235584" h="108585">
                  <a:moveTo>
                    <a:pt x="235338" y="108033"/>
                  </a:moveTo>
                  <a:lnTo>
                    <a:pt x="0" y="108033"/>
                  </a:lnTo>
                  <a:lnTo>
                    <a:pt x="0" y="0"/>
                  </a:lnTo>
                  <a:lnTo>
                    <a:pt x="235338" y="0"/>
                  </a:lnTo>
                  <a:lnTo>
                    <a:pt x="235338" y="10803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491608" y="3553390"/>
              <a:ext cx="235585" cy="108585"/>
            </a:xfrm>
            <a:custGeom>
              <a:avLst/>
              <a:gdLst/>
              <a:ahLst/>
              <a:cxnLst/>
              <a:rect l="l" t="t" r="r" b="b"/>
              <a:pathLst>
                <a:path w="235584" h="108585">
                  <a:moveTo>
                    <a:pt x="0" y="108033"/>
                  </a:moveTo>
                  <a:lnTo>
                    <a:pt x="235338" y="108033"/>
                  </a:lnTo>
                  <a:lnTo>
                    <a:pt x="235338" y="0"/>
                  </a:lnTo>
                  <a:lnTo>
                    <a:pt x="0" y="0"/>
                  </a:lnTo>
                  <a:lnTo>
                    <a:pt x="0" y="108033"/>
                  </a:lnTo>
                  <a:close/>
                </a:path>
              </a:pathLst>
            </a:custGeom>
            <a:ln w="6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486350" y="4498659"/>
            <a:ext cx="165417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5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 </a:t>
            </a:r>
            <a:r>
              <a:rPr sz="1500" spc="-204" dirty="0">
                <a:latin typeface="Lucida Sans"/>
                <a:cs typeface="Lucida Sans"/>
              </a:rPr>
              <a:t>0.500</a:t>
            </a:r>
            <a:r>
              <a:rPr sz="1450" spc="-204" dirty="0">
                <a:latin typeface="Trebuchet MS"/>
                <a:cs typeface="Trebuchet MS"/>
              </a:rPr>
              <a:t>,</a:t>
            </a:r>
            <a:r>
              <a:rPr sz="1450" spc="-40" dirty="0">
                <a:latin typeface="Trebuchet MS"/>
                <a:cs typeface="Trebuchet MS"/>
              </a:rPr>
              <a:t> </a:t>
            </a:r>
            <a:r>
              <a:rPr sz="1500" i="1" spc="-90" dirty="0">
                <a:latin typeface="Arial"/>
                <a:cs typeface="Arial"/>
              </a:rPr>
              <a:t>σ</a:t>
            </a:r>
            <a:r>
              <a:rPr sz="1500" i="1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 </a:t>
            </a:r>
            <a:r>
              <a:rPr sz="1500" spc="-95" dirty="0">
                <a:latin typeface="Lucida Sans"/>
                <a:cs typeface="Lucida Sans"/>
              </a:rPr>
              <a:t>0.341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150076" y="6221221"/>
            <a:ext cx="320675" cy="1574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spc="-65" dirty="0">
                <a:latin typeface="Trebuchet MS"/>
                <a:cs typeface="Trebuchet MS"/>
              </a:rPr>
              <a:t>33</a:t>
            </a:r>
            <a:r>
              <a:rPr sz="850" spc="-55" dirty="0">
                <a:latin typeface="Trebuchet MS"/>
                <a:cs typeface="Trebuchet MS"/>
              </a:rPr>
              <a:t> </a:t>
            </a:r>
            <a:r>
              <a:rPr sz="850" spc="-50" dirty="0">
                <a:latin typeface="Trebuchet MS"/>
                <a:cs typeface="Trebuchet MS"/>
              </a:rPr>
              <a:t>/</a:t>
            </a:r>
            <a:r>
              <a:rPr sz="850" spc="-55" dirty="0">
                <a:latin typeface="Trebuchet MS"/>
                <a:cs typeface="Trebuchet MS"/>
              </a:rPr>
              <a:t> </a:t>
            </a:r>
            <a:r>
              <a:rPr sz="850" spc="-50" dirty="0">
                <a:latin typeface="Trebuchet MS"/>
                <a:cs typeface="Trebuchet MS"/>
              </a:rPr>
              <a:t>37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2080" y="1625419"/>
            <a:ext cx="484972" cy="939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1110" y="4789880"/>
            <a:ext cx="385027" cy="613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386" y="2971050"/>
            <a:ext cx="75142" cy="3893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91735" y="4468031"/>
            <a:ext cx="2685415" cy="50800"/>
          </a:xfrm>
          <a:custGeom>
            <a:avLst/>
            <a:gdLst/>
            <a:ahLst/>
            <a:cxnLst/>
            <a:rect l="l" t="t" r="r" b="b"/>
            <a:pathLst>
              <a:path w="2685415" h="50800">
                <a:moveTo>
                  <a:pt x="0" y="0"/>
                </a:moveTo>
                <a:lnTo>
                  <a:pt x="2685142" y="0"/>
                </a:lnTo>
              </a:path>
              <a:path w="2685415" h="50800">
                <a:moveTo>
                  <a:pt x="0" y="0"/>
                </a:moveTo>
                <a:lnTo>
                  <a:pt x="0" y="50368"/>
                </a:lnTo>
              </a:path>
              <a:path w="2685415" h="50800">
                <a:moveTo>
                  <a:pt x="537034" y="0"/>
                </a:moveTo>
                <a:lnTo>
                  <a:pt x="537034" y="50368"/>
                </a:lnTo>
              </a:path>
              <a:path w="2685415" h="50800">
                <a:moveTo>
                  <a:pt x="1074068" y="0"/>
                </a:moveTo>
                <a:lnTo>
                  <a:pt x="1074068" y="50368"/>
                </a:lnTo>
              </a:path>
              <a:path w="2685415" h="50800">
                <a:moveTo>
                  <a:pt x="1611102" y="0"/>
                </a:moveTo>
                <a:lnTo>
                  <a:pt x="1611102" y="50368"/>
                </a:lnTo>
              </a:path>
              <a:path w="2685415" h="50800">
                <a:moveTo>
                  <a:pt x="2148136" y="0"/>
                </a:moveTo>
                <a:lnTo>
                  <a:pt x="2148136" y="50368"/>
                </a:lnTo>
              </a:path>
              <a:path w="2685415" h="50800">
                <a:moveTo>
                  <a:pt x="2685142" y="0"/>
                </a:moveTo>
                <a:lnTo>
                  <a:pt x="2685142" y="50368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7261" y="4590920"/>
            <a:ext cx="108947" cy="5894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74292" y="4590706"/>
            <a:ext cx="108585" cy="59690"/>
          </a:xfrm>
          <a:custGeom>
            <a:avLst/>
            <a:gdLst/>
            <a:ahLst/>
            <a:cxnLst/>
            <a:rect l="l" t="t" r="r" b="b"/>
            <a:pathLst>
              <a:path w="108585" h="59689">
                <a:moveTo>
                  <a:pt x="38963" y="20180"/>
                </a:moveTo>
                <a:lnTo>
                  <a:pt x="31521" y="3848"/>
                </a:lnTo>
                <a:lnTo>
                  <a:pt x="31521" y="20180"/>
                </a:lnTo>
                <a:lnTo>
                  <a:pt x="31470" y="38976"/>
                </a:lnTo>
                <a:lnTo>
                  <a:pt x="21145" y="53263"/>
                </a:lnTo>
                <a:lnTo>
                  <a:pt x="17729" y="53263"/>
                </a:lnTo>
                <a:lnTo>
                  <a:pt x="7404" y="38976"/>
                </a:lnTo>
                <a:lnTo>
                  <a:pt x="7416" y="20180"/>
                </a:lnTo>
                <a:lnTo>
                  <a:pt x="17119" y="6146"/>
                </a:lnTo>
                <a:lnTo>
                  <a:pt x="21983" y="6146"/>
                </a:lnTo>
                <a:lnTo>
                  <a:pt x="31521" y="20180"/>
                </a:lnTo>
                <a:lnTo>
                  <a:pt x="31521" y="3848"/>
                </a:lnTo>
                <a:lnTo>
                  <a:pt x="22872" y="215"/>
                </a:lnTo>
                <a:lnTo>
                  <a:pt x="16256" y="215"/>
                </a:lnTo>
                <a:lnTo>
                  <a:pt x="0" y="20180"/>
                </a:lnTo>
                <a:lnTo>
                  <a:pt x="12" y="38976"/>
                </a:lnTo>
                <a:lnTo>
                  <a:pt x="16090" y="59169"/>
                </a:lnTo>
                <a:lnTo>
                  <a:pt x="22644" y="59169"/>
                </a:lnTo>
                <a:lnTo>
                  <a:pt x="38925" y="38976"/>
                </a:lnTo>
                <a:lnTo>
                  <a:pt x="38963" y="20180"/>
                </a:lnTo>
                <a:close/>
              </a:path>
              <a:path w="108585" h="59689">
                <a:moveTo>
                  <a:pt x="58458" y="49606"/>
                </a:moveTo>
                <a:lnTo>
                  <a:pt x="50482" y="49606"/>
                </a:lnTo>
                <a:lnTo>
                  <a:pt x="50482" y="58585"/>
                </a:lnTo>
                <a:lnTo>
                  <a:pt x="58458" y="58585"/>
                </a:lnTo>
                <a:lnTo>
                  <a:pt x="58458" y="49606"/>
                </a:lnTo>
                <a:close/>
              </a:path>
              <a:path w="108585" h="59689">
                <a:moveTo>
                  <a:pt x="108585" y="52311"/>
                </a:moveTo>
                <a:lnTo>
                  <a:pt x="78447" y="52311"/>
                </a:lnTo>
                <a:lnTo>
                  <a:pt x="79387" y="50482"/>
                </a:lnTo>
                <a:lnTo>
                  <a:pt x="81927" y="46977"/>
                </a:lnTo>
                <a:lnTo>
                  <a:pt x="84734" y="44005"/>
                </a:lnTo>
                <a:lnTo>
                  <a:pt x="99352" y="31381"/>
                </a:lnTo>
                <a:lnTo>
                  <a:pt x="103124" y="27292"/>
                </a:lnTo>
                <a:lnTo>
                  <a:pt x="105410" y="23901"/>
                </a:lnTo>
                <a:lnTo>
                  <a:pt x="106172" y="22377"/>
                </a:lnTo>
                <a:lnTo>
                  <a:pt x="107162" y="19748"/>
                </a:lnTo>
                <a:lnTo>
                  <a:pt x="107683" y="16395"/>
                </a:lnTo>
                <a:lnTo>
                  <a:pt x="107238" y="11531"/>
                </a:lnTo>
                <a:lnTo>
                  <a:pt x="88696" y="0"/>
                </a:lnTo>
                <a:lnTo>
                  <a:pt x="86233" y="190"/>
                </a:lnTo>
                <a:lnTo>
                  <a:pt x="70662" y="15100"/>
                </a:lnTo>
                <a:lnTo>
                  <a:pt x="78206" y="15811"/>
                </a:lnTo>
                <a:lnTo>
                  <a:pt x="78676" y="13550"/>
                </a:lnTo>
                <a:lnTo>
                  <a:pt x="79438" y="11582"/>
                </a:lnTo>
                <a:lnTo>
                  <a:pt x="90957" y="6121"/>
                </a:lnTo>
                <a:lnTo>
                  <a:pt x="93091" y="6477"/>
                </a:lnTo>
                <a:lnTo>
                  <a:pt x="100037" y="17424"/>
                </a:lnTo>
                <a:lnTo>
                  <a:pt x="99517" y="20027"/>
                </a:lnTo>
                <a:lnTo>
                  <a:pt x="98780" y="21793"/>
                </a:lnTo>
                <a:lnTo>
                  <a:pt x="97028" y="24561"/>
                </a:lnTo>
                <a:lnTo>
                  <a:pt x="94754" y="27178"/>
                </a:lnTo>
                <a:lnTo>
                  <a:pt x="84429" y="35979"/>
                </a:lnTo>
                <a:lnTo>
                  <a:pt x="79159" y="40779"/>
                </a:lnTo>
                <a:lnTo>
                  <a:pt x="76644" y="43484"/>
                </a:lnTo>
                <a:lnTo>
                  <a:pt x="74269" y="46431"/>
                </a:lnTo>
                <a:lnTo>
                  <a:pt x="71678" y="50609"/>
                </a:lnTo>
                <a:lnTo>
                  <a:pt x="70345" y="53378"/>
                </a:lnTo>
                <a:lnTo>
                  <a:pt x="70345" y="58585"/>
                </a:lnTo>
                <a:lnTo>
                  <a:pt x="108585" y="58585"/>
                </a:lnTo>
                <a:lnTo>
                  <a:pt x="108585" y="52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1324" y="4590922"/>
            <a:ext cx="110489" cy="59055"/>
          </a:xfrm>
          <a:custGeom>
            <a:avLst/>
            <a:gdLst/>
            <a:ahLst/>
            <a:cxnLst/>
            <a:rect l="l" t="t" r="r" b="b"/>
            <a:pathLst>
              <a:path w="110489" h="59054">
                <a:moveTo>
                  <a:pt x="38963" y="19964"/>
                </a:moveTo>
                <a:lnTo>
                  <a:pt x="31534" y="3644"/>
                </a:lnTo>
                <a:lnTo>
                  <a:pt x="31534" y="19964"/>
                </a:lnTo>
                <a:lnTo>
                  <a:pt x="31470" y="38760"/>
                </a:lnTo>
                <a:lnTo>
                  <a:pt x="22237" y="52882"/>
                </a:lnTo>
                <a:lnTo>
                  <a:pt x="16637" y="52882"/>
                </a:lnTo>
                <a:lnTo>
                  <a:pt x="7708" y="40678"/>
                </a:lnTo>
                <a:lnTo>
                  <a:pt x="7543" y="39751"/>
                </a:lnTo>
                <a:lnTo>
                  <a:pt x="7416" y="38760"/>
                </a:lnTo>
                <a:lnTo>
                  <a:pt x="7416" y="19964"/>
                </a:lnTo>
                <a:lnTo>
                  <a:pt x="7594" y="18745"/>
                </a:lnTo>
                <a:lnTo>
                  <a:pt x="7721" y="18059"/>
                </a:lnTo>
                <a:lnTo>
                  <a:pt x="7823" y="17462"/>
                </a:lnTo>
                <a:lnTo>
                  <a:pt x="17119" y="5930"/>
                </a:lnTo>
                <a:lnTo>
                  <a:pt x="21996" y="5930"/>
                </a:lnTo>
                <a:lnTo>
                  <a:pt x="31330" y="18745"/>
                </a:lnTo>
                <a:lnTo>
                  <a:pt x="31381" y="19037"/>
                </a:lnTo>
                <a:lnTo>
                  <a:pt x="31534" y="19964"/>
                </a:lnTo>
                <a:lnTo>
                  <a:pt x="31534" y="3644"/>
                </a:lnTo>
                <a:lnTo>
                  <a:pt x="22847" y="0"/>
                </a:lnTo>
                <a:lnTo>
                  <a:pt x="16256" y="0"/>
                </a:lnTo>
                <a:lnTo>
                  <a:pt x="292" y="18059"/>
                </a:lnTo>
                <a:lnTo>
                  <a:pt x="165" y="18745"/>
                </a:lnTo>
                <a:lnTo>
                  <a:pt x="127" y="19037"/>
                </a:lnTo>
                <a:lnTo>
                  <a:pt x="0" y="19964"/>
                </a:lnTo>
                <a:lnTo>
                  <a:pt x="12" y="38760"/>
                </a:lnTo>
                <a:lnTo>
                  <a:pt x="16090" y="58953"/>
                </a:lnTo>
                <a:lnTo>
                  <a:pt x="22656" y="58953"/>
                </a:lnTo>
                <a:lnTo>
                  <a:pt x="38925" y="38760"/>
                </a:lnTo>
                <a:lnTo>
                  <a:pt x="38963" y="19964"/>
                </a:lnTo>
                <a:close/>
              </a:path>
              <a:path w="110489" h="59054">
                <a:moveTo>
                  <a:pt x="58458" y="49390"/>
                </a:moveTo>
                <a:lnTo>
                  <a:pt x="50482" y="49390"/>
                </a:lnTo>
                <a:lnTo>
                  <a:pt x="50482" y="58369"/>
                </a:lnTo>
                <a:lnTo>
                  <a:pt x="58458" y="58369"/>
                </a:lnTo>
                <a:lnTo>
                  <a:pt x="58458" y="49390"/>
                </a:lnTo>
                <a:close/>
              </a:path>
              <a:path w="110489" h="59054">
                <a:moveTo>
                  <a:pt x="110337" y="39471"/>
                </a:moveTo>
                <a:lnTo>
                  <a:pt x="102222" y="39471"/>
                </a:lnTo>
                <a:lnTo>
                  <a:pt x="102222" y="8966"/>
                </a:lnTo>
                <a:lnTo>
                  <a:pt x="102222" y="635"/>
                </a:lnTo>
                <a:lnTo>
                  <a:pt x="95250" y="635"/>
                </a:lnTo>
                <a:lnTo>
                  <a:pt x="95250" y="8966"/>
                </a:lnTo>
                <a:lnTo>
                  <a:pt x="95250" y="39471"/>
                </a:lnTo>
                <a:lnTo>
                  <a:pt x="74853" y="39471"/>
                </a:lnTo>
                <a:lnTo>
                  <a:pt x="75209" y="39065"/>
                </a:lnTo>
                <a:lnTo>
                  <a:pt x="75666" y="38468"/>
                </a:lnTo>
                <a:lnTo>
                  <a:pt x="76949" y="36715"/>
                </a:lnTo>
                <a:lnTo>
                  <a:pt x="77254" y="36271"/>
                </a:lnTo>
                <a:lnTo>
                  <a:pt x="77419" y="36080"/>
                </a:lnTo>
                <a:lnTo>
                  <a:pt x="92659" y="13639"/>
                </a:lnTo>
                <a:lnTo>
                  <a:pt x="95034" y="9448"/>
                </a:lnTo>
                <a:lnTo>
                  <a:pt x="95123" y="9258"/>
                </a:lnTo>
                <a:lnTo>
                  <a:pt x="95199" y="9131"/>
                </a:lnTo>
                <a:lnTo>
                  <a:pt x="95250" y="8966"/>
                </a:lnTo>
                <a:lnTo>
                  <a:pt x="95250" y="635"/>
                </a:lnTo>
                <a:lnTo>
                  <a:pt x="94488" y="635"/>
                </a:lnTo>
                <a:lnTo>
                  <a:pt x="68110" y="39471"/>
                </a:lnTo>
                <a:lnTo>
                  <a:pt x="68046" y="45288"/>
                </a:lnTo>
                <a:lnTo>
                  <a:pt x="95250" y="45288"/>
                </a:lnTo>
                <a:lnTo>
                  <a:pt x="95250" y="58369"/>
                </a:lnTo>
                <a:lnTo>
                  <a:pt x="102222" y="58369"/>
                </a:lnTo>
                <a:lnTo>
                  <a:pt x="102222" y="45288"/>
                </a:lnTo>
                <a:lnTo>
                  <a:pt x="110337" y="45288"/>
                </a:lnTo>
                <a:lnTo>
                  <a:pt x="110337" y="39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8342" y="4590920"/>
            <a:ext cx="108420" cy="589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85348" y="4590920"/>
            <a:ext cx="108770" cy="5894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724948" y="4590922"/>
            <a:ext cx="106680" cy="59055"/>
          </a:xfrm>
          <a:custGeom>
            <a:avLst/>
            <a:gdLst/>
            <a:ahLst/>
            <a:cxnLst/>
            <a:rect l="l" t="t" r="r" b="b"/>
            <a:pathLst>
              <a:path w="106679" h="59054">
                <a:moveTo>
                  <a:pt x="36195" y="52095"/>
                </a:moveTo>
                <a:lnTo>
                  <a:pt x="22123" y="52095"/>
                </a:lnTo>
                <a:lnTo>
                  <a:pt x="22123" y="635"/>
                </a:lnTo>
                <a:lnTo>
                  <a:pt x="15316" y="635"/>
                </a:lnTo>
                <a:lnTo>
                  <a:pt x="1689" y="10033"/>
                </a:lnTo>
                <a:lnTo>
                  <a:pt x="1689" y="16992"/>
                </a:lnTo>
                <a:lnTo>
                  <a:pt x="14719" y="7683"/>
                </a:lnTo>
                <a:lnTo>
                  <a:pt x="14719" y="52095"/>
                </a:lnTo>
                <a:lnTo>
                  <a:pt x="0" y="52095"/>
                </a:lnTo>
                <a:lnTo>
                  <a:pt x="0" y="58369"/>
                </a:lnTo>
                <a:lnTo>
                  <a:pt x="36195" y="58369"/>
                </a:lnTo>
                <a:lnTo>
                  <a:pt x="36195" y="52095"/>
                </a:lnTo>
                <a:close/>
              </a:path>
              <a:path w="106679" h="59054">
                <a:moveTo>
                  <a:pt x="55943" y="49390"/>
                </a:moveTo>
                <a:lnTo>
                  <a:pt x="47929" y="49390"/>
                </a:lnTo>
                <a:lnTo>
                  <a:pt x="47929" y="58369"/>
                </a:lnTo>
                <a:lnTo>
                  <a:pt x="55943" y="58369"/>
                </a:lnTo>
                <a:lnTo>
                  <a:pt x="55943" y="49390"/>
                </a:lnTo>
                <a:close/>
              </a:path>
              <a:path w="106679" h="59054">
                <a:moveTo>
                  <a:pt x="106400" y="19964"/>
                </a:moveTo>
                <a:lnTo>
                  <a:pt x="98958" y="3644"/>
                </a:lnTo>
                <a:lnTo>
                  <a:pt x="98958" y="19964"/>
                </a:lnTo>
                <a:lnTo>
                  <a:pt x="98907" y="38760"/>
                </a:lnTo>
                <a:lnTo>
                  <a:pt x="89674" y="52882"/>
                </a:lnTo>
                <a:lnTo>
                  <a:pt x="84074" y="52882"/>
                </a:lnTo>
                <a:lnTo>
                  <a:pt x="74841" y="38760"/>
                </a:lnTo>
                <a:lnTo>
                  <a:pt x="74841" y="19964"/>
                </a:lnTo>
                <a:lnTo>
                  <a:pt x="84772" y="5880"/>
                </a:lnTo>
                <a:lnTo>
                  <a:pt x="89255" y="5880"/>
                </a:lnTo>
                <a:lnTo>
                  <a:pt x="98958" y="19964"/>
                </a:lnTo>
                <a:lnTo>
                  <a:pt x="98958" y="3644"/>
                </a:lnTo>
                <a:lnTo>
                  <a:pt x="90297" y="0"/>
                </a:lnTo>
                <a:lnTo>
                  <a:pt x="83693" y="0"/>
                </a:lnTo>
                <a:lnTo>
                  <a:pt x="67424" y="19964"/>
                </a:lnTo>
                <a:lnTo>
                  <a:pt x="67437" y="38760"/>
                </a:lnTo>
                <a:lnTo>
                  <a:pt x="83527" y="58953"/>
                </a:lnTo>
                <a:lnTo>
                  <a:pt x="90081" y="58953"/>
                </a:lnTo>
                <a:lnTo>
                  <a:pt x="100901" y="52882"/>
                </a:lnTo>
                <a:lnTo>
                  <a:pt x="101092" y="52666"/>
                </a:lnTo>
                <a:lnTo>
                  <a:pt x="104063" y="47421"/>
                </a:lnTo>
                <a:lnTo>
                  <a:pt x="104724" y="45669"/>
                </a:lnTo>
                <a:lnTo>
                  <a:pt x="106375" y="38760"/>
                </a:lnTo>
                <a:lnTo>
                  <a:pt x="106400" y="19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3993" y="1891983"/>
            <a:ext cx="50800" cy="2480310"/>
          </a:xfrm>
          <a:custGeom>
            <a:avLst/>
            <a:gdLst/>
            <a:ahLst/>
            <a:cxnLst/>
            <a:rect l="l" t="t" r="r" b="b"/>
            <a:pathLst>
              <a:path w="50800" h="2480310">
                <a:moveTo>
                  <a:pt x="50340" y="2479845"/>
                </a:moveTo>
                <a:lnTo>
                  <a:pt x="50340" y="0"/>
                </a:lnTo>
              </a:path>
              <a:path w="50800" h="2480310">
                <a:moveTo>
                  <a:pt x="50340" y="2479845"/>
                </a:moveTo>
                <a:lnTo>
                  <a:pt x="0" y="2479845"/>
                </a:lnTo>
              </a:path>
              <a:path w="50800" h="2480310">
                <a:moveTo>
                  <a:pt x="50340" y="1653221"/>
                </a:moveTo>
                <a:lnTo>
                  <a:pt x="0" y="1653221"/>
                </a:lnTo>
              </a:path>
              <a:path w="50800" h="2480310">
                <a:moveTo>
                  <a:pt x="50340" y="826624"/>
                </a:moveTo>
                <a:lnTo>
                  <a:pt x="0" y="826624"/>
                </a:lnTo>
              </a:path>
              <a:path w="50800" h="2480310">
                <a:moveTo>
                  <a:pt x="50340" y="0"/>
                </a:moveTo>
                <a:lnTo>
                  <a:pt x="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422" y="4351780"/>
            <a:ext cx="58419" cy="40005"/>
          </a:xfrm>
          <a:custGeom>
            <a:avLst/>
            <a:gdLst/>
            <a:ahLst/>
            <a:cxnLst/>
            <a:rect l="l" t="t" r="r" b="b"/>
            <a:pathLst>
              <a:path w="58419" h="40004">
                <a:moveTo>
                  <a:pt x="37271" y="382"/>
                </a:moveTo>
                <a:lnTo>
                  <a:pt x="20785" y="382"/>
                </a:lnTo>
                <a:lnTo>
                  <a:pt x="26141" y="0"/>
                </a:lnTo>
                <a:lnTo>
                  <a:pt x="32107" y="0"/>
                </a:lnTo>
                <a:lnTo>
                  <a:pt x="37271" y="382"/>
                </a:lnTo>
                <a:close/>
              </a:path>
              <a:path w="58419" h="40004">
                <a:moveTo>
                  <a:pt x="35454" y="39852"/>
                </a:moveTo>
                <a:lnTo>
                  <a:pt x="22698" y="39852"/>
                </a:lnTo>
                <a:lnTo>
                  <a:pt x="21223" y="39715"/>
                </a:lnTo>
                <a:lnTo>
                  <a:pt x="0" y="24883"/>
                </a:lnTo>
                <a:lnTo>
                  <a:pt x="76" y="14831"/>
                </a:lnTo>
                <a:lnTo>
                  <a:pt x="236" y="14203"/>
                </a:lnTo>
                <a:lnTo>
                  <a:pt x="312" y="13903"/>
                </a:lnTo>
                <a:lnTo>
                  <a:pt x="382" y="13630"/>
                </a:lnTo>
                <a:lnTo>
                  <a:pt x="21223" y="382"/>
                </a:lnTo>
                <a:lnTo>
                  <a:pt x="36874" y="382"/>
                </a:lnTo>
                <a:lnTo>
                  <a:pt x="54184" y="7484"/>
                </a:lnTo>
                <a:lnTo>
                  <a:pt x="24493" y="7484"/>
                </a:lnTo>
                <a:lnTo>
                  <a:pt x="16158" y="8385"/>
                </a:lnTo>
                <a:lnTo>
                  <a:pt x="17255" y="8385"/>
                </a:lnTo>
                <a:lnTo>
                  <a:pt x="16006" y="8658"/>
                </a:lnTo>
                <a:lnTo>
                  <a:pt x="14048" y="9205"/>
                </a:lnTo>
                <a:lnTo>
                  <a:pt x="5763" y="22835"/>
                </a:lnTo>
                <a:lnTo>
                  <a:pt x="5917" y="23436"/>
                </a:lnTo>
                <a:lnTo>
                  <a:pt x="18737" y="31985"/>
                </a:lnTo>
                <a:lnTo>
                  <a:pt x="54925" y="31985"/>
                </a:lnTo>
                <a:lnTo>
                  <a:pt x="54301" y="32668"/>
                </a:lnTo>
                <a:lnTo>
                  <a:pt x="36902" y="39715"/>
                </a:lnTo>
                <a:lnTo>
                  <a:pt x="35454" y="39852"/>
                </a:lnTo>
                <a:close/>
              </a:path>
              <a:path w="58419" h="40004">
                <a:moveTo>
                  <a:pt x="54920" y="31985"/>
                </a:moveTo>
                <a:lnTo>
                  <a:pt x="39442" y="31985"/>
                </a:lnTo>
                <a:lnTo>
                  <a:pt x="40398" y="31821"/>
                </a:lnTo>
                <a:lnTo>
                  <a:pt x="42965" y="31247"/>
                </a:lnTo>
                <a:lnTo>
                  <a:pt x="52470" y="16880"/>
                </a:lnTo>
                <a:lnTo>
                  <a:pt x="52307" y="16279"/>
                </a:lnTo>
                <a:lnTo>
                  <a:pt x="52233" y="16088"/>
                </a:lnTo>
                <a:lnTo>
                  <a:pt x="52158" y="15897"/>
                </a:lnTo>
                <a:lnTo>
                  <a:pt x="52042" y="15596"/>
                </a:lnTo>
                <a:lnTo>
                  <a:pt x="51925" y="15296"/>
                </a:lnTo>
                <a:lnTo>
                  <a:pt x="51706" y="14831"/>
                </a:lnTo>
                <a:lnTo>
                  <a:pt x="40398" y="8385"/>
                </a:lnTo>
                <a:lnTo>
                  <a:pt x="40911" y="8385"/>
                </a:lnTo>
                <a:lnTo>
                  <a:pt x="34241" y="7484"/>
                </a:lnTo>
                <a:lnTo>
                  <a:pt x="54201" y="7484"/>
                </a:lnTo>
                <a:lnTo>
                  <a:pt x="55024" y="8385"/>
                </a:lnTo>
                <a:lnTo>
                  <a:pt x="56020" y="9696"/>
                </a:lnTo>
                <a:lnTo>
                  <a:pt x="56163" y="9969"/>
                </a:lnTo>
                <a:lnTo>
                  <a:pt x="56814" y="11062"/>
                </a:lnTo>
                <a:lnTo>
                  <a:pt x="58394" y="24883"/>
                </a:lnTo>
                <a:lnTo>
                  <a:pt x="57957" y="26440"/>
                </a:lnTo>
                <a:lnTo>
                  <a:pt x="55515" y="31247"/>
                </a:lnTo>
                <a:lnTo>
                  <a:pt x="54920" y="31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5422" y="3478502"/>
            <a:ext cx="58917" cy="1333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422" y="2628551"/>
            <a:ext cx="58399" cy="1769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5422" y="1801927"/>
            <a:ext cx="58890" cy="17699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089113" y="1963766"/>
            <a:ext cx="2690495" cy="2411095"/>
            <a:chOff x="1089113" y="1963766"/>
            <a:chExt cx="2690495" cy="2411095"/>
          </a:xfrm>
        </p:grpSpPr>
        <p:sp>
          <p:nvSpPr>
            <p:cNvPr id="18" name="object 18"/>
            <p:cNvSpPr/>
            <p:nvPr/>
          </p:nvSpPr>
          <p:spPr>
            <a:xfrm>
              <a:off x="1091735" y="1966388"/>
              <a:ext cx="134620" cy="2406015"/>
            </a:xfrm>
            <a:custGeom>
              <a:avLst/>
              <a:gdLst/>
              <a:ahLst/>
              <a:cxnLst/>
              <a:rect l="l" t="t" r="r" b="b"/>
              <a:pathLst>
                <a:path w="134619" h="2406015">
                  <a:moveTo>
                    <a:pt x="134251" y="2405440"/>
                  </a:moveTo>
                  <a:lnTo>
                    <a:pt x="0" y="2405440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240544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1735" y="1966388"/>
              <a:ext cx="134620" cy="2406015"/>
            </a:xfrm>
            <a:custGeom>
              <a:avLst/>
              <a:gdLst/>
              <a:ahLst/>
              <a:cxnLst/>
              <a:rect l="l" t="t" r="r" b="b"/>
              <a:pathLst>
                <a:path w="134619" h="2406015">
                  <a:moveTo>
                    <a:pt x="0" y="2405440"/>
                  </a:moveTo>
                  <a:lnTo>
                    <a:pt x="134251" y="2405440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2405440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6014" y="3424528"/>
              <a:ext cx="134620" cy="947419"/>
            </a:xfrm>
            <a:custGeom>
              <a:avLst/>
              <a:gdLst/>
              <a:ahLst/>
              <a:cxnLst/>
              <a:rect l="l" t="t" r="r" b="b"/>
              <a:pathLst>
                <a:path w="134619" h="947420">
                  <a:moveTo>
                    <a:pt x="134251" y="947300"/>
                  </a:moveTo>
                  <a:lnTo>
                    <a:pt x="0" y="947300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94730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6014" y="3424528"/>
              <a:ext cx="134620" cy="947419"/>
            </a:xfrm>
            <a:custGeom>
              <a:avLst/>
              <a:gdLst/>
              <a:ahLst/>
              <a:cxnLst/>
              <a:rect l="l" t="t" r="r" b="b"/>
              <a:pathLst>
                <a:path w="134619" h="947420">
                  <a:moveTo>
                    <a:pt x="0" y="947300"/>
                  </a:moveTo>
                  <a:lnTo>
                    <a:pt x="134251" y="947300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947300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0266" y="3616305"/>
              <a:ext cx="134620" cy="755650"/>
            </a:xfrm>
            <a:custGeom>
              <a:avLst/>
              <a:gdLst/>
              <a:ahLst/>
              <a:cxnLst/>
              <a:rect l="l" t="t" r="r" b="b"/>
              <a:pathLst>
                <a:path w="134619" h="755650">
                  <a:moveTo>
                    <a:pt x="134251" y="755524"/>
                  </a:moveTo>
                  <a:lnTo>
                    <a:pt x="0" y="755524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75552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60266" y="3616305"/>
              <a:ext cx="134620" cy="755650"/>
            </a:xfrm>
            <a:custGeom>
              <a:avLst/>
              <a:gdLst/>
              <a:ahLst/>
              <a:cxnLst/>
              <a:rect l="l" t="t" r="r" b="b"/>
              <a:pathLst>
                <a:path w="134619" h="755650">
                  <a:moveTo>
                    <a:pt x="0" y="755524"/>
                  </a:moveTo>
                  <a:lnTo>
                    <a:pt x="134251" y="755524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755524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94517" y="3707235"/>
              <a:ext cx="134620" cy="664845"/>
            </a:xfrm>
            <a:custGeom>
              <a:avLst/>
              <a:gdLst/>
              <a:ahLst/>
              <a:cxnLst/>
              <a:rect l="l" t="t" r="r" b="b"/>
              <a:pathLst>
                <a:path w="134619" h="664845">
                  <a:moveTo>
                    <a:pt x="134251" y="664593"/>
                  </a:moveTo>
                  <a:lnTo>
                    <a:pt x="0" y="664593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6459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94517" y="3707235"/>
              <a:ext cx="134620" cy="664845"/>
            </a:xfrm>
            <a:custGeom>
              <a:avLst/>
              <a:gdLst/>
              <a:ahLst/>
              <a:cxnLst/>
              <a:rect l="l" t="t" r="r" b="b"/>
              <a:pathLst>
                <a:path w="134619" h="664845">
                  <a:moveTo>
                    <a:pt x="0" y="664593"/>
                  </a:moveTo>
                  <a:lnTo>
                    <a:pt x="134251" y="664593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64593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28769" y="3710540"/>
              <a:ext cx="134620" cy="661670"/>
            </a:xfrm>
            <a:custGeom>
              <a:avLst/>
              <a:gdLst/>
              <a:ahLst/>
              <a:cxnLst/>
              <a:rect l="l" t="t" r="r" b="b"/>
              <a:pathLst>
                <a:path w="134619" h="661670">
                  <a:moveTo>
                    <a:pt x="134251" y="661288"/>
                  </a:moveTo>
                  <a:lnTo>
                    <a:pt x="0" y="661288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6128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28769" y="3710540"/>
              <a:ext cx="134620" cy="661670"/>
            </a:xfrm>
            <a:custGeom>
              <a:avLst/>
              <a:gdLst/>
              <a:ahLst/>
              <a:cxnLst/>
              <a:rect l="l" t="t" r="r" b="b"/>
              <a:pathLst>
                <a:path w="134619" h="661670">
                  <a:moveTo>
                    <a:pt x="0" y="661288"/>
                  </a:moveTo>
                  <a:lnTo>
                    <a:pt x="134251" y="661288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61288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3021" y="3756839"/>
              <a:ext cx="134620" cy="615315"/>
            </a:xfrm>
            <a:custGeom>
              <a:avLst/>
              <a:gdLst/>
              <a:ahLst/>
              <a:cxnLst/>
              <a:rect l="l" t="t" r="r" b="b"/>
              <a:pathLst>
                <a:path w="134619" h="615314">
                  <a:moveTo>
                    <a:pt x="134251" y="614990"/>
                  </a:moveTo>
                  <a:lnTo>
                    <a:pt x="0" y="614990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1499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3021" y="3756839"/>
              <a:ext cx="134620" cy="615315"/>
            </a:xfrm>
            <a:custGeom>
              <a:avLst/>
              <a:gdLst/>
              <a:ahLst/>
              <a:cxnLst/>
              <a:rect l="l" t="t" r="r" b="b"/>
              <a:pathLst>
                <a:path w="134619" h="615314">
                  <a:moveTo>
                    <a:pt x="0" y="614990"/>
                  </a:moveTo>
                  <a:lnTo>
                    <a:pt x="134251" y="614990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14990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97300" y="3839493"/>
              <a:ext cx="134620" cy="532765"/>
            </a:xfrm>
            <a:custGeom>
              <a:avLst/>
              <a:gdLst/>
              <a:ahLst/>
              <a:cxnLst/>
              <a:rect l="l" t="t" r="r" b="b"/>
              <a:pathLst>
                <a:path w="134619" h="532764">
                  <a:moveTo>
                    <a:pt x="134251" y="532335"/>
                  </a:moveTo>
                  <a:lnTo>
                    <a:pt x="0" y="532335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3233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97300" y="3839493"/>
              <a:ext cx="134620" cy="532765"/>
            </a:xfrm>
            <a:custGeom>
              <a:avLst/>
              <a:gdLst/>
              <a:ahLst/>
              <a:cxnLst/>
              <a:rect l="l" t="t" r="r" b="b"/>
              <a:pathLst>
                <a:path w="134619" h="532764">
                  <a:moveTo>
                    <a:pt x="0" y="532335"/>
                  </a:moveTo>
                  <a:lnTo>
                    <a:pt x="134251" y="532335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32335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31551" y="3796500"/>
              <a:ext cx="134620" cy="575945"/>
            </a:xfrm>
            <a:custGeom>
              <a:avLst/>
              <a:gdLst/>
              <a:ahLst/>
              <a:cxnLst/>
              <a:rect l="l" t="t" r="r" b="b"/>
              <a:pathLst>
                <a:path w="134619" h="575945">
                  <a:moveTo>
                    <a:pt x="134251" y="575329"/>
                  </a:moveTo>
                  <a:lnTo>
                    <a:pt x="0" y="575329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7532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31551" y="3796500"/>
              <a:ext cx="134620" cy="575945"/>
            </a:xfrm>
            <a:custGeom>
              <a:avLst/>
              <a:gdLst/>
              <a:ahLst/>
              <a:cxnLst/>
              <a:rect l="l" t="t" r="r" b="b"/>
              <a:pathLst>
                <a:path w="134619" h="575945">
                  <a:moveTo>
                    <a:pt x="0" y="575329"/>
                  </a:moveTo>
                  <a:lnTo>
                    <a:pt x="134251" y="575329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75329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5803" y="3789889"/>
              <a:ext cx="134620" cy="582295"/>
            </a:xfrm>
            <a:custGeom>
              <a:avLst/>
              <a:gdLst/>
              <a:ahLst/>
              <a:cxnLst/>
              <a:rect l="l" t="t" r="r" b="b"/>
              <a:pathLst>
                <a:path w="134619" h="582295">
                  <a:moveTo>
                    <a:pt x="134251" y="581939"/>
                  </a:moveTo>
                  <a:lnTo>
                    <a:pt x="0" y="581939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8193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5803" y="3789889"/>
              <a:ext cx="134620" cy="582295"/>
            </a:xfrm>
            <a:custGeom>
              <a:avLst/>
              <a:gdLst/>
              <a:ahLst/>
              <a:cxnLst/>
              <a:rect l="l" t="t" r="r" b="b"/>
              <a:pathLst>
                <a:path w="134619" h="582295">
                  <a:moveTo>
                    <a:pt x="0" y="581939"/>
                  </a:moveTo>
                  <a:lnTo>
                    <a:pt x="134251" y="581939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81939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00055" y="3806415"/>
              <a:ext cx="134620" cy="565785"/>
            </a:xfrm>
            <a:custGeom>
              <a:avLst/>
              <a:gdLst/>
              <a:ahLst/>
              <a:cxnLst/>
              <a:rect l="l" t="t" r="r" b="b"/>
              <a:pathLst>
                <a:path w="134619" h="565785">
                  <a:moveTo>
                    <a:pt x="134251" y="565413"/>
                  </a:moveTo>
                  <a:lnTo>
                    <a:pt x="0" y="565413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6541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00055" y="3806415"/>
              <a:ext cx="134620" cy="565785"/>
            </a:xfrm>
            <a:custGeom>
              <a:avLst/>
              <a:gdLst/>
              <a:ahLst/>
              <a:cxnLst/>
              <a:rect l="l" t="t" r="r" b="b"/>
              <a:pathLst>
                <a:path w="134619" h="565785">
                  <a:moveTo>
                    <a:pt x="0" y="565413"/>
                  </a:moveTo>
                  <a:lnTo>
                    <a:pt x="134251" y="565413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65413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34306" y="3859323"/>
              <a:ext cx="134620" cy="513080"/>
            </a:xfrm>
            <a:custGeom>
              <a:avLst/>
              <a:gdLst/>
              <a:ahLst/>
              <a:cxnLst/>
              <a:rect l="l" t="t" r="r" b="b"/>
              <a:pathLst>
                <a:path w="134619" h="513079">
                  <a:moveTo>
                    <a:pt x="134251" y="512505"/>
                  </a:moveTo>
                  <a:lnTo>
                    <a:pt x="0" y="512505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1250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34306" y="3859323"/>
              <a:ext cx="134620" cy="513080"/>
            </a:xfrm>
            <a:custGeom>
              <a:avLst/>
              <a:gdLst/>
              <a:ahLst/>
              <a:cxnLst/>
              <a:rect l="l" t="t" r="r" b="b"/>
              <a:pathLst>
                <a:path w="134619" h="513079">
                  <a:moveTo>
                    <a:pt x="0" y="512505"/>
                  </a:moveTo>
                  <a:lnTo>
                    <a:pt x="134251" y="512505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12505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68585" y="3870905"/>
              <a:ext cx="134620" cy="501015"/>
            </a:xfrm>
            <a:custGeom>
              <a:avLst/>
              <a:gdLst/>
              <a:ahLst/>
              <a:cxnLst/>
              <a:rect l="l" t="t" r="r" b="b"/>
              <a:pathLst>
                <a:path w="134619" h="501014">
                  <a:moveTo>
                    <a:pt x="134251" y="500924"/>
                  </a:moveTo>
                  <a:lnTo>
                    <a:pt x="0" y="500924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0092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68585" y="3870905"/>
              <a:ext cx="134620" cy="501015"/>
            </a:xfrm>
            <a:custGeom>
              <a:avLst/>
              <a:gdLst/>
              <a:ahLst/>
              <a:cxnLst/>
              <a:rect l="l" t="t" r="r" b="b"/>
              <a:pathLst>
                <a:path w="134619" h="501014">
                  <a:moveTo>
                    <a:pt x="0" y="500924"/>
                  </a:moveTo>
                  <a:lnTo>
                    <a:pt x="134251" y="500924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00924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02837" y="3816357"/>
              <a:ext cx="134620" cy="555625"/>
            </a:xfrm>
            <a:custGeom>
              <a:avLst/>
              <a:gdLst/>
              <a:ahLst/>
              <a:cxnLst/>
              <a:rect l="l" t="t" r="r" b="b"/>
              <a:pathLst>
                <a:path w="134619" h="555625">
                  <a:moveTo>
                    <a:pt x="134251" y="555471"/>
                  </a:moveTo>
                  <a:lnTo>
                    <a:pt x="0" y="555471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5547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02837" y="3816357"/>
              <a:ext cx="134620" cy="555625"/>
            </a:xfrm>
            <a:custGeom>
              <a:avLst/>
              <a:gdLst/>
              <a:ahLst/>
              <a:cxnLst/>
              <a:rect l="l" t="t" r="r" b="b"/>
              <a:pathLst>
                <a:path w="134619" h="555625">
                  <a:moveTo>
                    <a:pt x="0" y="555471"/>
                  </a:moveTo>
                  <a:lnTo>
                    <a:pt x="134251" y="555471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55471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37089" y="3864294"/>
              <a:ext cx="134620" cy="508000"/>
            </a:xfrm>
            <a:custGeom>
              <a:avLst/>
              <a:gdLst/>
              <a:ahLst/>
              <a:cxnLst/>
              <a:rect l="l" t="t" r="r" b="b"/>
              <a:pathLst>
                <a:path w="134619" h="508000">
                  <a:moveTo>
                    <a:pt x="134251" y="507534"/>
                  </a:moveTo>
                  <a:lnTo>
                    <a:pt x="0" y="507534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07534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37089" y="3864294"/>
              <a:ext cx="134620" cy="508000"/>
            </a:xfrm>
            <a:custGeom>
              <a:avLst/>
              <a:gdLst/>
              <a:ahLst/>
              <a:cxnLst/>
              <a:rect l="l" t="t" r="r" b="b"/>
              <a:pathLst>
                <a:path w="134619" h="508000">
                  <a:moveTo>
                    <a:pt x="0" y="507534"/>
                  </a:moveTo>
                  <a:lnTo>
                    <a:pt x="134251" y="507534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07534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1340" y="3781640"/>
              <a:ext cx="134620" cy="590550"/>
            </a:xfrm>
            <a:custGeom>
              <a:avLst/>
              <a:gdLst/>
              <a:ahLst/>
              <a:cxnLst/>
              <a:rect l="l" t="t" r="r" b="b"/>
              <a:pathLst>
                <a:path w="134619" h="590550">
                  <a:moveTo>
                    <a:pt x="134251" y="590188"/>
                  </a:moveTo>
                  <a:lnTo>
                    <a:pt x="0" y="590188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59018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1340" y="3781640"/>
              <a:ext cx="134620" cy="590550"/>
            </a:xfrm>
            <a:custGeom>
              <a:avLst/>
              <a:gdLst/>
              <a:ahLst/>
              <a:cxnLst/>
              <a:rect l="l" t="t" r="r" b="b"/>
              <a:pathLst>
                <a:path w="134619" h="590550">
                  <a:moveTo>
                    <a:pt x="0" y="590188"/>
                  </a:moveTo>
                  <a:lnTo>
                    <a:pt x="134251" y="590188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590188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05592" y="3727066"/>
              <a:ext cx="134620" cy="645160"/>
            </a:xfrm>
            <a:custGeom>
              <a:avLst/>
              <a:gdLst/>
              <a:ahLst/>
              <a:cxnLst/>
              <a:rect l="l" t="t" r="r" b="b"/>
              <a:pathLst>
                <a:path w="134619" h="645160">
                  <a:moveTo>
                    <a:pt x="134251" y="644763"/>
                  </a:moveTo>
                  <a:lnTo>
                    <a:pt x="0" y="644763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4476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05592" y="3727066"/>
              <a:ext cx="134620" cy="645160"/>
            </a:xfrm>
            <a:custGeom>
              <a:avLst/>
              <a:gdLst/>
              <a:ahLst/>
              <a:cxnLst/>
              <a:rect l="l" t="t" r="r" b="b"/>
              <a:pathLst>
                <a:path w="134619" h="645160">
                  <a:moveTo>
                    <a:pt x="0" y="644763"/>
                  </a:moveTo>
                  <a:lnTo>
                    <a:pt x="134251" y="644763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44763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39871" y="3703930"/>
              <a:ext cx="134620" cy="668020"/>
            </a:xfrm>
            <a:custGeom>
              <a:avLst/>
              <a:gdLst/>
              <a:ahLst/>
              <a:cxnLst/>
              <a:rect l="l" t="t" r="r" b="b"/>
              <a:pathLst>
                <a:path w="134620" h="668020">
                  <a:moveTo>
                    <a:pt x="134251" y="667898"/>
                  </a:moveTo>
                  <a:lnTo>
                    <a:pt x="0" y="667898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66789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39871" y="3703930"/>
              <a:ext cx="134620" cy="668020"/>
            </a:xfrm>
            <a:custGeom>
              <a:avLst/>
              <a:gdLst/>
              <a:ahLst/>
              <a:cxnLst/>
              <a:rect l="l" t="t" r="r" b="b"/>
              <a:pathLst>
                <a:path w="134620" h="668020">
                  <a:moveTo>
                    <a:pt x="0" y="667898"/>
                  </a:moveTo>
                  <a:lnTo>
                    <a:pt x="134251" y="667898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667898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74123" y="3530345"/>
              <a:ext cx="134620" cy="842010"/>
            </a:xfrm>
            <a:custGeom>
              <a:avLst/>
              <a:gdLst/>
              <a:ahLst/>
              <a:cxnLst/>
              <a:rect l="l" t="t" r="r" b="b"/>
              <a:pathLst>
                <a:path w="134620" h="842010">
                  <a:moveTo>
                    <a:pt x="134251" y="841483"/>
                  </a:moveTo>
                  <a:lnTo>
                    <a:pt x="0" y="841483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84148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74123" y="3530345"/>
              <a:ext cx="134620" cy="842010"/>
            </a:xfrm>
            <a:custGeom>
              <a:avLst/>
              <a:gdLst/>
              <a:ahLst/>
              <a:cxnLst/>
              <a:rect l="l" t="t" r="r" b="b"/>
              <a:pathLst>
                <a:path w="134620" h="842010">
                  <a:moveTo>
                    <a:pt x="0" y="841483"/>
                  </a:moveTo>
                  <a:lnTo>
                    <a:pt x="134251" y="841483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841483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08374" y="3363371"/>
              <a:ext cx="134620" cy="1009015"/>
            </a:xfrm>
            <a:custGeom>
              <a:avLst/>
              <a:gdLst/>
              <a:ahLst/>
              <a:cxnLst/>
              <a:rect l="l" t="t" r="r" b="b"/>
              <a:pathLst>
                <a:path w="134620" h="1009014">
                  <a:moveTo>
                    <a:pt x="134251" y="1008458"/>
                  </a:moveTo>
                  <a:lnTo>
                    <a:pt x="0" y="1008458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100845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08374" y="3363371"/>
              <a:ext cx="134620" cy="1009015"/>
            </a:xfrm>
            <a:custGeom>
              <a:avLst/>
              <a:gdLst/>
              <a:ahLst/>
              <a:cxnLst/>
              <a:rect l="l" t="t" r="r" b="b"/>
              <a:pathLst>
                <a:path w="134620" h="1009014">
                  <a:moveTo>
                    <a:pt x="0" y="1008458"/>
                  </a:moveTo>
                  <a:lnTo>
                    <a:pt x="134251" y="1008458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1008458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42626" y="1972998"/>
              <a:ext cx="134620" cy="2399030"/>
            </a:xfrm>
            <a:custGeom>
              <a:avLst/>
              <a:gdLst/>
              <a:ahLst/>
              <a:cxnLst/>
              <a:rect l="l" t="t" r="r" b="b"/>
              <a:pathLst>
                <a:path w="134620" h="2399029">
                  <a:moveTo>
                    <a:pt x="134251" y="2398830"/>
                  </a:moveTo>
                  <a:lnTo>
                    <a:pt x="0" y="2398830"/>
                  </a:lnTo>
                  <a:lnTo>
                    <a:pt x="0" y="0"/>
                  </a:lnTo>
                  <a:lnTo>
                    <a:pt x="134251" y="0"/>
                  </a:lnTo>
                  <a:lnTo>
                    <a:pt x="134251" y="239883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42626" y="1972998"/>
              <a:ext cx="134620" cy="2399030"/>
            </a:xfrm>
            <a:custGeom>
              <a:avLst/>
              <a:gdLst/>
              <a:ahLst/>
              <a:cxnLst/>
              <a:rect l="l" t="t" r="r" b="b"/>
              <a:pathLst>
                <a:path w="134620" h="2399029">
                  <a:moveTo>
                    <a:pt x="0" y="2398830"/>
                  </a:moveTo>
                  <a:lnTo>
                    <a:pt x="134251" y="2398830"/>
                  </a:lnTo>
                  <a:lnTo>
                    <a:pt x="134251" y="0"/>
                  </a:lnTo>
                  <a:lnTo>
                    <a:pt x="0" y="0"/>
                  </a:lnTo>
                  <a:lnTo>
                    <a:pt x="0" y="2398830"/>
                  </a:lnTo>
                  <a:close/>
                </a:path>
              </a:pathLst>
            </a:custGeom>
            <a:ln w="5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80080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75" dirty="0"/>
              <a:t>Question </a:t>
            </a:r>
            <a:r>
              <a:rPr spc="-50" dirty="0"/>
              <a:t>5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8800" y="842644"/>
            <a:ext cx="691578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Trebuchet MS"/>
                <a:cs typeface="Trebuchet MS"/>
              </a:rPr>
              <a:t>Consider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again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variable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interest </a:t>
            </a:r>
            <a:r>
              <a:rPr sz="1450" dirty="0">
                <a:latin typeface="Trebuchet MS"/>
                <a:cs typeface="Trebuchet MS"/>
              </a:rPr>
              <a:t>has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following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-10" dirty="0">
                <a:latin typeface="Trebuchet MS"/>
                <a:cs typeface="Trebuchet MS"/>
              </a:rPr>
              <a:t> distribution.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8800" y="5127309"/>
            <a:ext cx="7470775" cy="69469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250"/>
              </a:spcBef>
            </a:pPr>
            <a:r>
              <a:rPr sz="1450" dirty="0">
                <a:latin typeface="Trebuchet MS"/>
                <a:cs typeface="Trebuchet MS"/>
              </a:rPr>
              <a:t>If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10" dirty="0">
                <a:latin typeface="Trebuchet MS"/>
                <a:cs typeface="Trebuchet MS"/>
              </a:rPr>
              <a:t> repeatedly </a:t>
            </a:r>
            <a:r>
              <a:rPr sz="1450" spc="-20" dirty="0">
                <a:latin typeface="Trebuchet MS"/>
                <a:cs typeface="Trebuchet MS"/>
              </a:rPr>
              <a:t>take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simple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size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500" i="1" dirty="0">
                <a:latin typeface="Arial"/>
                <a:cs typeface="Arial"/>
              </a:rPr>
              <a:t>n</a:t>
            </a:r>
            <a:r>
              <a:rPr sz="1500" i="1" spc="35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20" dirty="0">
                <a:latin typeface="Lucida Sans"/>
                <a:cs typeface="Lucida Sans"/>
              </a:rPr>
              <a:t> </a:t>
            </a:r>
            <a:r>
              <a:rPr sz="1500" spc="-229" dirty="0">
                <a:latin typeface="Lucida Sans"/>
                <a:cs typeface="Lucida Sans"/>
              </a:rPr>
              <a:t>100</a:t>
            </a:r>
            <a:r>
              <a:rPr sz="1500" spc="-45" dirty="0">
                <a:latin typeface="Lucida Sans"/>
                <a:cs typeface="Lucida San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and </a:t>
            </a:r>
            <a:r>
              <a:rPr sz="1450" dirty="0">
                <a:latin typeface="Trebuchet MS"/>
                <a:cs typeface="Trebuchet MS"/>
              </a:rPr>
              <a:t>compute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sample</a:t>
            </a:r>
            <a:r>
              <a:rPr sz="1450" b="1" spc="-55" dirty="0">
                <a:latin typeface="Gill Sans MT"/>
                <a:cs typeface="Gill Sans MT"/>
              </a:rPr>
              <a:t> mean</a:t>
            </a:r>
            <a:r>
              <a:rPr sz="1450" b="1" spc="-20" dirty="0">
                <a:latin typeface="Gill Sans MT"/>
                <a:cs typeface="Gill Sans MT"/>
              </a:rPr>
              <a:t> </a:t>
            </a:r>
            <a:r>
              <a:rPr sz="1450" dirty="0">
                <a:latin typeface="Trebuchet MS"/>
                <a:cs typeface="Trebuchet MS"/>
              </a:rPr>
              <a:t>each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60" dirty="0">
                <a:latin typeface="Trebuchet MS"/>
                <a:cs typeface="Trebuchet MS"/>
              </a:rPr>
              <a:t>time,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will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b="1" spc="-10" dirty="0">
                <a:latin typeface="Gill Sans MT"/>
                <a:cs typeface="Gill Sans MT"/>
              </a:rPr>
              <a:t>distribution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dirty="0">
                <a:latin typeface="Gill Sans MT"/>
                <a:cs typeface="Gill Sans MT"/>
              </a:rPr>
              <a:t>of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the</a:t>
            </a:r>
            <a:r>
              <a:rPr sz="1450" b="1" spc="-60" dirty="0">
                <a:latin typeface="Gill Sans MT"/>
                <a:cs typeface="Gill Sans MT"/>
              </a:rPr>
              <a:t> </a:t>
            </a:r>
            <a:r>
              <a:rPr sz="1450" b="1" spc="-20" dirty="0">
                <a:latin typeface="Gill Sans MT"/>
                <a:cs typeface="Gill Sans MT"/>
              </a:rPr>
              <a:t>sample</a:t>
            </a:r>
            <a:r>
              <a:rPr sz="1450" b="1" spc="-55" dirty="0">
                <a:latin typeface="Gill Sans MT"/>
                <a:cs typeface="Gill Sans MT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means</a:t>
            </a:r>
            <a:r>
              <a:rPr sz="1450" b="1" spc="-20" dirty="0">
                <a:latin typeface="Gill Sans MT"/>
                <a:cs typeface="Gill Sans MT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look </a:t>
            </a:r>
            <a:r>
              <a:rPr sz="1450" spc="-10" dirty="0">
                <a:latin typeface="Trebuchet MS"/>
                <a:cs typeface="Trebuchet MS"/>
              </a:rPr>
              <a:t>like?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915123" y="2660335"/>
            <a:ext cx="796290" cy="629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dirty="0">
                <a:latin typeface="Arial"/>
                <a:cs typeface="Arial"/>
              </a:rPr>
              <a:t>μ</a:t>
            </a:r>
            <a:r>
              <a:rPr sz="1500" i="1" spc="-5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55" dirty="0">
                <a:latin typeface="Lucida Sans"/>
                <a:cs typeface="Lucida Sans"/>
              </a:rPr>
              <a:t> </a:t>
            </a:r>
            <a:r>
              <a:rPr sz="1500" spc="-145" dirty="0">
                <a:latin typeface="Lucida Sans"/>
                <a:cs typeface="Lucida Sans"/>
              </a:rPr>
              <a:t>0.496</a:t>
            </a:r>
            <a:endParaRPr sz="1500">
              <a:latin typeface="Lucida Sans"/>
              <a:cs typeface="Lucida Sans"/>
            </a:endParaRPr>
          </a:p>
          <a:p>
            <a:pPr marL="15240">
              <a:lnSpc>
                <a:spcPct val="100000"/>
              </a:lnSpc>
              <a:spcBef>
                <a:spcPts val="1125"/>
              </a:spcBef>
            </a:pPr>
            <a:r>
              <a:rPr sz="1500" i="1" spc="-90" dirty="0">
                <a:latin typeface="Arial"/>
                <a:cs typeface="Arial"/>
              </a:rPr>
              <a:t>σ</a:t>
            </a:r>
            <a:r>
              <a:rPr sz="1500" i="1" spc="-20" dirty="0">
                <a:latin typeface="Arial"/>
                <a:cs typeface="Arial"/>
              </a:rPr>
              <a:t> </a:t>
            </a:r>
            <a:r>
              <a:rPr sz="1500" spc="-60" dirty="0">
                <a:latin typeface="Lucida Sans"/>
                <a:cs typeface="Lucida Sans"/>
              </a:rPr>
              <a:t>=</a:t>
            </a:r>
            <a:r>
              <a:rPr sz="1500" spc="-75" dirty="0">
                <a:latin typeface="Lucida Sans"/>
                <a:cs typeface="Lucida Sans"/>
              </a:rPr>
              <a:t> </a:t>
            </a:r>
            <a:r>
              <a:rPr sz="1500" spc="-140" dirty="0">
                <a:latin typeface="Lucida Sans"/>
                <a:cs typeface="Lucida Sans"/>
              </a:rPr>
              <a:t>0.355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47099" y="6221221"/>
            <a:ext cx="74930" cy="1574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spc="-50" dirty="0">
                <a:latin typeface="Trebuchet MS"/>
                <a:cs typeface="Trebuchet MS"/>
              </a:rPr>
              <a:t>3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800" y="465608"/>
            <a:ext cx="7259229" cy="22975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49332" y="6221221"/>
            <a:ext cx="321945" cy="1574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spc="-60" dirty="0">
                <a:latin typeface="Trebuchet MS"/>
                <a:cs typeface="Trebuchet MS"/>
              </a:rPr>
              <a:t>35</a:t>
            </a:r>
            <a:r>
              <a:rPr sz="850" spc="-55" dirty="0">
                <a:latin typeface="Trebuchet MS"/>
                <a:cs typeface="Trebuchet MS"/>
              </a:rPr>
              <a:t> </a:t>
            </a:r>
            <a:r>
              <a:rPr sz="850" spc="-50" dirty="0">
                <a:latin typeface="Trebuchet MS"/>
                <a:cs typeface="Trebuchet MS"/>
              </a:rPr>
              <a:t>/</a:t>
            </a:r>
            <a:r>
              <a:rPr sz="850" spc="-55" dirty="0">
                <a:latin typeface="Trebuchet MS"/>
                <a:cs typeface="Trebuchet MS"/>
              </a:rPr>
              <a:t> </a:t>
            </a:r>
            <a:r>
              <a:rPr sz="850" spc="-50" dirty="0">
                <a:latin typeface="Trebuchet MS"/>
                <a:cs typeface="Trebuchet MS"/>
              </a:rPr>
              <a:t>37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92145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65" dirty="0"/>
              <a:t>Question </a:t>
            </a:r>
            <a:r>
              <a:rPr spc="-1085" dirty="0"/>
              <a:t>6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45164" y="6228353"/>
            <a:ext cx="74930" cy="157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spc="-50" dirty="0">
                <a:latin typeface="Trebuchet MS"/>
                <a:cs typeface="Trebuchet MS"/>
              </a:rPr>
              <a:t>3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842644"/>
            <a:ext cx="7411720" cy="21120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just">
              <a:lnSpc>
                <a:spcPts val="1730"/>
              </a:lnSpc>
              <a:spcBef>
                <a:spcPts val="155"/>
              </a:spcBef>
            </a:pP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Institutional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Research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30" dirty="0">
                <a:latin typeface="Trebuchet MS"/>
                <a:cs typeface="Trebuchet MS"/>
              </a:rPr>
              <a:t>office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at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University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Oregon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reports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55" dirty="0">
                <a:latin typeface="Trebuchet MS"/>
                <a:cs typeface="Trebuchet MS"/>
              </a:rPr>
              <a:t>that,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550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doctoral </a:t>
            </a:r>
            <a:r>
              <a:rPr sz="1450" dirty="0">
                <a:latin typeface="Trebuchet MS"/>
                <a:cs typeface="Trebuchet MS"/>
              </a:rPr>
              <a:t>admits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45" dirty="0">
                <a:latin typeface="Trebuchet MS"/>
                <a:cs typeface="Trebuchet MS"/>
              </a:rPr>
              <a:t>Fall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80" dirty="0">
                <a:latin typeface="Trebuchet MS"/>
                <a:cs typeface="Trebuchet MS"/>
              </a:rPr>
              <a:t>2018,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GRE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Quantitative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was</a:t>
            </a:r>
            <a:r>
              <a:rPr sz="1450" spc="-20" dirty="0">
                <a:latin typeface="Trebuchet MS"/>
                <a:cs typeface="Trebuchet MS"/>
              </a:rPr>
              <a:t> 700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deviation </a:t>
            </a:r>
            <a:r>
              <a:rPr sz="1450" dirty="0">
                <a:latin typeface="Trebuchet MS"/>
                <a:cs typeface="Trebuchet MS"/>
              </a:rPr>
              <a:t>was</a:t>
            </a:r>
            <a:r>
              <a:rPr sz="1450" spc="-45" dirty="0">
                <a:latin typeface="Trebuchet MS"/>
                <a:cs typeface="Trebuchet MS"/>
              </a:rPr>
              <a:t> </a:t>
            </a:r>
            <a:r>
              <a:rPr sz="1450" b="1" spc="-25" dirty="0">
                <a:latin typeface="Gill Sans MT"/>
                <a:cs typeface="Gill Sans MT"/>
              </a:rPr>
              <a:t>50</a:t>
            </a:r>
            <a:r>
              <a:rPr sz="1450" spc="-25" dirty="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 marR="207645">
              <a:lnSpc>
                <a:spcPts val="1730"/>
              </a:lnSpc>
              <a:spcBef>
                <a:spcPts val="1410"/>
              </a:spcBef>
            </a:pP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have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full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list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these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550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students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take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simple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random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1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25 </a:t>
            </a:r>
            <a:r>
              <a:rPr sz="1450" dirty="0">
                <a:latin typeface="Trebuchet MS"/>
                <a:cs typeface="Trebuchet MS"/>
              </a:rPr>
              <a:t>students.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45" dirty="0">
                <a:latin typeface="Trebuchet MS"/>
                <a:cs typeface="Trebuchet MS"/>
              </a:rPr>
              <a:t>Then,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compute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GRE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Quant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score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these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25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students.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450" b="1" spc="-10" dirty="0">
                <a:latin typeface="Gill Sans MT"/>
                <a:cs typeface="Gill Sans MT"/>
              </a:rPr>
              <a:t>Question: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probability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for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these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50" dirty="0">
                <a:latin typeface="Trebuchet MS"/>
                <a:cs typeface="Trebuchet MS"/>
              </a:rPr>
              <a:t>25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exceeds</a:t>
            </a:r>
            <a:r>
              <a:rPr sz="1450" spc="-30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730?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22257"/>
            <a:ext cx="3162300" cy="463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2735" dirty="0">
                <a:latin typeface="Segoe UI Symbol"/>
                <a:cs typeface="Segoe UI Symbol"/>
              </a:rPr>
              <a:t>🧩</a:t>
            </a:r>
            <a:r>
              <a:rPr sz="2850" spc="-155" dirty="0">
                <a:latin typeface="Segoe UI Symbol"/>
                <a:cs typeface="Segoe UI Symbol"/>
              </a:rPr>
              <a:t> </a:t>
            </a:r>
            <a:r>
              <a:rPr spc="-150" dirty="0"/>
              <a:t>Practice</a:t>
            </a:r>
            <a:r>
              <a:rPr spc="-160" dirty="0"/>
              <a:t> </a:t>
            </a:r>
            <a:r>
              <a:rPr spc="-95" dirty="0"/>
              <a:t>Question </a:t>
            </a:r>
            <a:r>
              <a:rPr spc="-350" dirty="0"/>
              <a:t>7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45164" y="6228353"/>
            <a:ext cx="74930" cy="157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spc="-50" dirty="0">
                <a:latin typeface="Trebuchet MS"/>
                <a:cs typeface="Trebuchet MS"/>
              </a:rPr>
              <a:t>3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842644"/>
            <a:ext cx="7472680" cy="19310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2705">
              <a:lnSpc>
                <a:spcPts val="1730"/>
              </a:lnSpc>
              <a:spcBef>
                <a:spcPts val="155"/>
              </a:spcBef>
            </a:pPr>
            <a:r>
              <a:rPr sz="1450" spc="-10" dirty="0">
                <a:latin typeface="Trebuchet MS"/>
                <a:cs typeface="Trebuchet MS"/>
              </a:rPr>
              <a:t>The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amount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money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college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students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spend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per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semester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spc="55" dirty="0">
                <a:latin typeface="Trebuchet MS"/>
                <a:cs typeface="Trebuchet MS"/>
              </a:rPr>
              <a:t>on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textbooks</a:t>
            </a:r>
            <a:r>
              <a:rPr sz="1450" spc="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1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normally </a:t>
            </a:r>
            <a:r>
              <a:rPr sz="1450" dirty="0">
                <a:latin typeface="Trebuchet MS"/>
                <a:cs typeface="Trebuchet MS"/>
              </a:rPr>
              <a:t>distributed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with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$250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standard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deviation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55" dirty="0">
                <a:latin typeface="Trebuchet MS"/>
                <a:cs typeface="Trebuchet MS"/>
              </a:rPr>
              <a:t>$30.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You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take </a:t>
            </a:r>
            <a:r>
              <a:rPr sz="1450" dirty="0">
                <a:latin typeface="Trebuchet MS"/>
                <a:cs typeface="Trebuchet MS"/>
              </a:rPr>
              <a:t>a</a:t>
            </a:r>
            <a:r>
              <a:rPr sz="1450" spc="-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simple</a:t>
            </a:r>
            <a:r>
              <a:rPr sz="1450" spc="-2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random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of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100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students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from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this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population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and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compute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mean</a:t>
            </a:r>
            <a:r>
              <a:rPr sz="1450" spc="30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spending</a:t>
            </a:r>
            <a:r>
              <a:rPr sz="1450" spc="25" dirty="0">
                <a:latin typeface="Trebuchet MS"/>
                <a:cs typeface="Trebuchet MS"/>
              </a:rPr>
              <a:t> </a:t>
            </a:r>
            <a:r>
              <a:rPr sz="1450" spc="-25" dirty="0">
                <a:latin typeface="Trebuchet MS"/>
                <a:cs typeface="Trebuchet MS"/>
              </a:rPr>
              <a:t>for </a:t>
            </a:r>
            <a:r>
              <a:rPr sz="1450" dirty="0">
                <a:latin typeface="Trebuchet MS"/>
                <a:cs typeface="Trebuchet MS"/>
              </a:rPr>
              <a:t>these</a:t>
            </a:r>
            <a:r>
              <a:rPr sz="1450" spc="-5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100</a:t>
            </a:r>
            <a:r>
              <a:rPr sz="1450" spc="-50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students.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450" b="1" spc="-10" dirty="0">
                <a:latin typeface="Gill Sans MT"/>
                <a:cs typeface="Gill Sans MT"/>
              </a:rPr>
              <a:t>Question: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ts val="1730"/>
              </a:lnSpc>
              <a:spcBef>
                <a:spcPts val="1485"/>
              </a:spcBef>
            </a:pPr>
            <a:r>
              <a:rPr sz="1450" dirty="0">
                <a:latin typeface="Trebuchet MS"/>
                <a:cs typeface="Trebuchet MS"/>
              </a:rPr>
              <a:t>What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 probability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that the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sample mean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spending for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these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10" dirty="0">
                <a:latin typeface="Trebuchet MS"/>
                <a:cs typeface="Trebuchet MS"/>
              </a:rPr>
              <a:t>100</a:t>
            </a:r>
            <a:r>
              <a:rPr sz="1450" dirty="0">
                <a:latin typeface="Trebuchet MS"/>
                <a:cs typeface="Trebuchet MS"/>
              </a:rPr>
              <a:t> students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dirty="0">
                <a:latin typeface="Trebuchet MS"/>
                <a:cs typeface="Trebuchet MS"/>
              </a:rPr>
              <a:t>is less</a:t>
            </a:r>
            <a:r>
              <a:rPr sz="1450" spc="-5" dirty="0">
                <a:latin typeface="Trebuchet MS"/>
                <a:cs typeface="Trebuchet MS"/>
              </a:rPr>
              <a:t> </a:t>
            </a:r>
            <a:r>
              <a:rPr sz="1450" spc="-20" dirty="0">
                <a:latin typeface="Trebuchet MS"/>
                <a:cs typeface="Trebuchet MS"/>
              </a:rPr>
              <a:t>than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sz="1450" spc="-10" dirty="0">
                <a:latin typeface="Trebuchet MS"/>
                <a:cs typeface="Trebuchet MS"/>
              </a:rPr>
              <a:t>$245?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97B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2576</Words>
  <Application>Microsoft Office PowerPoint</Application>
  <PresentationFormat>Custom</PresentationFormat>
  <Paragraphs>279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Arial</vt:lpstr>
      <vt:lpstr>Calibri</vt:lpstr>
      <vt:lpstr>Cambria</vt:lpstr>
      <vt:lpstr>Century</vt:lpstr>
      <vt:lpstr>Century Gothic</vt:lpstr>
      <vt:lpstr>Consolas</vt:lpstr>
      <vt:lpstr>Courier New</vt:lpstr>
      <vt:lpstr>Gill Sans MT</vt:lpstr>
      <vt:lpstr>Lucida Console</vt:lpstr>
      <vt:lpstr>Lucida Sans</vt:lpstr>
      <vt:lpstr>Segoe UI Symbol</vt:lpstr>
      <vt:lpstr>Times New Roman</vt:lpstr>
      <vt:lpstr>Trebuchet MS</vt:lpstr>
      <vt:lpstr>Office Theme</vt:lpstr>
      <vt:lpstr>PowerPoint Presentation</vt:lpstr>
      <vt:lpstr>Goals</vt:lpstr>
      <vt:lpstr>Introduction to Normal Distribution</vt:lpstr>
      <vt:lpstr>What is a statistical distribution?</vt:lpstr>
      <vt:lpstr>Normal Distribution (Gaussian Distribution)</vt:lpstr>
      <vt:lpstr>Definition &amp; Notation</vt:lpstr>
      <vt:lpstr>PowerPoint Presentation</vt:lpstr>
      <vt:lpstr>Cumulative Distribution Function (CDF)</vt:lpstr>
      <vt:lpstr>CDF represents the area under the probability density function (PDF) from −∞ up to x:</vt:lpstr>
      <vt:lpstr>Probability Functions in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📊 The Empirical Rule</vt:lpstr>
      <vt:lpstr>Standard Normal Distribution</vt:lpstr>
      <vt:lpstr>PowerPoint Presentation</vt:lpstr>
      <vt:lpstr>Quantiles and the qnorm() Function</vt:lpstr>
      <vt:lpstr>PowerPoint Presentation</vt:lpstr>
      <vt:lpstr>🧩 Practice Question 1</vt:lpstr>
      <vt:lpstr>🧩 Practice Question 2</vt:lpstr>
      <vt:lpstr>🧩 Practice Question 3</vt:lpstr>
      <vt:lpstr>Sampling Distribution and Central Limit Theorem</vt:lpstr>
      <vt:lpstr>What is a sampling distribution?</vt:lpstr>
      <vt:lpstr>Demonstration</vt:lpstr>
      <vt:lpstr>PowerPoint Presentation</vt:lpstr>
      <vt:lpstr>Central Limit Theorem (CLT)</vt:lpstr>
      <vt:lpstr>PowerPoint Presentation</vt:lpstr>
      <vt:lpstr>PowerPoint Presentation</vt:lpstr>
      <vt:lpstr>PowerPoint Presentation</vt:lpstr>
      <vt:lpstr>🧩 Practice Question 4</vt:lpstr>
      <vt:lpstr>PowerPoint Presentation</vt:lpstr>
      <vt:lpstr>🧩 Practice Question 5</vt:lpstr>
      <vt:lpstr>PowerPoint Presentation</vt:lpstr>
      <vt:lpstr>🧩 Practice Question 6</vt:lpstr>
      <vt:lpstr>🧩 Practice Question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of Large Numbers</dc:title>
  <cp:lastModifiedBy>Cengiz Zopluoglu</cp:lastModifiedBy>
  <cp:revision>1</cp:revision>
  <dcterms:created xsi:type="dcterms:W3CDTF">2025-10-13T23:37:29Z</dcterms:created>
  <dcterms:modified xsi:type="dcterms:W3CDTF">2025-10-14T19:17:34Z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Creator">
    <vt:lpwstr>Mozilla/5.0 (Windows NT 10.0; Win64; x64) AppleWebKit/537.36 (KHTML, like Gecko) Chrome/140.0.0.0 Safari/537.36</vt:lpwstr>
  </property>
  <property fmtid="{D5CDD505-2E9C-101B-9397-08002B2CF9AE}" pid="4" name="LastSaved">
    <vt:filetime>2025-10-13T00:00:00Z</vt:filetime>
  </property>
  <property fmtid="{D5CDD505-2E9C-101B-9397-08002B2CF9AE}" pid="5" name="Producer">
    <vt:lpwstr>Skia/PDF m140</vt:lpwstr>
  </property>
</Properties>
</file>